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79" r:id="rId11"/>
    <p:sldId id="268" r:id="rId12"/>
    <p:sldId id="269" r:id="rId13"/>
    <p:sldId id="264" r:id="rId14"/>
    <p:sldId id="265" r:id="rId15"/>
    <p:sldId id="270" r:id="rId16"/>
    <p:sldId id="273" r:id="rId17"/>
    <p:sldId id="274" r:id="rId18"/>
    <p:sldId id="271" r:id="rId19"/>
    <p:sldId id="278" r:id="rId20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F58FA9-6BC7-4C8C-A4F6-3B52BFBAD3A0}" v="4" dt="2026-08-08T09:28:54.8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9AEFE-05A8-4EEC-A2B2-BA9D4C2EBE78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36806-8566-4458-BB38-69EBEE3AF0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2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34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.png"/><Relationship Id="rId21" Type="http://schemas.openxmlformats.org/officeDocument/2006/relationships/image" Target="../media/image21.png"/><Relationship Id="rId42" Type="http://schemas.openxmlformats.org/officeDocument/2006/relationships/image" Target="../media/image42.png"/><Relationship Id="rId47" Type="http://schemas.openxmlformats.org/officeDocument/2006/relationships/image" Target="../media/image47.png"/><Relationship Id="rId63" Type="http://schemas.openxmlformats.org/officeDocument/2006/relationships/image" Target="../media/image63.png"/><Relationship Id="rId68" Type="http://schemas.openxmlformats.org/officeDocument/2006/relationships/image" Target="../media/image68.png"/><Relationship Id="rId84" Type="http://schemas.openxmlformats.org/officeDocument/2006/relationships/image" Target="../media/image84.png"/><Relationship Id="rId89" Type="http://schemas.openxmlformats.org/officeDocument/2006/relationships/image" Target="../media/image89.png"/><Relationship Id="rId16" Type="http://schemas.openxmlformats.org/officeDocument/2006/relationships/image" Target="../media/image16.png"/><Relationship Id="rId11" Type="http://schemas.openxmlformats.org/officeDocument/2006/relationships/image" Target="../media/image11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53" Type="http://schemas.openxmlformats.org/officeDocument/2006/relationships/image" Target="../media/image53.png"/><Relationship Id="rId58" Type="http://schemas.openxmlformats.org/officeDocument/2006/relationships/image" Target="../media/image58.png"/><Relationship Id="rId74" Type="http://schemas.openxmlformats.org/officeDocument/2006/relationships/image" Target="../media/image74.png"/><Relationship Id="rId79" Type="http://schemas.openxmlformats.org/officeDocument/2006/relationships/image" Target="../media/image79.png"/><Relationship Id="rId5" Type="http://schemas.openxmlformats.org/officeDocument/2006/relationships/image" Target="../media/image5.png"/><Relationship Id="rId90" Type="http://schemas.openxmlformats.org/officeDocument/2006/relationships/image" Target="../media/image90.png"/><Relationship Id="rId95" Type="http://schemas.openxmlformats.org/officeDocument/2006/relationships/image" Target="../media/image95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43" Type="http://schemas.openxmlformats.org/officeDocument/2006/relationships/image" Target="../media/image43.png"/><Relationship Id="rId48" Type="http://schemas.openxmlformats.org/officeDocument/2006/relationships/image" Target="../media/image48.png"/><Relationship Id="rId64" Type="http://schemas.openxmlformats.org/officeDocument/2006/relationships/image" Target="../media/image64.png"/><Relationship Id="rId69" Type="http://schemas.openxmlformats.org/officeDocument/2006/relationships/image" Target="../media/image69.png"/><Relationship Id="rId80" Type="http://schemas.openxmlformats.org/officeDocument/2006/relationships/image" Target="../media/image80.png"/><Relationship Id="rId85" Type="http://schemas.openxmlformats.org/officeDocument/2006/relationships/image" Target="../media/image85.png"/><Relationship Id="rId3" Type="http://schemas.openxmlformats.org/officeDocument/2006/relationships/image" Target="../media/image3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46" Type="http://schemas.openxmlformats.org/officeDocument/2006/relationships/image" Target="../media/image46.png"/><Relationship Id="rId59" Type="http://schemas.openxmlformats.org/officeDocument/2006/relationships/image" Target="../media/image59.png"/><Relationship Id="rId67" Type="http://schemas.openxmlformats.org/officeDocument/2006/relationships/image" Target="../media/image67.png"/><Relationship Id="rId20" Type="http://schemas.openxmlformats.org/officeDocument/2006/relationships/image" Target="../media/image20.png"/><Relationship Id="rId41" Type="http://schemas.openxmlformats.org/officeDocument/2006/relationships/image" Target="../media/image41.png"/><Relationship Id="rId54" Type="http://schemas.openxmlformats.org/officeDocument/2006/relationships/image" Target="../media/image54.png"/><Relationship Id="rId62" Type="http://schemas.openxmlformats.org/officeDocument/2006/relationships/image" Target="../media/image62.png"/><Relationship Id="rId70" Type="http://schemas.openxmlformats.org/officeDocument/2006/relationships/image" Target="../media/image70.png"/><Relationship Id="rId75" Type="http://schemas.openxmlformats.org/officeDocument/2006/relationships/image" Target="../media/image75.png"/><Relationship Id="rId83" Type="http://schemas.openxmlformats.org/officeDocument/2006/relationships/image" Target="../media/image83.png"/><Relationship Id="rId88" Type="http://schemas.openxmlformats.org/officeDocument/2006/relationships/image" Target="../media/image88.png"/><Relationship Id="rId91" Type="http://schemas.openxmlformats.org/officeDocument/2006/relationships/image" Target="../media/image91.png"/><Relationship Id="rId96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49" Type="http://schemas.openxmlformats.org/officeDocument/2006/relationships/image" Target="../media/image49.png"/><Relationship Id="rId57" Type="http://schemas.openxmlformats.org/officeDocument/2006/relationships/image" Target="../media/image57.png"/><Relationship Id="rId10" Type="http://schemas.openxmlformats.org/officeDocument/2006/relationships/image" Target="../media/image10.png"/><Relationship Id="rId31" Type="http://schemas.openxmlformats.org/officeDocument/2006/relationships/image" Target="../media/image31.png"/><Relationship Id="rId44" Type="http://schemas.openxmlformats.org/officeDocument/2006/relationships/image" Target="../media/image44.png"/><Relationship Id="rId52" Type="http://schemas.openxmlformats.org/officeDocument/2006/relationships/image" Target="../media/image52.png"/><Relationship Id="rId60" Type="http://schemas.openxmlformats.org/officeDocument/2006/relationships/image" Target="../media/image60.png"/><Relationship Id="rId65" Type="http://schemas.openxmlformats.org/officeDocument/2006/relationships/image" Target="../media/image65.png"/><Relationship Id="rId73" Type="http://schemas.openxmlformats.org/officeDocument/2006/relationships/image" Target="../media/image73.png"/><Relationship Id="rId78" Type="http://schemas.openxmlformats.org/officeDocument/2006/relationships/image" Target="../media/image78.png"/><Relationship Id="rId81" Type="http://schemas.openxmlformats.org/officeDocument/2006/relationships/image" Target="../media/image81.png"/><Relationship Id="rId86" Type="http://schemas.openxmlformats.org/officeDocument/2006/relationships/image" Target="../media/image86.png"/><Relationship Id="rId94" Type="http://schemas.openxmlformats.org/officeDocument/2006/relationships/image" Target="../media/image9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9" Type="http://schemas.openxmlformats.org/officeDocument/2006/relationships/image" Target="../media/image39.png"/><Relationship Id="rId34" Type="http://schemas.openxmlformats.org/officeDocument/2006/relationships/image" Target="../media/image34.png"/><Relationship Id="rId50" Type="http://schemas.openxmlformats.org/officeDocument/2006/relationships/image" Target="../media/image50.png"/><Relationship Id="rId55" Type="http://schemas.openxmlformats.org/officeDocument/2006/relationships/image" Target="../media/image55.png"/><Relationship Id="rId76" Type="http://schemas.openxmlformats.org/officeDocument/2006/relationships/image" Target="../media/image76.png"/><Relationship Id="rId97" Type="http://schemas.openxmlformats.org/officeDocument/2006/relationships/image" Target="../media/image97.png"/><Relationship Id="rId7" Type="http://schemas.openxmlformats.org/officeDocument/2006/relationships/image" Target="../media/image7.png"/><Relationship Id="rId71" Type="http://schemas.openxmlformats.org/officeDocument/2006/relationships/image" Target="../media/image71.png"/><Relationship Id="rId92" Type="http://schemas.openxmlformats.org/officeDocument/2006/relationships/image" Target="../media/image92.png"/><Relationship Id="rId2" Type="http://schemas.openxmlformats.org/officeDocument/2006/relationships/image" Target="../media/image2.png"/><Relationship Id="rId29" Type="http://schemas.openxmlformats.org/officeDocument/2006/relationships/image" Target="../media/image29.png"/><Relationship Id="rId24" Type="http://schemas.openxmlformats.org/officeDocument/2006/relationships/image" Target="../media/image24.png"/><Relationship Id="rId40" Type="http://schemas.openxmlformats.org/officeDocument/2006/relationships/image" Target="../media/image40.png"/><Relationship Id="rId45" Type="http://schemas.openxmlformats.org/officeDocument/2006/relationships/image" Target="../media/image45.png"/><Relationship Id="rId66" Type="http://schemas.openxmlformats.org/officeDocument/2006/relationships/image" Target="../media/image66.png"/><Relationship Id="rId87" Type="http://schemas.openxmlformats.org/officeDocument/2006/relationships/image" Target="../media/image87.png"/><Relationship Id="rId61" Type="http://schemas.openxmlformats.org/officeDocument/2006/relationships/image" Target="../media/image61.png"/><Relationship Id="rId82" Type="http://schemas.openxmlformats.org/officeDocument/2006/relationships/image" Target="../media/image82.png"/><Relationship Id="rId19" Type="http://schemas.openxmlformats.org/officeDocument/2006/relationships/image" Target="../media/image19.png"/><Relationship Id="rId14" Type="http://schemas.openxmlformats.org/officeDocument/2006/relationships/image" Target="../media/image14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56" Type="http://schemas.openxmlformats.org/officeDocument/2006/relationships/image" Target="../media/image56.png"/><Relationship Id="rId77" Type="http://schemas.openxmlformats.org/officeDocument/2006/relationships/image" Target="../media/image77.png"/><Relationship Id="rId8" Type="http://schemas.openxmlformats.org/officeDocument/2006/relationships/image" Target="../media/image8.png"/><Relationship Id="rId51" Type="http://schemas.openxmlformats.org/officeDocument/2006/relationships/image" Target="../media/image51.png"/><Relationship Id="rId72" Type="http://schemas.openxmlformats.org/officeDocument/2006/relationships/image" Target="../media/image72.png"/><Relationship Id="rId93" Type="http://schemas.openxmlformats.org/officeDocument/2006/relationships/image" Target="../media/image9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26" Type="http://schemas.openxmlformats.org/officeDocument/2006/relationships/image" Target="../media/image122.png"/><Relationship Id="rId3" Type="http://schemas.openxmlformats.org/officeDocument/2006/relationships/image" Target="../media/image99.png"/><Relationship Id="rId21" Type="http://schemas.openxmlformats.org/officeDocument/2006/relationships/image" Target="../media/image117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5" Type="http://schemas.openxmlformats.org/officeDocument/2006/relationships/image" Target="../media/image121.png"/><Relationship Id="rId2" Type="http://schemas.openxmlformats.org/officeDocument/2006/relationships/image" Target="../media/image98.png"/><Relationship Id="rId16" Type="http://schemas.openxmlformats.org/officeDocument/2006/relationships/image" Target="../media/image112.png"/><Relationship Id="rId20" Type="http://schemas.openxmlformats.org/officeDocument/2006/relationships/image" Target="../media/image116.png"/><Relationship Id="rId29" Type="http://schemas.openxmlformats.org/officeDocument/2006/relationships/image" Target="../media/image1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24" Type="http://schemas.openxmlformats.org/officeDocument/2006/relationships/image" Target="../media/image120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23" Type="http://schemas.openxmlformats.org/officeDocument/2006/relationships/image" Target="../media/image119.png"/><Relationship Id="rId28" Type="http://schemas.openxmlformats.org/officeDocument/2006/relationships/image" Target="../media/image124.png"/><Relationship Id="rId10" Type="http://schemas.openxmlformats.org/officeDocument/2006/relationships/image" Target="../media/image106.png"/><Relationship Id="rId19" Type="http://schemas.openxmlformats.org/officeDocument/2006/relationships/image" Target="../media/image115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Relationship Id="rId22" Type="http://schemas.openxmlformats.org/officeDocument/2006/relationships/image" Target="../media/image118.png"/><Relationship Id="rId27" Type="http://schemas.openxmlformats.org/officeDocument/2006/relationships/image" Target="../media/image123.png"/><Relationship Id="rId30" Type="http://schemas.openxmlformats.org/officeDocument/2006/relationships/image" Target="../media/image1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2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image" Target="../media/image127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3.png"/><Relationship Id="rId21" Type="http://schemas.openxmlformats.org/officeDocument/2006/relationships/image" Target="../media/image168.png"/><Relationship Id="rId42" Type="http://schemas.openxmlformats.org/officeDocument/2006/relationships/image" Target="../media/image189.png"/><Relationship Id="rId47" Type="http://schemas.openxmlformats.org/officeDocument/2006/relationships/image" Target="../media/image194.png"/><Relationship Id="rId63" Type="http://schemas.openxmlformats.org/officeDocument/2006/relationships/image" Target="../media/image210.png"/><Relationship Id="rId68" Type="http://schemas.openxmlformats.org/officeDocument/2006/relationships/image" Target="../media/image215.png"/><Relationship Id="rId16" Type="http://schemas.openxmlformats.org/officeDocument/2006/relationships/image" Target="../media/image163.png"/><Relationship Id="rId11" Type="http://schemas.openxmlformats.org/officeDocument/2006/relationships/image" Target="../media/image158.png"/><Relationship Id="rId24" Type="http://schemas.openxmlformats.org/officeDocument/2006/relationships/image" Target="../media/image171.png"/><Relationship Id="rId32" Type="http://schemas.openxmlformats.org/officeDocument/2006/relationships/image" Target="../media/image179.png"/><Relationship Id="rId37" Type="http://schemas.openxmlformats.org/officeDocument/2006/relationships/image" Target="../media/image184.png"/><Relationship Id="rId40" Type="http://schemas.openxmlformats.org/officeDocument/2006/relationships/image" Target="../media/image187.png"/><Relationship Id="rId45" Type="http://schemas.openxmlformats.org/officeDocument/2006/relationships/image" Target="../media/image192.png"/><Relationship Id="rId53" Type="http://schemas.openxmlformats.org/officeDocument/2006/relationships/image" Target="../media/image200.png"/><Relationship Id="rId58" Type="http://schemas.openxmlformats.org/officeDocument/2006/relationships/image" Target="../media/image205.png"/><Relationship Id="rId66" Type="http://schemas.openxmlformats.org/officeDocument/2006/relationships/image" Target="../media/image213.png"/><Relationship Id="rId74" Type="http://schemas.openxmlformats.org/officeDocument/2006/relationships/image" Target="../media/image221.png"/><Relationship Id="rId5" Type="http://schemas.openxmlformats.org/officeDocument/2006/relationships/image" Target="../media/image152.png"/><Relationship Id="rId61" Type="http://schemas.openxmlformats.org/officeDocument/2006/relationships/image" Target="../media/image208.png"/><Relationship Id="rId19" Type="http://schemas.openxmlformats.org/officeDocument/2006/relationships/image" Target="../media/image166.png"/><Relationship Id="rId14" Type="http://schemas.openxmlformats.org/officeDocument/2006/relationships/image" Target="../media/image161.png"/><Relationship Id="rId22" Type="http://schemas.openxmlformats.org/officeDocument/2006/relationships/image" Target="../media/image169.png"/><Relationship Id="rId27" Type="http://schemas.openxmlformats.org/officeDocument/2006/relationships/image" Target="../media/image174.png"/><Relationship Id="rId30" Type="http://schemas.openxmlformats.org/officeDocument/2006/relationships/image" Target="../media/image177.png"/><Relationship Id="rId35" Type="http://schemas.openxmlformats.org/officeDocument/2006/relationships/image" Target="../media/image182.png"/><Relationship Id="rId43" Type="http://schemas.openxmlformats.org/officeDocument/2006/relationships/image" Target="../media/image190.png"/><Relationship Id="rId48" Type="http://schemas.openxmlformats.org/officeDocument/2006/relationships/image" Target="../media/image195.png"/><Relationship Id="rId56" Type="http://schemas.openxmlformats.org/officeDocument/2006/relationships/image" Target="../media/image203.png"/><Relationship Id="rId64" Type="http://schemas.openxmlformats.org/officeDocument/2006/relationships/image" Target="../media/image211.png"/><Relationship Id="rId69" Type="http://schemas.openxmlformats.org/officeDocument/2006/relationships/image" Target="../media/image216.png"/><Relationship Id="rId77" Type="http://schemas.openxmlformats.org/officeDocument/2006/relationships/image" Target="../media/image224.png"/><Relationship Id="rId8" Type="http://schemas.openxmlformats.org/officeDocument/2006/relationships/image" Target="../media/image155.png"/><Relationship Id="rId51" Type="http://schemas.openxmlformats.org/officeDocument/2006/relationships/image" Target="../media/image198.png"/><Relationship Id="rId72" Type="http://schemas.openxmlformats.org/officeDocument/2006/relationships/image" Target="../media/image219.png"/><Relationship Id="rId3" Type="http://schemas.openxmlformats.org/officeDocument/2006/relationships/image" Target="../media/image150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5" Type="http://schemas.openxmlformats.org/officeDocument/2006/relationships/image" Target="../media/image172.png"/><Relationship Id="rId33" Type="http://schemas.openxmlformats.org/officeDocument/2006/relationships/image" Target="../media/image180.png"/><Relationship Id="rId38" Type="http://schemas.openxmlformats.org/officeDocument/2006/relationships/image" Target="../media/image185.png"/><Relationship Id="rId46" Type="http://schemas.openxmlformats.org/officeDocument/2006/relationships/image" Target="../media/image193.png"/><Relationship Id="rId59" Type="http://schemas.openxmlformats.org/officeDocument/2006/relationships/image" Target="../media/image206.png"/><Relationship Id="rId67" Type="http://schemas.openxmlformats.org/officeDocument/2006/relationships/image" Target="../media/image214.png"/><Relationship Id="rId20" Type="http://schemas.openxmlformats.org/officeDocument/2006/relationships/image" Target="../media/image167.png"/><Relationship Id="rId41" Type="http://schemas.openxmlformats.org/officeDocument/2006/relationships/image" Target="../media/image188.png"/><Relationship Id="rId54" Type="http://schemas.openxmlformats.org/officeDocument/2006/relationships/image" Target="../media/image201.png"/><Relationship Id="rId62" Type="http://schemas.openxmlformats.org/officeDocument/2006/relationships/image" Target="../media/image209.png"/><Relationship Id="rId70" Type="http://schemas.openxmlformats.org/officeDocument/2006/relationships/image" Target="../media/image217.png"/><Relationship Id="rId75" Type="http://schemas.openxmlformats.org/officeDocument/2006/relationships/image" Target="../media/image2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15" Type="http://schemas.openxmlformats.org/officeDocument/2006/relationships/image" Target="../media/image162.png"/><Relationship Id="rId23" Type="http://schemas.openxmlformats.org/officeDocument/2006/relationships/image" Target="../media/image170.png"/><Relationship Id="rId28" Type="http://schemas.openxmlformats.org/officeDocument/2006/relationships/image" Target="../media/image175.png"/><Relationship Id="rId36" Type="http://schemas.openxmlformats.org/officeDocument/2006/relationships/image" Target="../media/image183.png"/><Relationship Id="rId49" Type="http://schemas.openxmlformats.org/officeDocument/2006/relationships/image" Target="../media/image196.png"/><Relationship Id="rId57" Type="http://schemas.openxmlformats.org/officeDocument/2006/relationships/image" Target="../media/image204.png"/><Relationship Id="rId10" Type="http://schemas.openxmlformats.org/officeDocument/2006/relationships/image" Target="../media/image157.png"/><Relationship Id="rId31" Type="http://schemas.openxmlformats.org/officeDocument/2006/relationships/image" Target="../media/image178.png"/><Relationship Id="rId44" Type="http://schemas.openxmlformats.org/officeDocument/2006/relationships/image" Target="../media/image191.png"/><Relationship Id="rId52" Type="http://schemas.openxmlformats.org/officeDocument/2006/relationships/image" Target="../media/image199.png"/><Relationship Id="rId60" Type="http://schemas.openxmlformats.org/officeDocument/2006/relationships/image" Target="../media/image207.png"/><Relationship Id="rId65" Type="http://schemas.openxmlformats.org/officeDocument/2006/relationships/image" Target="../media/image212.png"/><Relationship Id="rId73" Type="http://schemas.openxmlformats.org/officeDocument/2006/relationships/image" Target="../media/image220.png"/><Relationship Id="rId78" Type="http://schemas.openxmlformats.org/officeDocument/2006/relationships/image" Target="../media/image225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9" Type="http://schemas.openxmlformats.org/officeDocument/2006/relationships/image" Target="../media/image186.png"/><Relationship Id="rId34" Type="http://schemas.openxmlformats.org/officeDocument/2006/relationships/image" Target="../media/image181.png"/><Relationship Id="rId50" Type="http://schemas.openxmlformats.org/officeDocument/2006/relationships/image" Target="../media/image197.png"/><Relationship Id="rId55" Type="http://schemas.openxmlformats.org/officeDocument/2006/relationships/image" Target="../media/image202.png"/><Relationship Id="rId76" Type="http://schemas.openxmlformats.org/officeDocument/2006/relationships/image" Target="../media/image223.png"/><Relationship Id="rId7" Type="http://schemas.openxmlformats.org/officeDocument/2006/relationships/image" Target="../media/image154.png"/><Relationship Id="rId71" Type="http://schemas.openxmlformats.org/officeDocument/2006/relationships/image" Target="../media/image218.png"/><Relationship Id="rId2" Type="http://schemas.openxmlformats.org/officeDocument/2006/relationships/image" Target="../media/image149.png"/><Relationship Id="rId29" Type="http://schemas.openxmlformats.org/officeDocument/2006/relationships/image" Target="../media/image1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13" Type="http://schemas.openxmlformats.org/officeDocument/2006/relationships/image" Target="../media/image235.png"/><Relationship Id="rId3" Type="http://schemas.openxmlformats.org/officeDocument/2006/relationships/image" Target="../media/image227.png"/><Relationship Id="rId7" Type="http://schemas.openxmlformats.org/officeDocument/2006/relationships/image" Target="../media/image230.png"/><Relationship Id="rId12" Type="http://schemas.openxmlformats.org/officeDocument/2006/relationships/image" Target="../media/image234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9.png"/><Relationship Id="rId11" Type="http://schemas.openxmlformats.org/officeDocument/2006/relationships/image" Target="../media/image233.png"/><Relationship Id="rId5" Type="http://schemas.openxmlformats.org/officeDocument/2006/relationships/image" Target="../media/image228.png"/><Relationship Id="rId10" Type="http://schemas.openxmlformats.org/officeDocument/2006/relationships/image" Target="../media/image232.png"/><Relationship Id="rId4" Type="http://schemas.openxmlformats.org/officeDocument/2006/relationships/image" Target="../media/image132.png"/><Relationship Id="rId9" Type="http://schemas.openxmlformats.org/officeDocument/2006/relationships/image" Target="../media/image98.png"/><Relationship Id="rId14" Type="http://schemas.openxmlformats.org/officeDocument/2006/relationships/image" Target="../media/image236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9.png"/><Relationship Id="rId21" Type="http://schemas.openxmlformats.org/officeDocument/2006/relationships/image" Target="../media/image253.png"/><Relationship Id="rId42" Type="http://schemas.openxmlformats.org/officeDocument/2006/relationships/image" Target="../media/image274.png"/><Relationship Id="rId63" Type="http://schemas.openxmlformats.org/officeDocument/2006/relationships/image" Target="../media/image295.png"/><Relationship Id="rId84" Type="http://schemas.openxmlformats.org/officeDocument/2006/relationships/image" Target="../media/image316.png"/><Relationship Id="rId138" Type="http://schemas.openxmlformats.org/officeDocument/2006/relationships/image" Target="../media/image370.png"/><Relationship Id="rId159" Type="http://schemas.openxmlformats.org/officeDocument/2006/relationships/image" Target="../media/image391.png"/><Relationship Id="rId107" Type="http://schemas.openxmlformats.org/officeDocument/2006/relationships/image" Target="../media/image339.png"/><Relationship Id="rId11" Type="http://schemas.openxmlformats.org/officeDocument/2006/relationships/image" Target="../media/image244.png"/><Relationship Id="rId32" Type="http://schemas.openxmlformats.org/officeDocument/2006/relationships/image" Target="../media/image264.png"/><Relationship Id="rId53" Type="http://schemas.openxmlformats.org/officeDocument/2006/relationships/image" Target="../media/image285.png"/><Relationship Id="rId74" Type="http://schemas.openxmlformats.org/officeDocument/2006/relationships/image" Target="../media/image306.png"/><Relationship Id="rId128" Type="http://schemas.openxmlformats.org/officeDocument/2006/relationships/image" Target="../media/image360.png"/><Relationship Id="rId149" Type="http://schemas.openxmlformats.org/officeDocument/2006/relationships/image" Target="../media/image381.png"/><Relationship Id="rId5" Type="http://schemas.openxmlformats.org/officeDocument/2006/relationships/image" Target="../media/image240.png"/><Relationship Id="rId95" Type="http://schemas.openxmlformats.org/officeDocument/2006/relationships/image" Target="../media/image327.png"/><Relationship Id="rId160" Type="http://schemas.openxmlformats.org/officeDocument/2006/relationships/image" Target="../media/image392.png"/><Relationship Id="rId22" Type="http://schemas.openxmlformats.org/officeDocument/2006/relationships/image" Target="../media/image254.png"/><Relationship Id="rId43" Type="http://schemas.openxmlformats.org/officeDocument/2006/relationships/image" Target="../media/image275.png"/><Relationship Id="rId64" Type="http://schemas.openxmlformats.org/officeDocument/2006/relationships/image" Target="../media/image296.png"/><Relationship Id="rId118" Type="http://schemas.openxmlformats.org/officeDocument/2006/relationships/image" Target="../media/image350.png"/><Relationship Id="rId139" Type="http://schemas.openxmlformats.org/officeDocument/2006/relationships/image" Target="../media/image371.png"/><Relationship Id="rId85" Type="http://schemas.openxmlformats.org/officeDocument/2006/relationships/image" Target="../media/image317.png"/><Relationship Id="rId150" Type="http://schemas.openxmlformats.org/officeDocument/2006/relationships/image" Target="../media/image382.png"/><Relationship Id="rId12" Type="http://schemas.openxmlformats.org/officeDocument/2006/relationships/image" Target="../media/image143.png"/><Relationship Id="rId17" Type="http://schemas.openxmlformats.org/officeDocument/2006/relationships/image" Target="../media/image249.png"/><Relationship Id="rId33" Type="http://schemas.openxmlformats.org/officeDocument/2006/relationships/image" Target="../media/image265.png"/><Relationship Id="rId38" Type="http://schemas.openxmlformats.org/officeDocument/2006/relationships/image" Target="../media/image270.png"/><Relationship Id="rId59" Type="http://schemas.openxmlformats.org/officeDocument/2006/relationships/image" Target="../media/image291.png"/><Relationship Id="rId103" Type="http://schemas.openxmlformats.org/officeDocument/2006/relationships/image" Target="../media/image335.png"/><Relationship Id="rId108" Type="http://schemas.openxmlformats.org/officeDocument/2006/relationships/image" Target="../media/image340.png"/><Relationship Id="rId124" Type="http://schemas.openxmlformats.org/officeDocument/2006/relationships/image" Target="../media/image356.png"/><Relationship Id="rId129" Type="http://schemas.openxmlformats.org/officeDocument/2006/relationships/image" Target="../media/image361.png"/><Relationship Id="rId54" Type="http://schemas.openxmlformats.org/officeDocument/2006/relationships/image" Target="../media/image286.png"/><Relationship Id="rId70" Type="http://schemas.openxmlformats.org/officeDocument/2006/relationships/image" Target="../media/image302.png"/><Relationship Id="rId75" Type="http://schemas.openxmlformats.org/officeDocument/2006/relationships/image" Target="../media/image307.png"/><Relationship Id="rId91" Type="http://schemas.openxmlformats.org/officeDocument/2006/relationships/image" Target="../media/image323.png"/><Relationship Id="rId96" Type="http://schemas.openxmlformats.org/officeDocument/2006/relationships/image" Target="../media/image328.png"/><Relationship Id="rId140" Type="http://schemas.openxmlformats.org/officeDocument/2006/relationships/image" Target="../media/image372.png"/><Relationship Id="rId145" Type="http://schemas.openxmlformats.org/officeDocument/2006/relationships/image" Target="../media/image377.png"/><Relationship Id="rId161" Type="http://schemas.openxmlformats.org/officeDocument/2006/relationships/image" Target="../media/image3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1.png"/><Relationship Id="rId23" Type="http://schemas.openxmlformats.org/officeDocument/2006/relationships/image" Target="../media/image255.png"/><Relationship Id="rId28" Type="http://schemas.openxmlformats.org/officeDocument/2006/relationships/image" Target="../media/image260.png"/><Relationship Id="rId49" Type="http://schemas.openxmlformats.org/officeDocument/2006/relationships/image" Target="../media/image281.png"/><Relationship Id="rId114" Type="http://schemas.openxmlformats.org/officeDocument/2006/relationships/image" Target="../media/image346.png"/><Relationship Id="rId119" Type="http://schemas.openxmlformats.org/officeDocument/2006/relationships/image" Target="../media/image351.png"/><Relationship Id="rId44" Type="http://schemas.openxmlformats.org/officeDocument/2006/relationships/image" Target="../media/image276.png"/><Relationship Id="rId60" Type="http://schemas.openxmlformats.org/officeDocument/2006/relationships/image" Target="../media/image292.png"/><Relationship Id="rId65" Type="http://schemas.openxmlformats.org/officeDocument/2006/relationships/image" Target="../media/image297.png"/><Relationship Id="rId81" Type="http://schemas.openxmlformats.org/officeDocument/2006/relationships/image" Target="../media/image313.png"/><Relationship Id="rId86" Type="http://schemas.openxmlformats.org/officeDocument/2006/relationships/image" Target="../media/image318.png"/><Relationship Id="rId130" Type="http://schemas.openxmlformats.org/officeDocument/2006/relationships/image" Target="../media/image362.png"/><Relationship Id="rId135" Type="http://schemas.openxmlformats.org/officeDocument/2006/relationships/image" Target="../media/image367.png"/><Relationship Id="rId151" Type="http://schemas.openxmlformats.org/officeDocument/2006/relationships/image" Target="../media/image383.png"/><Relationship Id="rId156" Type="http://schemas.openxmlformats.org/officeDocument/2006/relationships/image" Target="../media/image388.png"/><Relationship Id="rId13" Type="http://schemas.openxmlformats.org/officeDocument/2006/relationships/image" Target="../media/image245.png"/><Relationship Id="rId18" Type="http://schemas.openxmlformats.org/officeDocument/2006/relationships/image" Target="../media/image250.png"/><Relationship Id="rId39" Type="http://schemas.openxmlformats.org/officeDocument/2006/relationships/image" Target="../media/image271.png"/><Relationship Id="rId109" Type="http://schemas.openxmlformats.org/officeDocument/2006/relationships/image" Target="../media/image341.png"/><Relationship Id="rId34" Type="http://schemas.openxmlformats.org/officeDocument/2006/relationships/image" Target="../media/image266.png"/><Relationship Id="rId50" Type="http://schemas.openxmlformats.org/officeDocument/2006/relationships/image" Target="../media/image282.png"/><Relationship Id="rId55" Type="http://schemas.openxmlformats.org/officeDocument/2006/relationships/image" Target="../media/image287.png"/><Relationship Id="rId76" Type="http://schemas.openxmlformats.org/officeDocument/2006/relationships/image" Target="../media/image308.png"/><Relationship Id="rId97" Type="http://schemas.openxmlformats.org/officeDocument/2006/relationships/image" Target="../media/image329.png"/><Relationship Id="rId104" Type="http://schemas.openxmlformats.org/officeDocument/2006/relationships/image" Target="../media/image336.png"/><Relationship Id="rId120" Type="http://schemas.openxmlformats.org/officeDocument/2006/relationships/image" Target="../media/image352.png"/><Relationship Id="rId125" Type="http://schemas.openxmlformats.org/officeDocument/2006/relationships/image" Target="../media/image357.png"/><Relationship Id="rId141" Type="http://schemas.openxmlformats.org/officeDocument/2006/relationships/image" Target="../media/image373.png"/><Relationship Id="rId146" Type="http://schemas.openxmlformats.org/officeDocument/2006/relationships/image" Target="../media/image378.png"/><Relationship Id="rId7" Type="http://schemas.openxmlformats.org/officeDocument/2006/relationships/image" Target="../media/image242.png"/><Relationship Id="rId71" Type="http://schemas.openxmlformats.org/officeDocument/2006/relationships/image" Target="../media/image303.png"/><Relationship Id="rId92" Type="http://schemas.openxmlformats.org/officeDocument/2006/relationships/image" Target="../media/image324.png"/><Relationship Id="rId162" Type="http://schemas.openxmlformats.org/officeDocument/2006/relationships/image" Target="../media/image394.png"/><Relationship Id="rId2" Type="http://schemas.openxmlformats.org/officeDocument/2006/relationships/image" Target="../media/image237.png"/><Relationship Id="rId29" Type="http://schemas.openxmlformats.org/officeDocument/2006/relationships/image" Target="../media/image261.png"/><Relationship Id="rId24" Type="http://schemas.openxmlformats.org/officeDocument/2006/relationships/image" Target="../media/image256.png"/><Relationship Id="rId40" Type="http://schemas.openxmlformats.org/officeDocument/2006/relationships/image" Target="../media/image272.png"/><Relationship Id="rId45" Type="http://schemas.openxmlformats.org/officeDocument/2006/relationships/image" Target="../media/image277.png"/><Relationship Id="rId66" Type="http://schemas.openxmlformats.org/officeDocument/2006/relationships/image" Target="../media/image298.png"/><Relationship Id="rId87" Type="http://schemas.openxmlformats.org/officeDocument/2006/relationships/image" Target="../media/image319.png"/><Relationship Id="rId110" Type="http://schemas.openxmlformats.org/officeDocument/2006/relationships/image" Target="../media/image342.png"/><Relationship Id="rId115" Type="http://schemas.openxmlformats.org/officeDocument/2006/relationships/image" Target="../media/image347.png"/><Relationship Id="rId131" Type="http://schemas.openxmlformats.org/officeDocument/2006/relationships/image" Target="../media/image363.png"/><Relationship Id="rId136" Type="http://schemas.openxmlformats.org/officeDocument/2006/relationships/image" Target="../media/image368.png"/><Relationship Id="rId157" Type="http://schemas.openxmlformats.org/officeDocument/2006/relationships/image" Target="../media/image389.png"/><Relationship Id="rId61" Type="http://schemas.openxmlformats.org/officeDocument/2006/relationships/image" Target="../media/image293.png"/><Relationship Id="rId82" Type="http://schemas.openxmlformats.org/officeDocument/2006/relationships/image" Target="../media/image314.png"/><Relationship Id="rId152" Type="http://schemas.openxmlformats.org/officeDocument/2006/relationships/image" Target="../media/image384.png"/><Relationship Id="rId19" Type="http://schemas.openxmlformats.org/officeDocument/2006/relationships/image" Target="../media/image251.png"/><Relationship Id="rId14" Type="http://schemas.openxmlformats.org/officeDocument/2006/relationships/image" Target="../media/image246.png"/><Relationship Id="rId30" Type="http://schemas.openxmlformats.org/officeDocument/2006/relationships/image" Target="../media/image262.png"/><Relationship Id="rId35" Type="http://schemas.openxmlformats.org/officeDocument/2006/relationships/image" Target="../media/image267.png"/><Relationship Id="rId56" Type="http://schemas.openxmlformats.org/officeDocument/2006/relationships/image" Target="../media/image288.png"/><Relationship Id="rId77" Type="http://schemas.openxmlformats.org/officeDocument/2006/relationships/image" Target="../media/image309.png"/><Relationship Id="rId100" Type="http://schemas.openxmlformats.org/officeDocument/2006/relationships/image" Target="../media/image332.png"/><Relationship Id="rId105" Type="http://schemas.openxmlformats.org/officeDocument/2006/relationships/image" Target="../media/image337.png"/><Relationship Id="rId126" Type="http://schemas.openxmlformats.org/officeDocument/2006/relationships/image" Target="../media/image358.png"/><Relationship Id="rId147" Type="http://schemas.openxmlformats.org/officeDocument/2006/relationships/image" Target="../media/image379.png"/><Relationship Id="rId8" Type="http://schemas.openxmlformats.org/officeDocument/2006/relationships/image" Target="../media/image132.png"/><Relationship Id="rId51" Type="http://schemas.openxmlformats.org/officeDocument/2006/relationships/image" Target="../media/image283.png"/><Relationship Id="rId72" Type="http://schemas.openxmlformats.org/officeDocument/2006/relationships/image" Target="../media/image304.png"/><Relationship Id="rId93" Type="http://schemas.openxmlformats.org/officeDocument/2006/relationships/image" Target="../media/image325.png"/><Relationship Id="rId98" Type="http://schemas.openxmlformats.org/officeDocument/2006/relationships/image" Target="../media/image330.png"/><Relationship Id="rId121" Type="http://schemas.openxmlformats.org/officeDocument/2006/relationships/image" Target="../media/image353.png"/><Relationship Id="rId142" Type="http://schemas.openxmlformats.org/officeDocument/2006/relationships/image" Target="../media/image374.png"/><Relationship Id="rId163" Type="http://schemas.openxmlformats.org/officeDocument/2006/relationships/image" Target="../media/image395.png"/><Relationship Id="rId3" Type="http://schemas.openxmlformats.org/officeDocument/2006/relationships/image" Target="../media/image238.png"/><Relationship Id="rId25" Type="http://schemas.openxmlformats.org/officeDocument/2006/relationships/image" Target="../media/image257.png"/><Relationship Id="rId46" Type="http://schemas.openxmlformats.org/officeDocument/2006/relationships/image" Target="../media/image278.png"/><Relationship Id="rId67" Type="http://schemas.openxmlformats.org/officeDocument/2006/relationships/image" Target="../media/image299.png"/><Relationship Id="rId116" Type="http://schemas.openxmlformats.org/officeDocument/2006/relationships/image" Target="../media/image348.png"/><Relationship Id="rId137" Type="http://schemas.openxmlformats.org/officeDocument/2006/relationships/image" Target="../media/image369.png"/><Relationship Id="rId158" Type="http://schemas.openxmlformats.org/officeDocument/2006/relationships/image" Target="../media/image390.png"/><Relationship Id="rId20" Type="http://schemas.openxmlformats.org/officeDocument/2006/relationships/image" Target="../media/image252.png"/><Relationship Id="rId41" Type="http://schemas.openxmlformats.org/officeDocument/2006/relationships/image" Target="../media/image273.png"/><Relationship Id="rId62" Type="http://schemas.openxmlformats.org/officeDocument/2006/relationships/image" Target="../media/image294.png"/><Relationship Id="rId83" Type="http://schemas.openxmlformats.org/officeDocument/2006/relationships/image" Target="../media/image315.png"/><Relationship Id="rId88" Type="http://schemas.openxmlformats.org/officeDocument/2006/relationships/image" Target="../media/image320.png"/><Relationship Id="rId111" Type="http://schemas.openxmlformats.org/officeDocument/2006/relationships/image" Target="../media/image343.png"/><Relationship Id="rId132" Type="http://schemas.openxmlformats.org/officeDocument/2006/relationships/image" Target="../media/image364.png"/><Relationship Id="rId153" Type="http://schemas.openxmlformats.org/officeDocument/2006/relationships/image" Target="../media/image385.png"/><Relationship Id="rId15" Type="http://schemas.openxmlformats.org/officeDocument/2006/relationships/image" Target="../media/image247.png"/><Relationship Id="rId36" Type="http://schemas.openxmlformats.org/officeDocument/2006/relationships/image" Target="../media/image268.png"/><Relationship Id="rId57" Type="http://schemas.openxmlformats.org/officeDocument/2006/relationships/image" Target="../media/image289.png"/><Relationship Id="rId106" Type="http://schemas.openxmlformats.org/officeDocument/2006/relationships/image" Target="../media/image338.png"/><Relationship Id="rId127" Type="http://schemas.openxmlformats.org/officeDocument/2006/relationships/image" Target="../media/image359.png"/><Relationship Id="rId10" Type="http://schemas.openxmlformats.org/officeDocument/2006/relationships/image" Target="../media/image98.png"/><Relationship Id="rId31" Type="http://schemas.openxmlformats.org/officeDocument/2006/relationships/image" Target="../media/image263.png"/><Relationship Id="rId52" Type="http://schemas.openxmlformats.org/officeDocument/2006/relationships/image" Target="../media/image284.png"/><Relationship Id="rId73" Type="http://schemas.openxmlformats.org/officeDocument/2006/relationships/image" Target="../media/image305.png"/><Relationship Id="rId78" Type="http://schemas.openxmlformats.org/officeDocument/2006/relationships/image" Target="../media/image310.png"/><Relationship Id="rId94" Type="http://schemas.openxmlformats.org/officeDocument/2006/relationships/image" Target="../media/image326.png"/><Relationship Id="rId99" Type="http://schemas.openxmlformats.org/officeDocument/2006/relationships/image" Target="../media/image331.png"/><Relationship Id="rId101" Type="http://schemas.openxmlformats.org/officeDocument/2006/relationships/image" Target="../media/image333.png"/><Relationship Id="rId122" Type="http://schemas.openxmlformats.org/officeDocument/2006/relationships/image" Target="../media/image354.png"/><Relationship Id="rId143" Type="http://schemas.openxmlformats.org/officeDocument/2006/relationships/image" Target="../media/image375.png"/><Relationship Id="rId148" Type="http://schemas.openxmlformats.org/officeDocument/2006/relationships/image" Target="../media/image380.png"/><Relationship Id="rId164" Type="http://schemas.openxmlformats.org/officeDocument/2006/relationships/image" Target="../media/image396.png"/><Relationship Id="rId4" Type="http://schemas.openxmlformats.org/officeDocument/2006/relationships/image" Target="../media/image239.png"/><Relationship Id="rId9" Type="http://schemas.openxmlformats.org/officeDocument/2006/relationships/image" Target="../media/image243.png"/><Relationship Id="rId26" Type="http://schemas.openxmlformats.org/officeDocument/2006/relationships/image" Target="../media/image258.png"/><Relationship Id="rId47" Type="http://schemas.openxmlformats.org/officeDocument/2006/relationships/image" Target="../media/image279.png"/><Relationship Id="rId68" Type="http://schemas.openxmlformats.org/officeDocument/2006/relationships/image" Target="../media/image300.png"/><Relationship Id="rId89" Type="http://schemas.openxmlformats.org/officeDocument/2006/relationships/image" Target="../media/image321.png"/><Relationship Id="rId112" Type="http://schemas.openxmlformats.org/officeDocument/2006/relationships/image" Target="../media/image344.png"/><Relationship Id="rId133" Type="http://schemas.openxmlformats.org/officeDocument/2006/relationships/image" Target="../media/image365.png"/><Relationship Id="rId154" Type="http://schemas.openxmlformats.org/officeDocument/2006/relationships/image" Target="../media/image386.png"/><Relationship Id="rId16" Type="http://schemas.openxmlformats.org/officeDocument/2006/relationships/image" Target="../media/image248.png"/><Relationship Id="rId37" Type="http://schemas.openxmlformats.org/officeDocument/2006/relationships/image" Target="../media/image269.png"/><Relationship Id="rId58" Type="http://schemas.openxmlformats.org/officeDocument/2006/relationships/image" Target="../media/image290.png"/><Relationship Id="rId79" Type="http://schemas.openxmlformats.org/officeDocument/2006/relationships/image" Target="../media/image311.png"/><Relationship Id="rId102" Type="http://schemas.openxmlformats.org/officeDocument/2006/relationships/image" Target="../media/image334.png"/><Relationship Id="rId123" Type="http://schemas.openxmlformats.org/officeDocument/2006/relationships/image" Target="../media/image355.png"/><Relationship Id="rId144" Type="http://schemas.openxmlformats.org/officeDocument/2006/relationships/image" Target="../media/image376.png"/><Relationship Id="rId90" Type="http://schemas.openxmlformats.org/officeDocument/2006/relationships/image" Target="../media/image322.png"/><Relationship Id="rId27" Type="http://schemas.openxmlformats.org/officeDocument/2006/relationships/image" Target="../media/image259.png"/><Relationship Id="rId48" Type="http://schemas.openxmlformats.org/officeDocument/2006/relationships/image" Target="../media/image280.png"/><Relationship Id="rId69" Type="http://schemas.openxmlformats.org/officeDocument/2006/relationships/image" Target="../media/image301.png"/><Relationship Id="rId113" Type="http://schemas.openxmlformats.org/officeDocument/2006/relationships/image" Target="../media/image345.png"/><Relationship Id="rId134" Type="http://schemas.openxmlformats.org/officeDocument/2006/relationships/image" Target="../media/image366.png"/><Relationship Id="rId80" Type="http://schemas.openxmlformats.org/officeDocument/2006/relationships/image" Target="../media/image312.png"/><Relationship Id="rId155" Type="http://schemas.openxmlformats.org/officeDocument/2006/relationships/image" Target="../media/image387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0.png"/><Relationship Id="rId21" Type="http://schemas.openxmlformats.org/officeDocument/2006/relationships/image" Target="../media/image415.png"/><Relationship Id="rId42" Type="http://schemas.openxmlformats.org/officeDocument/2006/relationships/image" Target="../media/image436.png"/><Relationship Id="rId47" Type="http://schemas.openxmlformats.org/officeDocument/2006/relationships/image" Target="../media/image441.png"/><Relationship Id="rId63" Type="http://schemas.openxmlformats.org/officeDocument/2006/relationships/image" Target="../media/image457.png"/><Relationship Id="rId68" Type="http://schemas.openxmlformats.org/officeDocument/2006/relationships/image" Target="../media/image462.png"/><Relationship Id="rId16" Type="http://schemas.openxmlformats.org/officeDocument/2006/relationships/image" Target="../media/image410.png"/><Relationship Id="rId11" Type="http://schemas.openxmlformats.org/officeDocument/2006/relationships/image" Target="../media/image405.png"/><Relationship Id="rId32" Type="http://schemas.openxmlformats.org/officeDocument/2006/relationships/image" Target="../media/image426.png"/><Relationship Id="rId37" Type="http://schemas.openxmlformats.org/officeDocument/2006/relationships/image" Target="../media/image431.png"/><Relationship Id="rId53" Type="http://schemas.openxmlformats.org/officeDocument/2006/relationships/image" Target="../media/image447.png"/><Relationship Id="rId58" Type="http://schemas.openxmlformats.org/officeDocument/2006/relationships/image" Target="../media/image452.png"/><Relationship Id="rId74" Type="http://schemas.openxmlformats.org/officeDocument/2006/relationships/image" Target="../media/image468.png"/><Relationship Id="rId79" Type="http://schemas.openxmlformats.org/officeDocument/2006/relationships/image" Target="../media/image473.png"/><Relationship Id="rId5" Type="http://schemas.openxmlformats.org/officeDocument/2006/relationships/image" Target="../media/image400.png"/><Relationship Id="rId61" Type="http://schemas.openxmlformats.org/officeDocument/2006/relationships/image" Target="../media/image455.png"/><Relationship Id="rId82" Type="http://schemas.openxmlformats.org/officeDocument/2006/relationships/image" Target="../media/image476.png"/><Relationship Id="rId19" Type="http://schemas.openxmlformats.org/officeDocument/2006/relationships/image" Target="../media/image413.png"/><Relationship Id="rId14" Type="http://schemas.openxmlformats.org/officeDocument/2006/relationships/image" Target="../media/image408.png"/><Relationship Id="rId22" Type="http://schemas.openxmlformats.org/officeDocument/2006/relationships/image" Target="../media/image416.png"/><Relationship Id="rId27" Type="http://schemas.openxmlformats.org/officeDocument/2006/relationships/image" Target="../media/image421.png"/><Relationship Id="rId30" Type="http://schemas.openxmlformats.org/officeDocument/2006/relationships/image" Target="../media/image424.png"/><Relationship Id="rId35" Type="http://schemas.openxmlformats.org/officeDocument/2006/relationships/image" Target="../media/image429.png"/><Relationship Id="rId43" Type="http://schemas.openxmlformats.org/officeDocument/2006/relationships/image" Target="../media/image437.png"/><Relationship Id="rId48" Type="http://schemas.openxmlformats.org/officeDocument/2006/relationships/image" Target="../media/image442.png"/><Relationship Id="rId56" Type="http://schemas.openxmlformats.org/officeDocument/2006/relationships/image" Target="../media/image450.png"/><Relationship Id="rId64" Type="http://schemas.openxmlformats.org/officeDocument/2006/relationships/image" Target="../media/image458.png"/><Relationship Id="rId69" Type="http://schemas.openxmlformats.org/officeDocument/2006/relationships/image" Target="../media/image463.png"/><Relationship Id="rId77" Type="http://schemas.openxmlformats.org/officeDocument/2006/relationships/image" Target="../media/image471.png"/><Relationship Id="rId8" Type="http://schemas.openxmlformats.org/officeDocument/2006/relationships/image" Target="../media/image403.png"/><Relationship Id="rId51" Type="http://schemas.openxmlformats.org/officeDocument/2006/relationships/image" Target="../media/image445.png"/><Relationship Id="rId72" Type="http://schemas.openxmlformats.org/officeDocument/2006/relationships/image" Target="../media/image466.png"/><Relationship Id="rId80" Type="http://schemas.openxmlformats.org/officeDocument/2006/relationships/image" Target="../media/image474.png"/><Relationship Id="rId3" Type="http://schemas.openxmlformats.org/officeDocument/2006/relationships/image" Target="../media/image398.png"/><Relationship Id="rId12" Type="http://schemas.openxmlformats.org/officeDocument/2006/relationships/image" Target="../media/image406.png"/><Relationship Id="rId17" Type="http://schemas.openxmlformats.org/officeDocument/2006/relationships/image" Target="../media/image411.png"/><Relationship Id="rId25" Type="http://schemas.openxmlformats.org/officeDocument/2006/relationships/image" Target="../media/image419.png"/><Relationship Id="rId33" Type="http://schemas.openxmlformats.org/officeDocument/2006/relationships/image" Target="../media/image427.png"/><Relationship Id="rId38" Type="http://schemas.openxmlformats.org/officeDocument/2006/relationships/image" Target="../media/image432.png"/><Relationship Id="rId46" Type="http://schemas.openxmlformats.org/officeDocument/2006/relationships/image" Target="../media/image440.png"/><Relationship Id="rId59" Type="http://schemas.openxmlformats.org/officeDocument/2006/relationships/image" Target="../media/image453.png"/><Relationship Id="rId67" Type="http://schemas.openxmlformats.org/officeDocument/2006/relationships/image" Target="../media/image461.png"/><Relationship Id="rId20" Type="http://schemas.openxmlformats.org/officeDocument/2006/relationships/image" Target="../media/image414.png"/><Relationship Id="rId41" Type="http://schemas.openxmlformats.org/officeDocument/2006/relationships/image" Target="../media/image435.png"/><Relationship Id="rId54" Type="http://schemas.openxmlformats.org/officeDocument/2006/relationships/image" Target="../media/image448.png"/><Relationship Id="rId62" Type="http://schemas.openxmlformats.org/officeDocument/2006/relationships/image" Target="../media/image456.png"/><Relationship Id="rId70" Type="http://schemas.openxmlformats.org/officeDocument/2006/relationships/image" Target="../media/image464.png"/><Relationship Id="rId75" Type="http://schemas.openxmlformats.org/officeDocument/2006/relationships/image" Target="../media/image4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1.png"/><Relationship Id="rId15" Type="http://schemas.openxmlformats.org/officeDocument/2006/relationships/image" Target="../media/image409.png"/><Relationship Id="rId23" Type="http://schemas.openxmlformats.org/officeDocument/2006/relationships/image" Target="../media/image417.png"/><Relationship Id="rId28" Type="http://schemas.openxmlformats.org/officeDocument/2006/relationships/image" Target="../media/image422.png"/><Relationship Id="rId36" Type="http://schemas.openxmlformats.org/officeDocument/2006/relationships/image" Target="../media/image430.png"/><Relationship Id="rId49" Type="http://schemas.openxmlformats.org/officeDocument/2006/relationships/image" Target="../media/image443.png"/><Relationship Id="rId57" Type="http://schemas.openxmlformats.org/officeDocument/2006/relationships/image" Target="../media/image451.png"/><Relationship Id="rId10" Type="http://schemas.openxmlformats.org/officeDocument/2006/relationships/image" Target="../media/image404.png"/><Relationship Id="rId31" Type="http://schemas.openxmlformats.org/officeDocument/2006/relationships/image" Target="../media/image425.png"/><Relationship Id="rId44" Type="http://schemas.openxmlformats.org/officeDocument/2006/relationships/image" Target="../media/image438.png"/><Relationship Id="rId52" Type="http://schemas.openxmlformats.org/officeDocument/2006/relationships/image" Target="../media/image446.png"/><Relationship Id="rId60" Type="http://schemas.openxmlformats.org/officeDocument/2006/relationships/image" Target="../media/image454.png"/><Relationship Id="rId65" Type="http://schemas.openxmlformats.org/officeDocument/2006/relationships/image" Target="../media/image459.png"/><Relationship Id="rId73" Type="http://schemas.openxmlformats.org/officeDocument/2006/relationships/image" Target="../media/image467.png"/><Relationship Id="rId78" Type="http://schemas.openxmlformats.org/officeDocument/2006/relationships/image" Target="../media/image472.png"/><Relationship Id="rId81" Type="http://schemas.openxmlformats.org/officeDocument/2006/relationships/image" Target="../media/image475.png"/><Relationship Id="rId4" Type="http://schemas.openxmlformats.org/officeDocument/2006/relationships/image" Target="../media/image399.png"/><Relationship Id="rId9" Type="http://schemas.openxmlformats.org/officeDocument/2006/relationships/image" Target="../media/image132.png"/><Relationship Id="rId13" Type="http://schemas.openxmlformats.org/officeDocument/2006/relationships/image" Target="../media/image407.png"/><Relationship Id="rId18" Type="http://schemas.openxmlformats.org/officeDocument/2006/relationships/image" Target="../media/image412.png"/><Relationship Id="rId39" Type="http://schemas.openxmlformats.org/officeDocument/2006/relationships/image" Target="../media/image433.png"/><Relationship Id="rId34" Type="http://schemas.openxmlformats.org/officeDocument/2006/relationships/image" Target="../media/image428.png"/><Relationship Id="rId50" Type="http://schemas.openxmlformats.org/officeDocument/2006/relationships/image" Target="../media/image444.png"/><Relationship Id="rId55" Type="http://schemas.openxmlformats.org/officeDocument/2006/relationships/image" Target="../media/image449.png"/><Relationship Id="rId76" Type="http://schemas.openxmlformats.org/officeDocument/2006/relationships/image" Target="../media/image470.png"/><Relationship Id="rId7" Type="http://schemas.openxmlformats.org/officeDocument/2006/relationships/image" Target="../media/image402.png"/><Relationship Id="rId71" Type="http://schemas.openxmlformats.org/officeDocument/2006/relationships/image" Target="../media/image465.png"/><Relationship Id="rId2" Type="http://schemas.openxmlformats.org/officeDocument/2006/relationships/image" Target="../media/image397.png"/><Relationship Id="rId29" Type="http://schemas.openxmlformats.org/officeDocument/2006/relationships/image" Target="../media/image423.png"/><Relationship Id="rId24" Type="http://schemas.openxmlformats.org/officeDocument/2006/relationships/image" Target="../media/image418.png"/><Relationship Id="rId40" Type="http://schemas.openxmlformats.org/officeDocument/2006/relationships/image" Target="../media/image434.png"/><Relationship Id="rId45" Type="http://schemas.openxmlformats.org/officeDocument/2006/relationships/image" Target="../media/image439.png"/><Relationship Id="rId66" Type="http://schemas.openxmlformats.org/officeDocument/2006/relationships/image" Target="../media/image46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5.png"/><Relationship Id="rId21" Type="http://schemas.openxmlformats.org/officeDocument/2006/relationships/image" Target="../media/image490.png"/><Relationship Id="rId42" Type="http://schemas.openxmlformats.org/officeDocument/2006/relationships/image" Target="../media/image510.png"/><Relationship Id="rId63" Type="http://schemas.openxmlformats.org/officeDocument/2006/relationships/image" Target="../media/image531.png"/><Relationship Id="rId84" Type="http://schemas.openxmlformats.org/officeDocument/2006/relationships/image" Target="../media/image552.png"/><Relationship Id="rId138" Type="http://schemas.openxmlformats.org/officeDocument/2006/relationships/image" Target="../media/image606.png"/><Relationship Id="rId107" Type="http://schemas.openxmlformats.org/officeDocument/2006/relationships/image" Target="../media/image575.png"/><Relationship Id="rId11" Type="http://schemas.openxmlformats.org/officeDocument/2006/relationships/image" Target="../media/image483.png"/><Relationship Id="rId32" Type="http://schemas.openxmlformats.org/officeDocument/2006/relationships/image" Target="../media/image501.png"/><Relationship Id="rId37" Type="http://schemas.openxmlformats.org/officeDocument/2006/relationships/image" Target="../media/image505.png"/><Relationship Id="rId53" Type="http://schemas.openxmlformats.org/officeDocument/2006/relationships/image" Target="../media/image521.png"/><Relationship Id="rId58" Type="http://schemas.openxmlformats.org/officeDocument/2006/relationships/image" Target="../media/image526.png"/><Relationship Id="rId74" Type="http://schemas.openxmlformats.org/officeDocument/2006/relationships/image" Target="../media/image542.png"/><Relationship Id="rId79" Type="http://schemas.openxmlformats.org/officeDocument/2006/relationships/image" Target="../media/image547.png"/><Relationship Id="rId102" Type="http://schemas.openxmlformats.org/officeDocument/2006/relationships/image" Target="../media/image570.png"/><Relationship Id="rId123" Type="http://schemas.openxmlformats.org/officeDocument/2006/relationships/image" Target="../media/image591.png"/><Relationship Id="rId128" Type="http://schemas.openxmlformats.org/officeDocument/2006/relationships/image" Target="../media/image596.png"/><Relationship Id="rId144" Type="http://schemas.openxmlformats.org/officeDocument/2006/relationships/image" Target="../media/image612.png"/><Relationship Id="rId5" Type="http://schemas.openxmlformats.org/officeDocument/2006/relationships/image" Target="../media/image480.png"/><Relationship Id="rId90" Type="http://schemas.openxmlformats.org/officeDocument/2006/relationships/image" Target="../media/image558.png"/><Relationship Id="rId95" Type="http://schemas.openxmlformats.org/officeDocument/2006/relationships/image" Target="../media/image563.png"/><Relationship Id="rId22" Type="http://schemas.openxmlformats.org/officeDocument/2006/relationships/image" Target="../media/image491.png"/><Relationship Id="rId27" Type="http://schemas.openxmlformats.org/officeDocument/2006/relationships/image" Target="../media/image496.png"/><Relationship Id="rId43" Type="http://schemas.openxmlformats.org/officeDocument/2006/relationships/image" Target="../media/image511.png"/><Relationship Id="rId48" Type="http://schemas.openxmlformats.org/officeDocument/2006/relationships/image" Target="../media/image516.png"/><Relationship Id="rId64" Type="http://schemas.openxmlformats.org/officeDocument/2006/relationships/image" Target="../media/image532.png"/><Relationship Id="rId69" Type="http://schemas.openxmlformats.org/officeDocument/2006/relationships/image" Target="../media/image537.png"/><Relationship Id="rId113" Type="http://schemas.openxmlformats.org/officeDocument/2006/relationships/image" Target="../media/image581.png"/><Relationship Id="rId118" Type="http://schemas.openxmlformats.org/officeDocument/2006/relationships/image" Target="../media/image586.png"/><Relationship Id="rId134" Type="http://schemas.openxmlformats.org/officeDocument/2006/relationships/image" Target="../media/image602.png"/><Relationship Id="rId139" Type="http://schemas.openxmlformats.org/officeDocument/2006/relationships/image" Target="../media/image607.png"/><Relationship Id="rId80" Type="http://schemas.openxmlformats.org/officeDocument/2006/relationships/image" Target="../media/image548.png"/><Relationship Id="rId85" Type="http://schemas.openxmlformats.org/officeDocument/2006/relationships/image" Target="../media/image553.png"/><Relationship Id="rId12" Type="http://schemas.openxmlformats.org/officeDocument/2006/relationships/image" Target="../media/image143.png"/><Relationship Id="rId17" Type="http://schemas.openxmlformats.org/officeDocument/2006/relationships/image" Target="../media/image486.png"/><Relationship Id="rId33" Type="http://schemas.openxmlformats.org/officeDocument/2006/relationships/image" Target="../media/image197.png"/><Relationship Id="rId38" Type="http://schemas.openxmlformats.org/officeDocument/2006/relationships/image" Target="../media/image506.png"/><Relationship Id="rId59" Type="http://schemas.openxmlformats.org/officeDocument/2006/relationships/image" Target="../media/image527.png"/><Relationship Id="rId103" Type="http://schemas.openxmlformats.org/officeDocument/2006/relationships/image" Target="../media/image571.png"/><Relationship Id="rId108" Type="http://schemas.openxmlformats.org/officeDocument/2006/relationships/image" Target="../media/image576.png"/><Relationship Id="rId124" Type="http://schemas.openxmlformats.org/officeDocument/2006/relationships/image" Target="../media/image592.png"/><Relationship Id="rId129" Type="http://schemas.openxmlformats.org/officeDocument/2006/relationships/image" Target="../media/image597.png"/><Relationship Id="rId54" Type="http://schemas.openxmlformats.org/officeDocument/2006/relationships/image" Target="../media/image522.png"/><Relationship Id="rId70" Type="http://schemas.openxmlformats.org/officeDocument/2006/relationships/image" Target="../media/image538.png"/><Relationship Id="rId75" Type="http://schemas.openxmlformats.org/officeDocument/2006/relationships/image" Target="../media/image543.png"/><Relationship Id="rId91" Type="http://schemas.openxmlformats.org/officeDocument/2006/relationships/image" Target="../media/image559.png"/><Relationship Id="rId96" Type="http://schemas.openxmlformats.org/officeDocument/2006/relationships/image" Target="../media/image564.png"/><Relationship Id="rId140" Type="http://schemas.openxmlformats.org/officeDocument/2006/relationships/image" Target="../media/image60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1.png"/><Relationship Id="rId23" Type="http://schemas.openxmlformats.org/officeDocument/2006/relationships/image" Target="../media/image492.png"/><Relationship Id="rId28" Type="http://schemas.openxmlformats.org/officeDocument/2006/relationships/image" Target="../media/image497.png"/><Relationship Id="rId49" Type="http://schemas.openxmlformats.org/officeDocument/2006/relationships/image" Target="../media/image517.png"/><Relationship Id="rId114" Type="http://schemas.openxmlformats.org/officeDocument/2006/relationships/image" Target="../media/image582.png"/><Relationship Id="rId119" Type="http://schemas.openxmlformats.org/officeDocument/2006/relationships/image" Target="../media/image587.png"/><Relationship Id="rId44" Type="http://schemas.openxmlformats.org/officeDocument/2006/relationships/image" Target="../media/image512.png"/><Relationship Id="rId60" Type="http://schemas.openxmlformats.org/officeDocument/2006/relationships/image" Target="../media/image528.png"/><Relationship Id="rId65" Type="http://schemas.openxmlformats.org/officeDocument/2006/relationships/image" Target="../media/image533.png"/><Relationship Id="rId81" Type="http://schemas.openxmlformats.org/officeDocument/2006/relationships/image" Target="../media/image549.png"/><Relationship Id="rId86" Type="http://schemas.openxmlformats.org/officeDocument/2006/relationships/image" Target="../media/image554.png"/><Relationship Id="rId130" Type="http://schemas.openxmlformats.org/officeDocument/2006/relationships/image" Target="../media/image598.png"/><Relationship Id="rId135" Type="http://schemas.openxmlformats.org/officeDocument/2006/relationships/image" Target="../media/image603.png"/><Relationship Id="rId13" Type="http://schemas.openxmlformats.org/officeDocument/2006/relationships/image" Target="../media/image245.png"/><Relationship Id="rId18" Type="http://schemas.openxmlformats.org/officeDocument/2006/relationships/image" Target="../media/image487.png"/><Relationship Id="rId39" Type="http://schemas.openxmlformats.org/officeDocument/2006/relationships/image" Target="../media/image507.png"/><Relationship Id="rId109" Type="http://schemas.openxmlformats.org/officeDocument/2006/relationships/image" Target="../media/image577.png"/><Relationship Id="rId34" Type="http://schemas.openxmlformats.org/officeDocument/2006/relationships/image" Target="../media/image502.png"/><Relationship Id="rId50" Type="http://schemas.openxmlformats.org/officeDocument/2006/relationships/image" Target="../media/image518.png"/><Relationship Id="rId55" Type="http://schemas.openxmlformats.org/officeDocument/2006/relationships/image" Target="../media/image523.png"/><Relationship Id="rId76" Type="http://schemas.openxmlformats.org/officeDocument/2006/relationships/image" Target="../media/image544.png"/><Relationship Id="rId97" Type="http://schemas.openxmlformats.org/officeDocument/2006/relationships/image" Target="../media/image565.png"/><Relationship Id="rId104" Type="http://schemas.openxmlformats.org/officeDocument/2006/relationships/image" Target="../media/image572.png"/><Relationship Id="rId120" Type="http://schemas.openxmlformats.org/officeDocument/2006/relationships/image" Target="../media/image588.png"/><Relationship Id="rId125" Type="http://schemas.openxmlformats.org/officeDocument/2006/relationships/image" Target="../media/image593.png"/><Relationship Id="rId141" Type="http://schemas.openxmlformats.org/officeDocument/2006/relationships/image" Target="../media/image609.png"/><Relationship Id="rId7" Type="http://schemas.openxmlformats.org/officeDocument/2006/relationships/image" Target="../media/image482.png"/><Relationship Id="rId71" Type="http://schemas.openxmlformats.org/officeDocument/2006/relationships/image" Target="../media/image539.png"/><Relationship Id="rId92" Type="http://schemas.openxmlformats.org/officeDocument/2006/relationships/image" Target="../media/image560.png"/><Relationship Id="rId2" Type="http://schemas.openxmlformats.org/officeDocument/2006/relationships/image" Target="../media/image477.png"/><Relationship Id="rId29" Type="http://schemas.openxmlformats.org/officeDocument/2006/relationships/image" Target="../media/image498.png"/><Relationship Id="rId24" Type="http://schemas.openxmlformats.org/officeDocument/2006/relationships/image" Target="../media/image493.png"/><Relationship Id="rId40" Type="http://schemas.openxmlformats.org/officeDocument/2006/relationships/image" Target="../media/image508.png"/><Relationship Id="rId45" Type="http://schemas.openxmlformats.org/officeDocument/2006/relationships/image" Target="../media/image513.png"/><Relationship Id="rId66" Type="http://schemas.openxmlformats.org/officeDocument/2006/relationships/image" Target="../media/image534.png"/><Relationship Id="rId87" Type="http://schemas.openxmlformats.org/officeDocument/2006/relationships/image" Target="../media/image555.png"/><Relationship Id="rId110" Type="http://schemas.openxmlformats.org/officeDocument/2006/relationships/image" Target="../media/image578.png"/><Relationship Id="rId115" Type="http://schemas.openxmlformats.org/officeDocument/2006/relationships/image" Target="../media/image583.png"/><Relationship Id="rId131" Type="http://schemas.openxmlformats.org/officeDocument/2006/relationships/image" Target="../media/image599.png"/><Relationship Id="rId136" Type="http://schemas.openxmlformats.org/officeDocument/2006/relationships/image" Target="../media/image604.png"/><Relationship Id="rId61" Type="http://schemas.openxmlformats.org/officeDocument/2006/relationships/image" Target="../media/image529.png"/><Relationship Id="rId82" Type="http://schemas.openxmlformats.org/officeDocument/2006/relationships/image" Target="../media/image550.png"/><Relationship Id="rId19" Type="http://schemas.openxmlformats.org/officeDocument/2006/relationships/image" Target="../media/image488.png"/><Relationship Id="rId14" Type="http://schemas.openxmlformats.org/officeDocument/2006/relationships/image" Target="../media/image246.png"/><Relationship Id="rId30" Type="http://schemas.openxmlformats.org/officeDocument/2006/relationships/image" Target="../media/image499.png"/><Relationship Id="rId35" Type="http://schemas.openxmlformats.org/officeDocument/2006/relationships/image" Target="../media/image503.png"/><Relationship Id="rId56" Type="http://schemas.openxmlformats.org/officeDocument/2006/relationships/image" Target="../media/image524.png"/><Relationship Id="rId77" Type="http://schemas.openxmlformats.org/officeDocument/2006/relationships/image" Target="../media/image545.png"/><Relationship Id="rId100" Type="http://schemas.openxmlformats.org/officeDocument/2006/relationships/image" Target="../media/image568.png"/><Relationship Id="rId105" Type="http://schemas.openxmlformats.org/officeDocument/2006/relationships/image" Target="../media/image573.png"/><Relationship Id="rId126" Type="http://schemas.openxmlformats.org/officeDocument/2006/relationships/image" Target="../media/image594.png"/><Relationship Id="rId8" Type="http://schemas.openxmlformats.org/officeDocument/2006/relationships/image" Target="../media/image132.png"/><Relationship Id="rId51" Type="http://schemas.openxmlformats.org/officeDocument/2006/relationships/image" Target="../media/image519.png"/><Relationship Id="rId72" Type="http://schemas.openxmlformats.org/officeDocument/2006/relationships/image" Target="../media/image540.png"/><Relationship Id="rId93" Type="http://schemas.openxmlformats.org/officeDocument/2006/relationships/image" Target="../media/image561.png"/><Relationship Id="rId98" Type="http://schemas.openxmlformats.org/officeDocument/2006/relationships/image" Target="../media/image566.png"/><Relationship Id="rId121" Type="http://schemas.openxmlformats.org/officeDocument/2006/relationships/image" Target="../media/image589.png"/><Relationship Id="rId142" Type="http://schemas.openxmlformats.org/officeDocument/2006/relationships/image" Target="../media/image610.png"/><Relationship Id="rId3" Type="http://schemas.openxmlformats.org/officeDocument/2006/relationships/image" Target="../media/image478.png"/><Relationship Id="rId25" Type="http://schemas.openxmlformats.org/officeDocument/2006/relationships/image" Target="../media/image494.png"/><Relationship Id="rId46" Type="http://schemas.openxmlformats.org/officeDocument/2006/relationships/image" Target="../media/image514.png"/><Relationship Id="rId67" Type="http://schemas.openxmlformats.org/officeDocument/2006/relationships/image" Target="../media/image535.png"/><Relationship Id="rId116" Type="http://schemas.openxmlformats.org/officeDocument/2006/relationships/image" Target="../media/image584.png"/><Relationship Id="rId137" Type="http://schemas.openxmlformats.org/officeDocument/2006/relationships/image" Target="../media/image605.png"/><Relationship Id="rId20" Type="http://schemas.openxmlformats.org/officeDocument/2006/relationships/image" Target="../media/image489.png"/><Relationship Id="rId41" Type="http://schemas.openxmlformats.org/officeDocument/2006/relationships/image" Target="../media/image509.png"/><Relationship Id="rId62" Type="http://schemas.openxmlformats.org/officeDocument/2006/relationships/image" Target="../media/image530.png"/><Relationship Id="rId83" Type="http://schemas.openxmlformats.org/officeDocument/2006/relationships/image" Target="../media/image551.png"/><Relationship Id="rId88" Type="http://schemas.openxmlformats.org/officeDocument/2006/relationships/image" Target="../media/image556.png"/><Relationship Id="rId111" Type="http://schemas.openxmlformats.org/officeDocument/2006/relationships/image" Target="../media/image579.png"/><Relationship Id="rId132" Type="http://schemas.openxmlformats.org/officeDocument/2006/relationships/image" Target="../media/image600.png"/><Relationship Id="rId15" Type="http://schemas.openxmlformats.org/officeDocument/2006/relationships/image" Target="../media/image484.png"/><Relationship Id="rId36" Type="http://schemas.openxmlformats.org/officeDocument/2006/relationships/image" Target="../media/image504.png"/><Relationship Id="rId57" Type="http://schemas.openxmlformats.org/officeDocument/2006/relationships/image" Target="../media/image525.png"/><Relationship Id="rId106" Type="http://schemas.openxmlformats.org/officeDocument/2006/relationships/image" Target="../media/image574.png"/><Relationship Id="rId127" Type="http://schemas.openxmlformats.org/officeDocument/2006/relationships/image" Target="../media/image595.png"/><Relationship Id="rId10" Type="http://schemas.openxmlformats.org/officeDocument/2006/relationships/image" Target="../media/image98.png"/><Relationship Id="rId31" Type="http://schemas.openxmlformats.org/officeDocument/2006/relationships/image" Target="../media/image500.png"/><Relationship Id="rId52" Type="http://schemas.openxmlformats.org/officeDocument/2006/relationships/image" Target="../media/image520.png"/><Relationship Id="rId73" Type="http://schemas.openxmlformats.org/officeDocument/2006/relationships/image" Target="../media/image541.png"/><Relationship Id="rId78" Type="http://schemas.openxmlformats.org/officeDocument/2006/relationships/image" Target="../media/image546.png"/><Relationship Id="rId94" Type="http://schemas.openxmlformats.org/officeDocument/2006/relationships/image" Target="../media/image562.png"/><Relationship Id="rId99" Type="http://schemas.openxmlformats.org/officeDocument/2006/relationships/image" Target="../media/image567.png"/><Relationship Id="rId101" Type="http://schemas.openxmlformats.org/officeDocument/2006/relationships/image" Target="../media/image569.png"/><Relationship Id="rId122" Type="http://schemas.openxmlformats.org/officeDocument/2006/relationships/image" Target="../media/image590.png"/><Relationship Id="rId143" Type="http://schemas.openxmlformats.org/officeDocument/2006/relationships/image" Target="../media/image611.png"/><Relationship Id="rId4" Type="http://schemas.openxmlformats.org/officeDocument/2006/relationships/image" Target="../media/image479.png"/><Relationship Id="rId9" Type="http://schemas.openxmlformats.org/officeDocument/2006/relationships/image" Target="../media/image243.png"/><Relationship Id="rId26" Type="http://schemas.openxmlformats.org/officeDocument/2006/relationships/image" Target="../media/image495.png"/><Relationship Id="rId47" Type="http://schemas.openxmlformats.org/officeDocument/2006/relationships/image" Target="../media/image515.png"/><Relationship Id="rId68" Type="http://schemas.openxmlformats.org/officeDocument/2006/relationships/image" Target="../media/image536.png"/><Relationship Id="rId89" Type="http://schemas.openxmlformats.org/officeDocument/2006/relationships/image" Target="../media/image557.png"/><Relationship Id="rId112" Type="http://schemas.openxmlformats.org/officeDocument/2006/relationships/image" Target="../media/image580.png"/><Relationship Id="rId133" Type="http://schemas.openxmlformats.org/officeDocument/2006/relationships/image" Target="../media/image601.png"/><Relationship Id="rId16" Type="http://schemas.openxmlformats.org/officeDocument/2006/relationships/image" Target="../media/image48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23.png"/><Relationship Id="rId21" Type="http://schemas.openxmlformats.org/officeDocument/2006/relationships/image" Target="../media/image630.png"/><Relationship Id="rId42" Type="http://schemas.openxmlformats.org/officeDocument/2006/relationships/image" Target="../media/image650.png"/><Relationship Id="rId63" Type="http://schemas.openxmlformats.org/officeDocument/2006/relationships/image" Target="../media/image670.png"/><Relationship Id="rId84" Type="http://schemas.openxmlformats.org/officeDocument/2006/relationships/image" Target="../media/image690.png"/><Relationship Id="rId138" Type="http://schemas.openxmlformats.org/officeDocument/2006/relationships/image" Target="../media/image744.png"/><Relationship Id="rId107" Type="http://schemas.openxmlformats.org/officeDocument/2006/relationships/image" Target="../media/image713.png"/><Relationship Id="rId11" Type="http://schemas.openxmlformats.org/officeDocument/2006/relationships/image" Target="../media/image243.png"/><Relationship Id="rId32" Type="http://schemas.openxmlformats.org/officeDocument/2006/relationships/image" Target="../media/image641.png"/><Relationship Id="rId53" Type="http://schemas.openxmlformats.org/officeDocument/2006/relationships/image" Target="../media/image661.png"/><Relationship Id="rId74" Type="http://schemas.openxmlformats.org/officeDocument/2006/relationships/image" Target="../media/image680.png"/><Relationship Id="rId128" Type="http://schemas.openxmlformats.org/officeDocument/2006/relationships/image" Target="../media/image734.png"/><Relationship Id="rId5" Type="http://schemas.openxmlformats.org/officeDocument/2006/relationships/image" Target="../media/image617.png"/><Relationship Id="rId90" Type="http://schemas.openxmlformats.org/officeDocument/2006/relationships/image" Target="../media/image696.png"/><Relationship Id="rId95" Type="http://schemas.openxmlformats.org/officeDocument/2006/relationships/image" Target="../media/image701.png"/><Relationship Id="rId22" Type="http://schemas.openxmlformats.org/officeDocument/2006/relationships/image" Target="../media/image631.png"/><Relationship Id="rId27" Type="http://schemas.openxmlformats.org/officeDocument/2006/relationships/image" Target="../media/image636.png"/><Relationship Id="rId43" Type="http://schemas.openxmlformats.org/officeDocument/2006/relationships/image" Target="../media/image651.png"/><Relationship Id="rId48" Type="http://schemas.openxmlformats.org/officeDocument/2006/relationships/image" Target="../media/image656.png"/><Relationship Id="rId64" Type="http://schemas.openxmlformats.org/officeDocument/2006/relationships/image" Target="../media/image301.png"/><Relationship Id="rId69" Type="http://schemas.openxmlformats.org/officeDocument/2006/relationships/image" Target="../media/image675.png"/><Relationship Id="rId113" Type="http://schemas.openxmlformats.org/officeDocument/2006/relationships/image" Target="../media/image719.png"/><Relationship Id="rId118" Type="http://schemas.openxmlformats.org/officeDocument/2006/relationships/image" Target="../media/image724.png"/><Relationship Id="rId134" Type="http://schemas.openxmlformats.org/officeDocument/2006/relationships/image" Target="../media/image740.png"/><Relationship Id="rId139" Type="http://schemas.openxmlformats.org/officeDocument/2006/relationships/image" Target="../media/image745.png"/><Relationship Id="rId80" Type="http://schemas.openxmlformats.org/officeDocument/2006/relationships/image" Target="../media/image686.png"/><Relationship Id="rId85" Type="http://schemas.openxmlformats.org/officeDocument/2006/relationships/image" Target="../media/image691.png"/><Relationship Id="rId12" Type="http://schemas.openxmlformats.org/officeDocument/2006/relationships/image" Target="../media/image622.png"/><Relationship Id="rId17" Type="http://schemas.openxmlformats.org/officeDocument/2006/relationships/image" Target="../media/image626.png"/><Relationship Id="rId33" Type="http://schemas.openxmlformats.org/officeDocument/2006/relationships/image" Target="../media/image642.png"/><Relationship Id="rId38" Type="http://schemas.openxmlformats.org/officeDocument/2006/relationships/image" Target="../media/image647.png"/><Relationship Id="rId59" Type="http://schemas.openxmlformats.org/officeDocument/2006/relationships/image" Target="../media/image667.png"/><Relationship Id="rId103" Type="http://schemas.openxmlformats.org/officeDocument/2006/relationships/image" Target="../media/image709.png"/><Relationship Id="rId108" Type="http://schemas.openxmlformats.org/officeDocument/2006/relationships/image" Target="../media/image714.png"/><Relationship Id="rId124" Type="http://schemas.openxmlformats.org/officeDocument/2006/relationships/image" Target="../media/image730.png"/><Relationship Id="rId129" Type="http://schemas.openxmlformats.org/officeDocument/2006/relationships/image" Target="../media/image735.png"/><Relationship Id="rId54" Type="http://schemas.openxmlformats.org/officeDocument/2006/relationships/image" Target="../media/image662.png"/><Relationship Id="rId70" Type="http://schemas.openxmlformats.org/officeDocument/2006/relationships/image" Target="../media/image676.png"/><Relationship Id="rId75" Type="http://schemas.openxmlformats.org/officeDocument/2006/relationships/image" Target="../media/image681.png"/><Relationship Id="rId91" Type="http://schemas.openxmlformats.org/officeDocument/2006/relationships/image" Target="../media/image697.png"/><Relationship Id="rId96" Type="http://schemas.openxmlformats.org/officeDocument/2006/relationships/image" Target="../media/image702.png"/><Relationship Id="rId140" Type="http://schemas.openxmlformats.org/officeDocument/2006/relationships/image" Target="../media/image746.png"/><Relationship Id="rId145" Type="http://schemas.openxmlformats.org/officeDocument/2006/relationships/image" Target="../media/image7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8.png"/><Relationship Id="rId23" Type="http://schemas.openxmlformats.org/officeDocument/2006/relationships/image" Target="../media/image632.png"/><Relationship Id="rId28" Type="http://schemas.openxmlformats.org/officeDocument/2006/relationships/image" Target="../media/image637.png"/><Relationship Id="rId49" Type="http://schemas.openxmlformats.org/officeDocument/2006/relationships/image" Target="../media/image657.png"/><Relationship Id="rId114" Type="http://schemas.openxmlformats.org/officeDocument/2006/relationships/image" Target="../media/image720.png"/><Relationship Id="rId119" Type="http://schemas.openxmlformats.org/officeDocument/2006/relationships/image" Target="../media/image725.png"/><Relationship Id="rId44" Type="http://schemas.openxmlformats.org/officeDocument/2006/relationships/image" Target="../media/image652.png"/><Relationship Id="rId60" Type="http://schemas.openxmlformats.org/officeDocument/2006/relationships/image" Target="../media/image668.png"/><Relationship Id="rId65" Type="http://schemas.openxmlformats.org/officeDocument/2006/relationships/image" Target="../media/image671.png"/><Relationship Id="rId81" Type="http://schemas.openxmlformats.org/officeDocument/2006/relationships/image" Target="../media/image687.png"/><Relationship Id="rId86" Type="http://schemas.openxmlformats.org/officeDocument/2006/relationships/image" Target="../media/image692.png"/><Relationship Id="rId130" Type="http://schemas.openxmlformats.org/officeDocument/2006/relationships/image" Target="../media/image736.png"/><Relationship Id="rId135" Type="http://schemas.openxmlformats.org/officeDocument/2006/relationships/image" Target="../media/image741.png"/><Relationship Id="rId13" Type="http://schemas.openxmlformats.org/officeDocument/2006/relationships/image" Target="../media/image623.png"/><Relationship Id="rId18" Type="http://schemas.openxmlformats.org/officeDocument/2006/relationships/image" Target="../media/image627.png"/><Relationship Id="rId39" Type="http://schemas.openxmlformats.org/officeDocument/2006/relationships/image" Target="../media/image648.png"/><Relationship Id="rId109" Type="http://schemas.openxmlformats.org/officeDocument/2006/relationships/image" Target="../media/image715.png"/><Relationship Id="rId34" Type="http://schemas.openxmlformats.org/officeDocument/2006/relationships/image" Target="../media/image643.png"/><Relationship Id="rId50" Type="http://schemas.openxmlformats.org/officeDocument/2006/relationships/image" Target="../media/image658.png"/><Relationship Id="rId55" Type="http://schemas.openxmlformats.org/officeDocument/2006/relationships/image" Target="../media/image663.png"/><Relationship Id="rId76" Type="http://schemas.openxmlformats.org/officeDocument/2006/relationships/image" Target="../media/image682.png"/><Relationship Id="rId97" Type="http://schemas.openxmlformats.org/officeDocument/2006/relationships/image" Target="../media/image703.png"/><Relationship Id="rId104" Type="http://schemas.openxmlformats.org/officeDocument/2006/relationships/image" Target="../media/image710.png"/><Relationship Id="rId120" Type="http://schemas.openxmlformats.org/officeDocument/2006/relationships/image" Target="../media/image726.png"/><Relationship Id="rId125" Type="http://schemas.openxmlformats.org/officeDocument/2006/relationships/image" Target="../media/image731.png"/><Relationship Id="rId141" Type="http://schemas.openxmlformats.org/officeDocument/2006/relationships/image" Target="../media/image747.png"/><Relationship Id="rId146" Type="http://schemas.openxmlformats.org/officeDocument/2006/relationships/image" Target="../media/image752.png"/><Relationship Id="rId7" Type="http://schemas.openxmlformats.org/officeDocument/2006/relationships/image" Target="../media/image619.png"/><Relationship Id="rId71" Type="http://schemas.openxmlformats.org/officeDocument/2006/relationships/image" Target="../media/image677.png"/><Relationship Id="rId92" Type="http://schemas.openxmlformats.org/officeDocument/2006/relationships/image" Target="../media/image698.png"/><Relationship Id="rId2" Type="http://schemas.openxmlformats.org/officeDocument/2006/relationships/image" Target="../media/image614.png"/><Relationship Id="rId29" Type="http://schemas.openxmlformats.org/officeDocument/2006/relationships/image" Target="../media/image638.png"/><Relationship Id="rId24" Type="http://schemas.openxmlformats.org/officeDocument/2006/relationships/image" Target="../media/image633.png"/><Relationship Id="rId40" Type="http://schemas.openxmlformats.org/officeDocument/2006/relationships/image" Target="../media/image567.png"/><Relationship Id="rId45" Type="http://schemas.openxmlformats.org/officeDocument/2006/relationships/image" Target="../media/image653.png"/><Relationship Id="rId66" Type="http://schemas.openxmlformats.org/officeDocument/2006/relationships/image" Target="../media/image672.png"/><Relationship Id="rId87" Type="http://schemas.openxmlformats.org/officeDocument/2006/relationships/image" Target="../media/image693.png"/><Relationship Id="rId110" Type="http://schemas.openxmlformats.org/officeDocument/2006/relationships/image" Target="../media/image716.png"/><Relationship Id="rId115" Type="http://schemas.openxmlformats.org/officeDocument/2006/relationships/image" Target="../media/image721.png"/><Relationship Id="rId131" Type="http://schemas.openxmlformats.org/officeDocument/2006/relationships/image" Target="../media/image737.png"/><Relationship Id="rId136" Type="http://schemas.openxmlformats.org/officeDocument/2006/relationships/image" Target="../media/image742.png"/><Relationship Id="rId61" Type="http://schemas.openxmlformats.org/officeDocument/2006/relationships/image" Target="../media/image669.png"/><Relationship Id="rId82" Type="http://schemas.openxmlformats.org/officeDocument/2006/relationships/image" Target="../media/image688.png"/><Relationship Id="rId19" Type="http://schemas.openxmlformats.org/officeDocument/2006/relationships/image" Target="../media/image628.png"/><Relationship Id="rId14" Type="http://schemas.openxmlformats.org/officeDocument/2006/relationships/image" Target="../media/image143.png"/><Relationship Id="rId30" Type="http://schemas.openxmlformats.org/officeDocument/2006/relationships/image" Target="../media/image639.png"/><Relationship Id="rId35" Type="http://schemas.openxmlformats.org/officeDocument/2006/relationships/image" Target="../media/image644.png"/><Relationship Id="rId56" Type="http://schemas.openxmlformats.org/officeDocument/2006/relationships/image" Target="../media/image664.png"/><Relationship Id="rId77" Type="http://schemas.openxmlformats.org/officeDocument/2006/relationships/image" Target="../media/image683.png"/><Relationship Id="rId100" Type="http://schemas.openxmlformats.org/officeDocument/2006/relationships/image" Target="../media/image706.png"/><Relationship Id="rId105" Type="http://schemas.openxmlformats.org/officeDocument/2006/relationships/image" Target="../media/image711.png"/><Relationship Id="rId126" Type="http://schemas.openxmlformats.org/officeDocument/2006/relationships/image" Target="../media/image732.png"/><Relationship Id="rId147" Type="http://schemas.openxmlformats.org/officeDocument/2006/relationships/image" Target="../media/image753.png"/><Relationship Id="rId8" Type="http://schemas.openxmlformats.org/officeDocument/2006/relationships/image" Target="../media/image620.png"/><Relationship Id="rId51" Type="http://schemas.openxmlformats.org/officeDocument/2006/relationships/image" Target="../media/image659.png"/><Relationship Id="rId72" Type="http://schemas.openxmlformats.org/officeDocument/2006/relationships/image" Target="../media/image678.png"/><Relationship Id="rId93" Type="http://schemas.openxmlformats.org/officeDocument/2006/relationships/image" Target="../media/image699.png"/><Relationship Id="rId98" Type="http://schemas.openxmlformats.org/officeDocument/2006/relationships/image" Target="../media/image704.png"/><Relationship Id="rId121" Type="http://schemas.openxmlformats.org/officeDocument/2006/relationships/image" Target="../media/image727.png"/><Relationship Id="rId142" Type="http://schemas.openxmlformats.org/officeDocument/2006/relationships/image" Target="../media/image748.png"/><Relationship Id="rId3" Type="http://schemas.openxmlformats.org/officeDocument/2006/relationships/image" Target="../media/image615.png"/><Relationship Id="rId25" Type="http://schemas.openxmlformats.org/officeDocument/2006/relationships/image" Target="../media/image634.png"/><Relationship Id="rId46" Type="http://schemas.openxmlformats.org/officeDocument/2006/relationships/image" Target="../media/image654.png"/><Relationship Id="rId67" Type="http://schemas.openxmlformats.org/officeDocument/2006/relationships/image" Target="../media/image673.png"/><Relationship Id="rId116" Type="http://schemas.openxmlformats.org/officeDocument/2006/relationships/image" Target="../media/image722.png"/><Relationship Id="rId137" Type="http://schemas.openxmlformats.org/officeDocument/2006/relationships/image" Target="../media/image743.png"/><Relationship Id="rId20" Type="http://schemas.openxmlformats.org/officeDocument/2006/relationships/image" Target="../media/image629.png"/><Relationship Id="rId41" Type="http://schemas.openxmlformats.org/officeDocument/2006/relationships/image" Target="../media/image649.png"/><Relationship Id="rId62" Type="http://schemas.openxmlformats.org/officeDocument/2006/relationships/image" Target="../media/image190.png"/><Relationship Id="rId83" Type="http://schemas.openxmlformats.org/officeDocument/2006/relationships/image" Target="../media/image689.png"/><Relationship Id="rId88" Type="http://schemas.openxmlformats.org/officeDocument/2006/relationships/image" Target="../media/image694.png"/><Relationship Id="rId111" Type="http://schemas.openxmlformats.org/officeDocument/2006/relationships/image" Target="../media/image717.png"/><Relationship Id="rId132" Type="http://schemas.openxmlformats.org/officeDocument/2006/relationships/image" Target="../media/image738.png"/><Relationship Id="rId15" Type="http://schemas.openxmlformats.org/officeDocument/2006/relationships/image" Target="../media/image624.png"/><Relationship Id="rId36" Type="http://schemas.openxmlformats.org/officeDocument/2006/relationships/image" Target="../media/image645.png"/><Relationship Id="rId57" Type="http://schemas.openxmlformats.org/officeDocument/2006/relationships/image" Target="../media/image665.png"/><Relationship Id="rId106" Type="http://schemas.openxmlformats.org/officeDocument/2006/relationships/image" Target="../media/image712.png"/><Relationship Id="rId127" Type="http://schemas.openxmlformats.org/officeDocument/2006/relationships/image" Target="../media/image733.png"/><Relationship Id="rId10" Type="http://schemas.openxmlformats.org/officeDocument/2006/relationships/image" Target="../media/image132.png"/><Relationship Id="rId31" Type="http://schemas.openxmlformats.org/officeDocument/2006/relationships/image" Target="../media/image640.png"/><Relationship Id="rId52" Type="http://schemas.openxmlformats.org/officeDocument/2006/relationships/image" Target="../media/image660.png"/><Relationship Id="rId73" Type="http://schemas.openxmlformats.org/officeDocument/2006/relationships/image" Target="../media/image679.png"/><Relationship Id="rId78" Type="http://schemas.openxmlformats.org/officeDocument/2006/relationships/image" Target="../media/image684.png"/><Relationship Id="rId94" Type="http://schemas.openxmlformats.org/officeDocument/2006/relationships/image" Target="../media/image700.png"/><Relationship Id="rId99" Type="http://schemas.openxmlformats.org/officeDocument/2006/relationships/image" Target="../media/image705.png"/><Relationship Id="rId101" Type="http://schemas.openxmlformats.org/officeDocument/2006/relationships/image" Target="../media/image707.png"/><Relationship Id="rId122" Type="http://schemas.openxmlformats.org/officeDocument/2006/relationships/image" Target="../media/image728.png"/><Relationship Id="rId143" Type="http://schemas.openxmlformats.org/officeDocument/2006/relationships/image" Target="../media/image749.png"/><Relationship Id="rId4" Type="http://schemas.openxmlformats.org/officeDocument/2006/relationships/image" Target="../media/image616.png"/><Relationship Id="rId9" Type="http://schemas.openxmlformats.org/officeDocument/2006/relationships/image" Target="../media/image621.png"/><Relationship Id="rId26" Type="http://schemas.openxmlformats.org/officeDocument/2006/relationships/image" Target="../media/image635.png"/><Relationship Id="rId47" Type="http://schemas.openxmlformats.org/officeDocument/2006/relationships/image" Target="../media/image655.png"/><Relationship Id="rId68" Type="http://schemas.openxmlformats.org/officeDocument/2006/relationships/image" Target="../media/image674.png"/><Relationship Id="rId89" Type="http://schemas.openxmlformats.org/officeDocument/2006/relationships/image" Target="../media/image695.png"/><Relationship Id="rId112" Type="http://schemas.openxmlformats.org/officeDocument/2006/relationships/image" Target="../media/image718.png"/><Relationship Id="rId133" Type="http://schemas.openxmlformats.org/officeDocument/2006/relationships/image" Target="../media/image739.png"/><Relationship Id="rId16" Type="http://schemas.openxmlformats.org/officeDocument/2006/relationships/image" Target="../media/image625.png"/><Relationship Id="rId37" Type="http://schemas.openxmlformats.org/officeDocument/2006/relationships/image" Target="../media/image646.png"/><Relationship Id="rId58" Type="http://schemas.openxmlformats.org/officeDocument/2006/relationships/image" Target="../media/image666.png"/><Relationship Id="rId79" Type="http://schemas.openxmlformats.org/officeDocument/2006/relationships/image" Target="../media/image685.png"/><Relationship Id="rId102" Type="http://schemas.openxmlformats.org/officeDocument/2006/relationships/image" Target="../media/image708.png"/><Relationship Id="rId123" Type="http://schemas.openxmlformats.org/officeDocument/2006/relationships/image" Target="../media/image729.png"/><Relationship Id="rId144" Type="http://schemas.openxmlformats.org/officeDocument/2006/relationships/image" Target="../media/image750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73.png"/><Relationship Id="rId117" Type="http://schemas.openxmlformats.org/officeDocument/2006/relationships/image" Target="../media/image863.png"/><Relationship Id="rId21" Type="http://schemas.openxmlformats.org/officeDocument/2006/relationships/image" Target="../media/image769.png"/><Relationship Id="rId42" Type="http://schemas.openxmlformats.org/officeDocument/2006/relationships/image" Target="../media/image789.png"/><Relationship Id="rId47" Type="http://schemas.openxmlformats.org/officeDocument/2006/relationships/image" Target="../media/image794.png"/><Relationship Id="rId63" Type="http://schemas.openxmlformats.org/officeDocument/2006/relationships/image" Target="../media/image809.png"/><Relationship Id="rId68" Type="http://schemas.openxmlformats.org/officeDocument/2006/relationships/image" Target="../media/image814.png"/><Relationship Id="rId84" Type="http://schemas.openxmlformats.org/officeDocument/2006/relationships/image" Target="../media/image830.png"/><Relationship Id="rId89" Type="http://schemas.openxmlformats.org/officeDocument/2006/relationships/image" Target="../media/image835.png"/><Relationship Id="rId112" Type="http://schemas.openxmlformats.org/officeDocument/2006/relationships/image" Target="../media/image858.png"/><Relationship Id="rId16" Type="http://schemas.openxmlformats.org/officeDocument/2006/relationships/image" Target="../media/image765.png"/><Relationship Id="rId107" Type="http://schemas.openxmlformats.org/officeDocument/2006/relationships/image" Target="../media/image853.png"/><Relationship Id="rId11" Type="http://schemas.openxmlformats.org/officeDocument/2006/relationships/image" Target="../media/image132.png"/><Relationship Id="rId32" Type="http://schemas.openxmlformats.org/officeDocument/2006/relationships/image" Target="../media/image779.png"/><Relationship Id="rId37" Type="http://schemas.openxmlformats.org/officeDocument/2006/relationships/image" Target="../media/image784.png"/><Relationship Id="rId53" Type="http://schemas.openxmlformats.org/officeDocument/2006/relationships/image" Target="../media/image405.png"/><Relationship Id="rId58" Type="http://schemas.openxmlformats.org/officeDocument/2006/relationships/image" Target="../media/image804.png"/><Relationship Id="rId74" Type="http://schemas.openxmlformats.org/officeDocument/2006/relationships/image" Target="../media/image820.png"/><Relationship Id="rId79" Type="http://schemas.openxmlformats.org/officeDocument/2006/relationships/image" Target="../media/image825.png"/><Relationship Id="rId102" Type="http://schemas.openxmlformats.org/officeDocument/2006/relationships/image" Target="../media/image848.png"/><Relationship Id="rId5" Type="http://schemas.openxmlformats.org/officeDocument/2006/relationships/image" Target="../media/image703.png"/><Relationship Id="rId90" Type="http://schemas.openxmlformats.org/officeDocument/2006/relationships/image" Target="../media/image836.png"/><Relationship Id="rId95" Type="http://schemas.openxmlformats.org/officeDocument/2006/relationships/image" Target="../media/image841.png"/><Relationship Id="rId22" Type="http://schemas.openxmlformats.org/officeDocument/2006/relationships/image" Target="../media/image414.png"/><Relationship Id="rId27" Type="http://schemas.openxmlformats.org/officeDocument/2006/relationships/image" Target="../media/image774.png"/><Relationship Id="rId43" Type="http://schemas.openxmlformats.org/officeDocument/2006/relationships/image" Target="../media/image790.png"/><Relationship Id="rId48" Type="http://schemas.openxmlformats.org/officeDocument/2006/relationships/image" Target="../media/image795.png"/><Relationship Id="rId64" Type="http://schemas.openxmlformats.org/officeDocument/2006/relationships/image" Target="../media/image810.png"/><Relationship Id="rId69" Type="http://schemas.openxmlformats.org/officeDocument/2006/relationships/image" Target="../media/image815.png"/><Relationship Id="rId113" Type="http://schemas.openxmlformats.org/officeDocument/2006/relationships/image" Target="../media/image859.png"/><Relationship Id="rId80" Type="http://schemas.openxmlformats.org/officeDocument/2006/relationships/image" Target="../media/image826.png"/><Relationship Id="rId85" Type="http://schemas.openxmlformats.org/officeDocument/2006/relationships/image" Target="../media/image831.png"/><Relationship Id="rId12" Type="http://schemas.openxmlformats.org/officeDocument/2006/relationships/image" Target="../media/image761.png"/><Relationship Id="rId17" Type="http://schemas.openxmlformats.org/officeDocument/2006/relationships/image" Target="../media/image406.png"/><Relationship Id="rId33" Type="http://schemas.openxmlformats.org/officeDocument/2006/relationships/image" Target="../media/image780.png"/><Relationship Id="rId38" Type="http://schemas.openxmlformats.org/officeDocument/2006/relationships/image" Target="../media/image785.png"/><Relationship Id="rId59" Type="http://schemas.openxmlformats.org/officeDocument/2006/relationships/image" Target="../media/image805.png"/><Relationship Id="rId103" Type="http://schemas.openxmlformats.org/officeDocument/2006/relationships/image" Target="../media/image849.png"/><Relationship Id="rId108" Type="http://schemas.openxmlformats.org/officeDocument/2006/relationships/image" Target="../media/image854.png"/><Relationship Id="rId54" Type="http://schemas.openxmlformats.org/officeDocument/2006/relationships/image" Target="../media/image800.png"/><Relationship Id="rId70" Type="http://schemas.openxmlformats.org/officeDocument/2006/relationships/image" Target="../media/image816.png"/><Relationship Id="rId75" Type="http://schemas.openxmlformats.org/officeDocument/2006/relationships/image" Target="../media/image821.png"/><Relationship Id="rId91" Type="http://schemas.openxmlformats.org/officeDocument/2006/relationships/image" Target="../media/image837.png"/><Relationship Id="rId96" Type="http://schemas.openxmlformats.org/officeDocument/2006/relationships/image" Target="../media/image8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6.png"/><Relationship Id="rId23" Type="http://schemas.openxmlformats.org/officeDocument/2006/relationships/image" Target="../media/image770.png"/><Relationship Id="rId28" Type="http://schemas.openxmlformats.org/officeDocument/2006/relationships/image" Target="../media/image775.png"/><Relationship Id="rId49" Type="http://schemas.openxmlformats.org/officeDocument/2006/relationships/image" Target="../media/image796.png"/><Relationship Id="rId114" Type="http://schemas.openxmlformats.org/officeDocument/2006/relationships/image" Target="../media/image860.png"/><Relationship Id="rId10" Type="http://schemas.openxmlformats.org/officeDocument/2006/relationships/image" Target="../media/image760.png"/><Relationship Id="rId31" Type="http://schemas.openxmlformats.org/officeDocument/2006/relationships/image" Target="../media/image778.png"/><Relationship Id="rId44" Type="http://schemas.openxmlformats.org/officeDocument/2006/relationships/image" Target="../media/image791.png"/><Relationship Id="rId52" Type="http://schemas.openxmlformats.org/officeDocument/2006/relationships/image" Target="../media/image799.png"/><Relationship Id="rId60" Type="http://schemas.openxmlformats.org/officeDocument/2006/relationships/image" Target="../media/image806.png"/><Relationship Id="rId65" Type="http://schemas.openxmlformats.org/officeDocument/2006/relationships/image" Target="../media/image811.png"/><Relationship Id="rId73" Type="http://schemas.openxmlformats.org/officeDocument/2006/relationships/image" Target="../media/image819.png"/><Relationship Id="rId78" Type="http://schemas.openxmlformats.org/officeDocument/2006/relationships/image" Target="../media/image824.png"/><Relationship Id="rId81" Type="http://schemas.openxmlformats.org/officeDocument/2006/relationships/image" Target="../media/image827.png"/><Relationship Id="rId86" Type="http://schemas.openxmlformats.org/officeDocument/2006/relationships/image" Target="../media/image832.png"/><Relationship Id="rId94" Type="http://schemas.openxmlformats.org/officeDocument/2006/relationships/image" Target="../media/image840.png"/><Relationship Id="rId99" Type="http://schemas.openxmlformats.org/officeDocument/2006/relationships/image" Target="../media/image845.png"/><Relationship Id="rId101" Type="http://schemas.openxmlformats.org/officeDocument/2006/relationships/image" Target="../media/image847.png"/><Relationship Id="rId4" Type="http://schemas.openxmlformats.org/officeDocument/2006/relationships/image" Target="../media/image755.png"/><Relationship Id="rId9" Type="http://schemas.openxmlformats.org/officeDocument/2006/relationships/image" Target="../media/image759.png"/><Relationship Id="rId13" Type="http://schemas.openxmlformats.org/officeDocument/2006/relationships/image" Target="../media/image762.png"/><Relationship Id="rId18" Type="http://schemas.openxmlformats.org/officeDocument/2006/relationships/image" Target="../media/image766.png"/><Relationship Id="rId39" Type="http://schemas.openxmlformats.org/officeDocument/2006/relationships/image" Target="../media/image786.png"/><Relationship Id="rId109" Type="http://schemas.openxmlformats.org/officeDocument/2006/relationships/image" Target="../media/image855.png"/><Relationship Id="rId34" Type="http://schemas.openxmlformats.org/officeDocument/2006/relationships/image" Target="../media/image781.png"/><Relationship Id="rId50" Type="http://schemas.openxmlformats.org/officeDocument/2006/relationships/image" Target="../media/image797.png"/><Relationship Id="rId55" Type="http://schemas.openxmlformats.org/officeDocument/2006/relationships/image" Target="../media/image801.png"/><Relationship Id="rId76" Type="http://schemas.openxmlformats.org/officeDocument/2006/relationships/image" Target="../media/image822.png"/><Relationship Id="rId97" Type="http://schemas.openxmlformats.org/officeDocument/2006/relationships/image" Target="../media/image843.png"/><Relationship Id="rId104" Type="http://schemas.openxmlformats.org/officeDocument/2006/relationships/image" Target="../media/image850.png"/><Relationship Id="rId7" Type="http://schemas.openxmlformats.org/officeDocument/2006/relationships/image" Target="../media/image757.png"/><Relationship Id="rId71" Type="http://schemas.openxmlformats.org/officeDocument/2006/relationships/image" Target="../media/image817.png"/><Relationship Id="rId92" Type="http://schemas.openxmlformats.org/officeDocument/2006/relationships/image" Target="../media/image838.png"/><Relationship Id="rId2" Type="http://schemas.openxmlformats.org/officeDocument/2006/relationships/image" Target="../media/image614.png"/><Relationship Id="rId29" Type="http://schemas.openxmlformats.org/officeDocument/2006/relationships/image" Target="../media/image776.png"/><Relationship Id="rId24" Type="http://schemas.openxmlformats.org/officeDocument/2006/relationships/image" Target="../media/image771.png"/><Relationship Id="rId40" Type="http://schemas.openxmlformats.org/officeDocument/2006/relationships/image" Target="../media/image787.png"/><Relationship Id="rId45" Type="http://schemas.openxmlformats.org/officeDocument/2006/relationships/image" Target="../media/image792.png"/><Relationship Id="rId66" Type="http://schemas.openxmlformats.org/officeDocument/2006/relationships/image" Target="../media/image812.png"/><Relationship Id="rId87" Type="http://schemas.openxmlformats.org/officeDocument/2006/relationships/image" Target="../media/image833.png"/><Relationship Id="rId110" Type="http://schemas.openxmlformats.org/officeDocument/2006/relationships/image" Target="../media/image856.png"/><Relationship Id="rId115" Type="http://schemas.openxmlformats.org/officeDocument/2006/relationships/image" Target="../media/image861.png"/><Relationship Id="rId61" Type="http://schemas.openxmlformats.org/officeDocument/2006/relationships/image" Target="../media/image807.png"/><Relationship Id="rId82" Type="http://schemas.openxmlformats.org/officeDocument/2006/relationships/image" Target="../media/image828.png"/><Relationship Id="rId19" Type="http://schemas.openxmlformats.org/officeDocument/2006/relationships/image" Target="../media/image767.png"/><Relationship Id="rId14" Type="http://schemas.openxmlformats.org/officeDocument/2006/relationships/image" Target="../media/image763.png"/><Relationship Id="rId30" Type="http://schemas.openxmlformats.org/officeDocument/2006/relationships/image" Target="../media/image777.png"/><Relationship Id="rId35" Type="http://schemas.openxmlformats.org/officeDocument/2006/relationships/image" Target="../media/image782.png"/><Relationship Id="rId56" Type="http://schemas.openxmlformats.org/officeDocument/2006/relationships/image" Target="../media/image802.png"/><Relationship Id="rId77" Type="http://schemas.openxmlformats.org/officeDocument/2006/relationships/image" Target="../media/image823.png"/><Relationship Id="rId100" Type="http://schemas.openxmlformats.org/officeDocument/2006/relationships/image" Target="../media/image846.png"/><Relationship Id="rId105" Type="http://schemas.openxmlformats.org/officeDocument/2006/relationships/image" Target="../media/image851.png"/><Relationship Id="rId8" Type="http://schemas.openxmlformats.org/officeDocument/2006/relationships/image" Target="../media/image758.png"/><Relationship Id="rId51" Type="http://schemas.openxmlformats.org/officeDocument/2006/relationships/image" Target="../media/image798.png"/><Relationship Id="rId72" Type="http://schemas.openxmlformats.org/officeDocument/2006/relationships/image" Target="../media/image818.png"/><Relationship Id="rId93" Type="http://schemas.openxmlformats.org/officeDocument/2006/relationships/image" Target="../media/image839.png"/><Relationship Id="rId98" Type="http://schemas.openxmlformats.org/officeDocument/2006/relationships/image" Target="../media/image844.png"/><Relationship Id="rId3" Type="http://schemas.openxmlformats.org/officeDocument/2006/relationships/image" Target="../media/image754.png"/><Relationship Id="rId25" Type="http://schemas.openxmlformats.org/officeDocument/2006/relationships/image" Target="../media/image772.png"/><Relationship Id="rId46" Type="http://schemas.openxmlformats.org/officeDocument/2006/relationships/image" Target="../media/image793.png"/><Relationship Id="rId67" Type="http://schemas.openxmlformats.org/officeDocument/2006/relationships/image" Target="../media/image813.png"/><Relationship Id="rId116" Type="http://schemas.openxmlformats.org/officeDocument/2006/relationships/image" Target="../media/image862.png"/><Relationship Id="rId20" Type="http://schemas.openxmlformats.org/officeDocument/2006/relationships/image" Target="../media/image768.png"/><Relationship Id="rId41" Type="http://schemas.openxmlformats.org/officeDocument/2006/relationships/image" Target="../media/image788.png"/><Relationship Id="rId62" Type="http://schemas.openxmlformats.org/officeDocument/2006/relationships/image" Target="../media/image808.png"/><Relationship Id="rId83" Type="http://schemas.openxmlformats.org/officeDocument/2006/relationships/image" Target="../media/image829.png"/><Relationship Id="rId88" Type="http://schemas.openxmlformats.org/officeDocument/2006/relationships/image" Target="../media/image834.png"/><Relationship Id="rId111" Type="http://schemas.openxmlformats.org/officeDocument/2006/relationships/image" Target="../media/image857.png"/><Relationship Id="rId15" Type="http://schemas.openxmlformats.org/officeDocument/2006/relationships/image" Target="../media/image764.png"/><Relationship Id="rId36" Type="http://schemas.openxmlformats.org/officeDocument/2006/relationships/image" Target="../media/image783.png"/><Relationship Id="rId57" Type="http://schemas.openxmlformats.org/officeDocument/2006/relationships/image" Target="../media/image803.png"/><Relationship Id="rId106" Type="http://schemas.openxmlformats.org/officeDocument/2006/relationships/image" Target="../media/image852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82.png"/><Relationship Id="rId117" Type="http://schemas.openxmlformats.org/officeDocument/2006/relationships/image" Target="../media/image968.png"/><Relationship Id="rId21" Type="http://schemas.openxmlformats.org/officeDocument/2006/relationships/image" Target="../media/image877.png"/><Relationship Id="rId42" Type="http://schemas.openxmlformats.org/officeDocument/2006/relationships/image" Target="../media/image897.png"/><Relationship Id="rId47" Type="http://schemas.openxmlformats.org/officeDocument/2006/relationships/image" Target="../media/image902.png"/><Relationship Id="rId63" Type="http://schemas.openxmlformats.org/officeDocument/2006/relationships/image" Target="../media/image918.png"/><Relationship Id="rId68" Type="http://schemas.openxmlformats.org/officeDocument/2006/relationships/image" Target="../media/image923.png"/><Relationship Id="rId84" Type="http://schemas.openxmlformats.org/officeDocument/2006/relationships/image" Target="../media/image937.png"/><Relationship Id="rId89" Type="http://schemas.openxmlformats.org/officeDocument/2006/relationships/image" Target="../media/image942.png"/><Relationship Id="rId112" Type="http://schemas.openxmlformats.org/officeDocument/2006/relationships/image" Target="../media/image963.png"/><Relationship Id="rId16" Type="http://schemas.openxmlformats.org/officeDocument/2006/relationships/image" Target="../media/image872.png"/><Relationship Id="rId107" Type="http://schemas.openxmlformats.org/officeDocument/2006/relationships/image" Target="../media/image958.png"/><Relationship Id="rId11" Type="http://schemas.openxmlformats.org/officeDocument/2006/relationships/image" Target="../media/image625.png"/><Relationship Id="rId32" Type="http://schemas.openxmlformats.org/officeDocument/2006/relationships/image" Target="../media/image888.png"/><Relationship Id="rId37" Type="http://schemas.openxmlformats.org/officeDocument/2006/relationships/image" Target="../media/image893.png"/><Relationship Id="rId53" Type="http://schemas.openxmlformats.org/officeDocument/2006/relationships/image" Target="../media/image908.png"/><Relationship Id="rId58" Type="http://schemas.openxmlformats.org/officeDocument/2006/relationships/image" Target="../media/image913.png"/><Relationship Id="rId74" Type="http://schemas.openxmlformats.org/officeDocument/2006/relationships/image" Target="../media/image927.png"/><Relationship Id="rId79" Type="http://schemas.openxmlformats.org/officeDocument/2006/relationships/image" Target="../media/image932.png"/><Relationship Id="rId102" Type="http://schemas.openxmlformats.org/officeDocument/2006/relationships/image" Target="../media/image954.png"/><Relationship Id="rId123" Type="http://schemas.openxmlformats.org/officeDocument/2006/relationships/image" Target="../media/image974.png"/><Relationship Id="rId128" Type="http://schemas.openxmlformats.org/officeDocument/2006/relationships/image" Target="../media/image978.png"/><Relationship Id="rId5" Type="http://schemas.openxmlformats.org/officeDocument/2006/relationships/image" Target="../media/image867.png"/><Relationship Id="rId90" Type="http://schemas.openxmlformats.org/officeDocument/2006/relationships/image" Target="../media/image943.png"/><Relationship Id="rId95" Type="http://schemas.openxmlformats.org/officeDocument/2006/relationships/image" Target="../media/image948.png"/><Relationship Id="rId22" Type="http://schemas.openxmlformats.org/officeDocument/2006/relationships/image" Target="../media/image878.png"/><Relationship Id="rId27" Type="http://schemas.openxmlformats.org/officeDocument/2006/relationships/image" Target="../media/image883.png"/><Relationship Id="rId43" Type="http://schemas.openxmlformats.org/officeDocument/2006/relationships/image" Target="../media/image898.png"/><Relationship Id="rId48" Type="http://schemas.openxmlformats.org/officeDocument/2006/relationships/image" Target="../media/image903.png"/><Relationship Id="rId64" Type="http://schemas.openxmlformats.org/officeDocument/2006/relationships/image" Target="../media/image919.png"/><Relationship Id="rId69" Type="http://schemas.openxmlformats.org/officeDocument/2006/relationships/image" Target="../media/image924.png"/><Relationship Id="rId113" Type="http://schemas.openxmlformats.org/officeDocument/2006/relationships/image" Target="../media/image964.png"/><Relationship Id="rId118" Type="http://schemas.openxmlformats.org/officeDocument/2006/relationships/image" Target="../media/image969.png"/><Relationship Id="rId80" Type="http://schemas.openxmlformats.org/officeDocument/2006/relationships/image" Target="../media/image933.png"/><Relationship Id="rId85" Type="http://schemas.openxmlformats.org/officeDocument/2006/relationships/image" Target="../media/image938.png"/><Relationship Id="rId12" Type="http://schemas.openxmlformats.org/officeDocument/2006/relationships/image" Target="../media/image868.png"/><Relationship Id="rId17" Type="http://schemas.openxmlformats.org/officeDocument/2006/relationships/image" Target="../media/image873.png"/><Relationship Id="rId33" Type="http://schemas.openxmlformats.org/officeDocument/2006/relationships/image" Target="../media/image889.png"/><Relationship Id="rId38" Type="http://schemas.openxmlformats.org/officeDocument/2006/relationships/image" Target="../media/image894.png"/><Relationship Id="rId59" Type="http://schemas.openxmlformats.org/officeDocument/2006/relationships/image" Target="../media/image914.png"/><Relationship Id="rId103" Type="http://schemas.openxmlformats.org/officeDocument/2006/relationships/image" Target="../media/image955.png"/><Relationship Id="rId108" Type="http://schemas.openxmlformats.org/officeDocument/2006/relationships/image" Target="../media/image959.png"/><Relationship Id="rId124" Type="http://schemas.openxmlformats.org/officeDocument/2006/relationships/image" Target="../media/image975.png"/><Relationship Id="rId54" Type="http://schemas.openxmlformats.org/officeDocument/2006/relationships/image" Target="../media/image909.png"/><Relationship Id="rId70" Type="http://schemas.openxmlformats.org/officeDocument/2006/relationships/image" Target="../media/image680.png"/><Relationship Id="rId75" Type="http://schemas.openxmlformats.org/officeDocument/2006/relationships/image" Target="../media/image928.png"/><Relationship Id="rId91" Type="http://schemas.openxmlformats.org/officeDocument/2006/relationships/image" Target="../media/image944.png"/><Relationship Id="rId96" Type="http://schemas.openxmlformats.org/officeDocument/2006/relationships/image" Target="../media/image9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.png"/><Relationship Id="rId23" Type="http://schemas.openxmlformats.org/officeDocument/2006/relationships/image" Target="../media/image879.png"/><Relationship Id="rId28" Type="http://schemas.openxmlformats.org/officeDocument/2006/relationships/image" Target="../media/image884.png"/><Relationship Id="rId49" Type="http://schemas.openxmlformats.org/officeDocument/2006/relationships/image" Target="../media/image904.png"/><Relationship Id="rId114" Type="http://schemas.openxmlformats.org/officeDocument/2006/relationships/image" Target="../media/image965.png"/><Relationship Id="rId119" Type="http://schemas.openxmlformats.org/officeDocument/2006/relationships/image" Target="../media/image970.png"/><Relationship Id="rId44" Type="http://schemas.openxmlformats.org/officeDocument/2006/relationships/image" Target="../media/image899.png"/><Relationship Id="rId60" Type="http://schemas.openxmlformats.org/officeDocument/2006/relationships/image" Target="../media/image915.png"/><Relationship Id="rId65" Type="http://schemas.openxmlformats.org/officeDocument/2006/relationships/image" Target="../media/image920.png"/><Relationship Id="rId81" Type="http://schemas.openxmlformats.org/officeDocument/2006/relationships/image" Target="../media/image934.png"/><Relationship Id="rId86" Type="http://schemas.openxmlformats.org/officeDocument/2006/relationships/image" Target="../media/image939.png"/><Relationship Id="rId13" Type="http://schemas.openxmlformats.org/officeDocument/2006/relationships/image" Target="../media/image869.png"/><Relationship Id="rId18" Type="http://schemas.openxmlformats.org/officeDocument/2006/relationships/image" Target="../media/image874.png"/><Relationship Id="rId39" Type="http://schemas.openxmlformats.org/officeDocument/2006/relationships/image" Target="../media/image895.png"/><Relationship Id="rId109" Type="http://schemas.openxmlformats.org/officeDocument/2006/relationships/image" Target="../media/image960.png"/><Relationship Id="rId34" Type="http://schemas.openxmlformats.org/officeDocument/2006/relationships/image" Target="../media/image890.png"/><Relationship Id="rId50" Type="http://schemas.openxmlformats.org/officeDocument/2006/relationships/image" Target="../media/image905.png"/><Relationship Id="rId55" Type="http://schemas.openxmlformats.org/officeDocument/2006/relationships/image" Target="../media/image910.png"/><Relationship Id="rId76" Type="http://schemas.openxmlformats.org/officeDocument/2006/relationships/image" Target="../media/image929.png"/><Relationship Id="rId97" Type="http://schemas.openxmlformats.org/officeDocument/2006/relationships/image" Target="../media/image950.png"/><Relationship Id="rId104" Type="http://schemas.openxmlformats.org/officeDocument/2006/relationships/image" Target="../media/image956.png"/><Relationship Id="rId120" Type="http://schemas.openxmlformats.org/officeDocument/2006/relationships/image" Target="../media/image971.png"/><Relationship Id="rId125" Type="http://schemas.openxmlformats.org/officeDocument/2006/relationships/image" Target="../media/image50.png"/><Relationship Id="rId7" Type="http://schemas.openxmlformats.org/officeDocument/2006/relationships/image" Target="../media/image243.png"/><Relationship Id="rId71" Type="http://schemas.openxmlformats.org/officeDocument/2006/relationships/image" Target="../media/image548.png"/><Relationship Id="rId92" Type="http://schemas.openxmlformats.org/officeDocument/2006/relationships/image" Target="../media/image945.png"/><Relationship Id="rId2" Type="http://schemas.openxmlformats.org/officeDocument/2006/relationships/image" Target="../media/image864.png"/><Relationship Id="rId29" Type="http://schemas.openxmlformats.org/officeDocument/2006/relationships/image" Target="../media/image885.png"/><Relationship Id="rId24" Type="http://schemas.openxmlformats.org/officeDocument/2006/relationships/image" Target="../media/image880.png"/><Relationship Id="rId40" Type="http://schemas.openxmlformats.org/officeDocument/2006/relationships/image" Target="../media/image301.png"/><Relationship Id="rId45" Type="http://schemas.openxmlformats.org/officeDocument/2006/relationships/image" Target="../media/image900.png"/><Relationship Id="rId66" Type="http://schemas.openxmlformats.org/officeDocument/2006/relationships/image" Target="../media/image921.png"/><Relationship Id="rId87" Type="http://schemas.openxmlformats.org/officeDocument/2006/relationships/image" Target="../media/image940.png"/><Relationship Id="rId110" Type="http://schemas.openxmlformats.org/officeDocument/2006/relationships/image" Target="../media/image961.png"/><Relationship Id="rId115" Type="http://schemas.openxmlformats.org/officeDocument/2006/relationships/image" Target="../media/image966.png"/><Relationship Id="rId61" Type="http://schemas.openxmlformats.org/officeDocument/2006/relationships/image" Target="../media/image916.png"/><Relationship Id="rId82" Type="http://schemas.openxmlformats.org/officeDocument/2006/relationships/image" Target="../media/image935.png"/><Relationship Id="rId19" Type="http://schemas.openxmlformats.org/officeDocument/2006/relationships/image" Target="../media/image875.png"/><Relationship Id="rId14" Type="http://schemas.openxmlformats.org/officeDocument/2006/relationships/image" Target="../media/image870.png"/><Relationship Id="rId30" Type="http://schemas.openxmlformats.org/officeDocument/2006/relationships/image" Target="../media/image886.png"/><Relationship Id="rId35" Type="http://schemas.openxmlformats.org/officeDocument/2006/relationships/image" Target="../media/image891.png"/><Relationship Id="rId56" Type="http://schemas.openxmlformats.org/officeDocument/2006/relationships/image" Target="../media/image911.png"/><Relationship Id="rId77" Type="http://schemas.openxmlformats.org/officeDocument/2006/relationships/image" Target="../media/image930.png"/><Relationship Id="rId100" Type="http://schemas.openxmlformats.org/officeDocument/2006/relationships/image" Target="../media/image953.png"/><Relationship Id="rId105" Type="http://schemas.openxmlformats.org/officeDocument/2006/relationships/image" Target="../media/image957.png"/><Relationship Id="rId126" Type="http://schemas.openxmlformats.org/officeDocument/2006/relationships/image" Target="../media/image976.png"/><Relationship Id="rId8" Type="http://schemas.openxmlformats.org/officeDocument/2006/relationships/image" Target="../media/image151.png"/><Relationship Id="rId51" Type="http://schemas.openxmlformats.org/officeDocument/2006/relationships/image" Target="../media/image906.png"/><Relationship Id="rId72" Type="http://schemas.openxmlformats.org/officeDocument/2006/relationships/image" Target="../media/image925.png"/><Relationship Id="rId93" Type="http://schemas.openxmlformats.org/officeDocument/2006/relationships/image" Target="../media/image946.png"/><Relationship Id="rId98" Type="http://schemas.openxmlformats.org/officeDocument/2006/relationships/image" Target="../media/image951.png"/><Relationship Id="rId121" Type="http://schemas.openxmlformats.org/officeDocument/2006/relationships/image" Target="../media/image972.png"/><Relationship Id="rId3" Type="http://schemas.openxmlformats.org/officeDocument/2006/relationships/image" Target="../media/image865.png"/><Relationship Id="rId25" Type="http://schemas.openxmlformats.org/officeDocument/2006/relationships/image" Target="../media/image881.png"/><Relationship Id="rId46" Type="http://schemas.openxmlformats.org/officeDocument/2006/relationships/image" Target="../media/image901.png"/><Relationship Id="rId67" Type="http://schemas.openxmlformats.org/officeDocument/2006/relationships/image" Target="../media/image922.png"/><Relationship Id="rId116" Type="http://schemas.openxmlformats.org/officeDocument/2006/relationships/image" Target="../media/image967.png"/><Relationship Id="rId20" Type="http://schemas.openxmlformats.org/officeDocument/2006/relationships/image" Target="../media/image876.png"/><Relationship Id="rId41" Type="http://schemas.openxmlformats.org/officeDocument/2006/relationships/image" Target="../media/image896.png"/><Relationship Id="rId62" Type="http://schemas.openxmlformats.org/officeDocument/2006/relationships/image" Target="../media/image917.png"/><Relationship Id="rId83" Type="http://schemas.openxmlformats.org/officeDocument/2006/relationships/image" Target="../media/image936.png"/><Relationship Id="rId88" Type="http://schemas.openxmlformats.org/officeDocument/2006/relationships/image" Target="../media/image941.png"/><Relationship Id="rId111" Type="http://schemas.openxmlformats.org/officeDocument/2006/relationships/image" Target="../media/image962.png"/><Relationship Id="rId15" Type="http://schemas.openxmlformats.org/officeDocument/2006/relationships/image" Target="../media/image871.png"/><Relationship Id="rId36" Type="http://schemas.openxmlformats.org/officeDocument/2006/relationships/image" Target="../media/image892.png"/><Relationship Id="rId57" Type="http://schemas.openxmlformats.org/officeDocument/2006/relationships/image" Target="../media/image912.png"/><Relationship Id="rId106" Type="http://schemas.openxmlformats.org/officeDocument/2006/relationships/image" Target="../media/image592.png"/><Relationship Id="rId127" Type="http://schemas.openxmlformats.org/officeDocument/2006/relationships/image" Target="../media/image977.png"/><Relationship Id="rId10" Type="http://schemas.openxmlformats.org/officeDocument/2006/relationships/image" Target="../media/image143.png"/><Relationship Id="rId31" Type="http://schemas.openxmlformats.org/officeDocument/2006/relationships/image" Target="../media/image887.png"/><Relationship Id="rId52" Type="http://schemas.openxmlformats.org/officeDocument/2006/relationships/image" Target="../media/image907.png"/><Relationship Id="rId73" Type="http://schemas.openxmlformats.org/officeDocument/2006/relationships/image" Target="../media/image926.png"/><Relationship Id="rId78" Type="http://schemas.openxmlformats.org/officeDocument/2006/relationships/image" Target="../media/image931.png"/><Relationship Id="rId94" Type="http://schemas.openxmlformats.org/officeDocument/2006/relationships/image" Target="../media/image947.png"/><Relationship Id="rId99" Type="http://schemas.openxmlformats.org/officeDocument/2006/relationships/image" Target="../media/image952.png"/><Relationship Id="rId101" Type="http://schemas.openxmlformats.org/officeDocument/2006/relationships/image" Target="../media/image62.png"/><Relationship Id="rId122" Type="http://schemas.openxmlformats.org/officeDocument/2006/relationships/image" Target="../media/image973.png"/><Relationship Id="rId4" Type="http://schemas.openxmlformats.org/officeDocument/2006/relationships/image" Target="../media/image866.png"/><Relationship Id="rId9" Type="http://schemas.openxmlformats.org/officeDocument/2006/relationships/image" Target="../media/image623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00.png"/><Relationship Id="rId21" Type="http://schemas.openxmlformats.org/officeDocument/2006/relationships/image" Target="../media/image995.png"/><Relationship Id="rId42" Type="http://schemas.openxmlformats.org/officeDocument/2006/relationships/image" Target="../media/image1016.png"/><Relationship Id="rId47" Type="http://schemas.openxmlformats.org/officeDocument/2006/relationships/image" Target="../media/image1021.png"/><Relationship Id="rId63" Type="http://schemas.openxmlformats.org/officeDocument/2006/relationships/image" Target="../media/image1037.png"/><Relationship Id="rId68" Type="http://schemas.openxmlformats.org/officeDocument/2006/relationships/image" Target="../media/image462.png"/><Relationship Id="rId2" Type="http://schemas.openxmlformats.org/officeDocument/2006/relationships/image" Target="../media/image979.png"/><Relationship Id="rId16" Type="http://schemas.openxmlformats.org/officeDocument/2006/relationships/image" Target="../media/image990.png"/><Relationship Id="rId29" Type="http://schemas.openxmlformats.org/officeDocument/2006/relationships/image" Target="../media/image1003.png"/><Relationship Id="rId11" Type="http://schemas.openxmlformats.org/officeDocument/2006/relationships/image" Target="../media/image406.png"/><Relationship Id="rId24" Type="http://schemas.openxmlformats.org/officeDocument/2006/relationships/image" Target="../media/image998.png"/><Relationship Id="rId32" Type="http://schemas.openxmlformats.org/officeDocument/2006/relationships/image" Target="../media/image1006.png"/><Relationship Id="rId37" Type="http://schemas.openxmlformats.org/officeDocument/2006/relationships/image" Target="../media/image1011.png"/><Relationship Id="rId40" Type="http://schemas.openxmlformats.org/officeDocument/2006/relationships/image" Target="../media/image1014.png"/><Relationship Id="rId45" Type="http://schemas.openxmlformats.org/officeDocument/2006/relationships/image" Target="../media/image1019.png"/><Relationship Id="rId53" Type="http://schemas.openxmlformats.org/officeDocument/2006/relationships/image" Target="../media/image1027.png"/><Relationship Id="rId58" Type="http://schemas.openxmlformats.org/officeDocument/2006/relationships/image" Target="../media/image1032.png"/><Relationship Id="rId66" Type="http://schemas.openxmlformats.org/officeDocument/2006/relationships/image" Target="../media/image468.png"/><Relationship Id="rId74" Type="http://schemas.openxmlformats.org/officeDocument/2006/relationships/image" Target="../media/image1045.png"/><Relationship Id="rId5" Type="http://schemas.openxmlformats.org/officeDocument/2006/relationships/image" Target="../media/image981.png"/><Relationship Id="rId61" Type="http://schemas.openxmlformats.org/officeDocument/2006/relationships/image" Target="../media/image1035.png"/><Relationship Id="rId19" Type="http://schemas.openxmlformats.org/officeDocument/2006/relationships/image" Target="../media/image993.png"/><Relationship Id="rId14" Type="http://schemas.openxmlformats.org/officeDocument/2006/relationships/image" Target="../media/image988.png"/><Relationship Id="rId22" Type="http://schemas.openxmlformats.org/officeDocument/2006/relationships/image" Target="../media/image996.png"/><Relationship Id="rId27" Type="http://schemas.openxmlformats.org/officeDocument/2006/relationships/image" Target="../media/image1001.png"/><Relationship Id="rId30" Type="http://schemas.openxmlformats.org/officeDocument/2006/relationships/image" Target="../media/image1004.png"/><Relationship Id="rId35" Type="http://schemas.openxmlformats.org/officeDocument/2006/relationships/image" Target="../media/image1009.png"/><Relationship Id="rId43" Type="http://schemas.openxmlformats.org/officeDocument/2006/relationships/image" Target="../media/image1017.png"/><Relationship Id="rId48" Type="http://schemas.openxmlformats.org/officeDocument/2006/relationships/image" Target="../media/image1022.png"/><Relationship Id="rId56" Type="http://schemas.openxmlformats.org/officeDocument/2006/relationships/image" Target="../media/image1030.png"/><Relationship Id="rId64" Type="http://schemas.openxmlformats.org/officeDocument/2006/relationships/image" Target="../media/image1038.png"/><Relationship Id="rId69" Type="http://schemas.openxmlformats.org/officeDocument/2006/relationships/image" Target="../media/image1041.png"/><Relationship Id="rId8" Type="http://schemas.openxmlformats.org/officeDocument/2006/relationships/image" Target="../media/image132.png"/><Relationship Id="rId51" Type="http://schemas.openxmlformats.org/officeDocument/2006/relationships/image" Target="../media/image1025.png"/><Relationship Id="rId72" Type="http://schemas.openxmlformats.org/officeDocument/2006/relationships/image" Target="../media/image1043.png"/><Relationship Id="rId3" Type="http://schemas.openxmlformats.org/officeDocument/2006/relationships/image" Target="../media/image703.png"/><Relationship Id="rId12" Type="http://schemas.openxmlformats.org/officeDocument/2006/relationships/image" Target="../media/image986.png"/><Relationship Id="rId17" Type="http://schemas.openxmlformats.org/officeDocument/2006/relationships/image" Target="../media/image991.png"/><Relationship Id="rId25" Type="http://schemas.openxmlformats.org/officeDocument/2006/relationships/image" Target="../media/image999.png"/><Relationship Id="rId33" Type="http://schemas.openxmlformats.org/officeDocument/2006/relationships/image" Target="../media/image1007.png"/><Relationship Id="rId38" Type="http://schemas.openxmlformats.org/officeDocument/2006/relationships/image" Target="../media/image1012.png"/><Relationship Id="rId46" Type="http://schemas.openxmlformats.org/officeDocument/2006/relationships/image" Target="../media/image1020.png"/><Relationship Id="rId59" Type="http://schemas.openxmlformats.org/officeDocument/2006/relationships/image" Target="../media/image1033.png"/><Relationship Id="rId67" Type="http://schemas.openxmlformats.org/officeDocument/2006/relationships/image" Target="../media/image1040.png"/><Relationship Id="rId20" Type="http://schemas.openxmlformats.org/officeDocument/2006/relationships/image" Target="../media/image994.png"/><Relationship Id="rId41" Type="http://schemas.openxmlformats.org/officeDocument/2006/relationships/image" Target="../media/image1015.png"/><Relationship Id="rId54" Type="http://schemas.openxmlformats.org/officeDocument/2006/relationships/image" Target="../media/image1028.png"/><Relationship Id="rId62" Type="http://schemas.openxmlformats.org/officeDocument/2006/relationships/image" Target="../media/image1036.png"/><Relationship Id="rId70" Type="http://schemas.openxmlformats.org/officeDocument/2006/relationships/image" Target="../media/image470.png"/><Relationship Id="rId75" Type="http://schemas.openxmlformats.org/officeDocument/2006/relationships/image" Target="../media/image10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2.png"/><Relationship Id="rId15" Type="http://schemas.openxmlformats.org/officeDocument/2006/relationships/image" Target="../media/image989.png"/><Relationship Id="rId23" Type="http://schemas.openxmlformats.org/officeDocument/2006/relationships/image" Target="../media/image997.png"/><Relationship Id="rId28" Type="http://schemas.openxmlformats.org/officeDocument/2006/relationships/image" Target="../media/image1002.png"/><Relationship Id="rId36" Type="http://schemas.openxmlformats.org/officeDocument/2006/relationships/image" Target="../media/image1010.png"/><Relationship Id="rId49" Type="http://schemas.openxmlformats.org/officeDocument/2006/relationships/image" Target="../media/image1023.png"/><Relationship Id="rId57" Type="http://schemas.openxmlformats.org/officeDocument/2006/relationships/image" Target="../media/image1031.png"/><Relationship Id="rId10" Type="http://schemas.openxmlformats.org/officeDocument/2006/relationships/image" Target="../media/image985.png"/><Relationship Id="rId31" Type="http://schemas.openxmlformats.org/officeDocument/2006/relationships/image" Target="../media/image1005.png"/><Relationship Id="rId44" Type="http://schemas.openxmlformats.org/officeDocument/2006/relationships/image" Target="../media/image1018.png"/><Relationship Id="rId52" Type="http://schemas.openxmlformats.org/officeDocument/2006/relationships/image" Target="../media/image1026.png"/><Relationship Id="rId60" Type="http://schemas.openxmlformats.org/officeDocument/2006/relationships/image" Target="../media/image1034.png"/><Relationship Id="rId65" Type="http://schemas.openxmlformats.org/officeDocument/2006/relationships/image" Target="../media/image1039.png"/><Relationship Id="rId73" Type="http://schemas.openxmlformats.org/officeDocument/2006/relationships/image" Target="../media/image1044.png"/><Relationship Id="rId4" Type="http://schemas.openxmlformats.org/officeDocument/2006/relationships/image" Target="../media/image980.png"/><Relationship Id="rId9" Type="http://schemas.openxmlformats.org/officeDocument/2006/relationships/image" Target="../media/image984.png"/><Relationship Id="rId13" Type="http://schemas.openxmlformats.org/officeDocument/2006/relationships/image" Target="../media/image987.png"/><Relationship Id="rId18" Type="http://schemas.openxmlformats.org/officeDocument/2006/relationships/image" Target="../media/image992.png"/><Relationship Id="rId39" Type="http://schemas.openxmlformats.org/officeDocument/2006/relationships/image" Target="../media/image1013.png"/><Relationship Id="rId34" Type="http://schemas.openxmlformats.org/officeDocument/2006/relationships/image" Target="../media/image1008.png"/><Relationship Id="rId50" Type="http://schemas.openxmlformats.org/officeDocument/2006/relationships/image" Target="../media/image1024.png"/><Relationship Id="rId55" Type="http://schemas.openxmlformats.org/officeDocument/2006/relationships/image" Target="../media/image1029.png"/><Relationship Id="rId7" Type="http://schemas.openxmlformats.org/officeDocument/2006/relationships/image" Target="../media/image983.png"/><Relationship Id="rId71" Type="http://schemas.openxmlformats.org/officeDocument/2006/relationships/image" Target="../media/image10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3.png"/><Relationship Id="rId13" Type="http://schemas.openxmlformats.org/officeDocument/2006/relationships/image" Target="../media/image1058.png"/><Relationship Id="rId3" Type="http://schemas.openxmlformats.org/officeDocument/2006/relationships/image" Target="../media/image1048.png"/><Relationship Id="rId7" Type="http://schemas.openxmlformats.org/officeDocument/2006/relationships/image" Target="../media/image1052.png"/><Relationship Id="rId12" Type="http://schemas.openxmlformats.org/officeDocument/2006/relationships/image" Target="../media/image1057.png"/><Relationship Id="rId2" Type="http://schemas.openxmlformats.org/officeDocument/2006/relationships/image" Target="../media/image1047.png"/><Relationship Id="rId16" Type="http://schemas.openxmlformats.org/officeDocument/2006/relationships/image" Target="../media/image10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51.png"/><Relationship Id="rId11" Type="http://schemas.openxmlformats.org/officeDocument/2006/relationships/image" Target="../media/image1056.png"/><Relationship Id="rId5" Type="http://schemas.openxmlformats.org/officeDocument/2006/relationships/image" Target="../media/image1050.png"/><Relationship Id="rId15" Type="http://schemas.openxmlformats.org/officeDocument/2006/relationships/image" Target="../media/image1060.png"/><Relationship Id="rId10" Type="http://schemas.openxmlformats.org/officeDocument/2006/relationships/image" Target="../media/image1055.png"/><Relationship Id="rId4" Type="http://schemas.openxmlformats.org/officeDocument/2006/relationships/image" Target="../media/image1049.png"/><Relationship Id="rId9" Type="http://schemas.openxmlformats.org/officeDocument/2006/relationships/image" Target="../media/image1054.png"/><Relationship Id="rId14" Type="http://schemas.openxmlformats.org/officeDocument/2006/relationships/image" Target="../media/image105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70.png"/><Relationship Id="rId21" Type="http://schemas.openxmlformats.org/officeDocument/2006/relationships/image" Target="../media/image1077.png"/><Relationship Id="rId42" Type="http://schemas.openxmlformats.org/officeDocument/2006/relationships/image" Target="../media/image1098.png"/><Relationship Id="rId63" Type="http://schemas.openxmlformats.org/officeDocument/2006/relationships/image" Target="../media/image1119.png"/><Relationship Id="rId84" Type="http://schemas.openxmlformats.org/officeDocument/2006/relationships/image" Target="../media/image1140.png"/><Relationship Id="rId138" Type="http://schemas.openxmlformats.org/officeDocument/2006/relationships/image" Target="../media/image1189.png"/><Relationship Id="rId159" Type="http://schemas.openxmlformats.org/officeDocument/2006/relationships/image" Target="../media/image1210.png"/><Relationship Id="rId170" Type="http://schemas.openxmlformats.org/officeDocument/2006/relationships/image" Target="../media/image1219.png"/><Relationship Id="rId107" Type="http://schemas.openxmlformats.org/officeDocument/2006/relationships/image" Target="../media/image1161.png"/><Relationship Id="rId11" Type="http://schemas.openxmlformats.org/officeDocument/2006/relationships/image" Target="../media/image1067.png"/><Relationship Id="rId32" Type="http://schemas.openxmlformats.org/officeDocument/2006/relationships/image" Target="../media/image1088.png"/><Relationship Id="rId53" Type="http://schemas.openxmlformats.org/officeDocument/2006/relationships/image" Target="../media/image1109.png"/><Relationship Id="rId74" Type="http://schemas.openxmlformats.org/officeDocument/2006/relationships/image" Target="../media/image1130.png"/><Relationship Id="rId128" Type="http://schemas.openxmlformats.org/officeDocument/2006/relationships/image" Target="../media/image1180.png"/><Relationship Id="rId149" Type="http://schemas.openxmlformats.org/officeDocument/2006/relationships/image" Target="../media/image1200.png"/><Relationship Id="rId5" Type="http://schemas.openxmlformats.org/officeDocument/2006/relationships/image" Target="../media/image143.png"/><Relationship Id="rId95" Type="http://schemas.openxmlformats.org/officeDocument/2006/relationships/image" Target="../media/image321.png"/><Relationship Id="rId160" Type="http://schemas.openxmlformats.org/officeDocument/2006/relationships/image" Target="../media/image1211.png"/><Relationship Id="rId181" Type="http://schemas.openxmlformats.org/officeDocument/2006/relationships/image" Target="../media/image1230.png"/><Relationship Id="rId22" Type="http://schemas.openxmlformats.org/officeDocument/2006/relationships/image" Target="../media/image1078.png"/><Relationship Id="rId43" Type="http://schemas.openxmlformats.org/officeDocument/2006/relationships/image" Target="../media/image1099.png"/><Relationship Id="rId64" Type="http://schemas.openxmlformats.org/officeDocument/2006/relationships/image" Target="../media/image1120.png"/><Relationship Id="rId118" Type="http://schemas.openxmlformats.org/officeDocument/2006/relationships/image" Target="../media/image1171.png"/><Relationship Id="rId139" Type="http://schemas.openxmlformats.org/officeDocument/2006/relationships/image" Target="../media/image1190.png"/><Relationship Id="rId85" Type="http://schemas.openxmlformats.org/officeDocument/2006/relationships/image" Target="../media/image1141.png"/><Relationship Id="rId150" Type="http://schemas.openxmlformats.org/officeDocument/2006/relationships/image" Target="../media/image1201.png"/><Relationship Id="rId171" Type="http://schemas.openxmlformats.org/officeDocument/2006/relationships/image" Target="../media/image1220.png"/><Relationship Id="rId12" Type="http://schemas.openxmlformats.org/officeDocument/2006/relationships/image" Target="../media/image1068.png"/><Relationship Id="rId33" Type="http://schemas.openxmlformats.org/officeDocument/2006/relationships/image" Target="../media/image1089.png"/><Relationship Id="rId108" Type="http://schemas.openxmlformats.org/officeDocument/2006/relationships/image" Target="../media/image1162.png"/><Relationship Id="rId129" Type="http://schemas.openxmlformats.org/officeDocument/2006/relationships/image" Target="../media/image197.png"/><Relationship Id="rId54" Type="http://schemas.openxmlformats.org/officeDocument/2006/relationships/image" Target="../media/image1110.png"/><Relationship Id="rId75" Type="http://schemas.openxmlformats.org/officeDocument/2006/relationships/image" Target="../media/image1131.png"/><Relationship Id="rId96" Type="http://schemas.openxmlformats.org/officeDocument/2006/relationships/image" Target="../media/image934.png"/><Relationship Id="rId140" Type="http://schemas.openxmlformats.org/officeDocument/2006/relationships/image" Target="../media/image1191.png"/><Relationship Id="rId161" Type="http://schemas.openxmlformats.org/officeDocument/2006/relationships/image" Target="../media/image322.png"/><Relationship Id="rId182" Type="http://schemas.openxmlformats.org/officeDocument/2006/relationships/image" Target="../media/image1231.png"/><Relationship Id="rId6" Type="http://schemas.openxmlformats.org/officeDocument/2006/relationships/image" Target="../media/image134.png"/><Relationship Id="rId23" Type="http://schemas.openxmlformats.org/officeDocument/2006/relationships/image" Target="../media/image1079.png"/><Relationship Id="rId119" Type="http://schemas.openxmlformats.org/officeDocument/2006/relationships/image" Target="../media/image1172.png"/><Relationship Id="rId44" Type="http://schemas.openxmlformats.org/officeDocument/2006/relationships/image" Target="../media/image1100.png"/><Relationship Id="rId60" Type="http://schemas.openxmlformats.org/officeDocument/2006/relationships/image" Target="../media/image1116.png"/><Relationship Id="rId65" Type="http://schemas.openxmlformats.org/officeDocument/2006/relationships/image" Target="../media/image1121.png"/><Relationship Id="rId81" Type="http://schemas.openxmlformats.org/officeDocument/2006/relationships/image" Target="../media/image1137.png"/><Relationship Id="rId86" Type="http://schemas.openxmlformats.org/officeDocument/2006/relationships/image" Target="../media/image1142.png"/><Relationship Id="rId130" Type="http://schemas.openxmlformats.org/officeDocument/2006/relationships/image" Target="../media/image1181.png"/><Relationship Id="rId135" Type="http://schemas.openxmlformats.org/officeDocument/2006/relationships/image" Target="../media/image1186.png"/><Relationship Id="rId151" Type="http://schemas.openxmlformats.org/officeDocument/2006/relationships/image" Target="../media/image1202.png"/><Relationship Id="rId156" Type="http://schemas.openxmlformats.org/officeDocument/2006/relationships/image" Target="../media/image1207.png"/><Relationship Id="rId177" Type="http://schemas.openxmlformats.org/officeDocument/2006/relationships/image" Target="../media/image1226.png"/><Relationship Id="rId172" Type="http://schemas.openxmlformats.org/officeDocument/2006/relationships/image" Target="../media/image1221.png"/><Relationship Id="rId13" Type="http://schemas.openxmlformats.org/officeDocument/2006/relationships/image" Target="../media/image1069.png"/><Relationship Id="rId18" Type="http://schemas.openxmlformats.org/officeDocument/2006/relationships/image" Target="../media/image1074.png"/><Relationship Id="rId39" Type="http://schemas.openxmlformats.org/officeDocument/2006/relationships/image" Target="../media/image1095.png"/><Relationship Id="rId109" Type="http://schemas.openxmlformats.org/officeDocument/2006/relationships/image" Target="../media/image1163.png"/><Relationship Id="rId34" Type="http://schemas.openxmlformats.org/officeDocument/2006/relationships/image" Target="../media/image1090.png"/><Relationship Id="rId50" Type="http://schemas.openxmlformats.org/officeDocument/2006/relationships/image" Target="../media/image1106.png"/><Relationship Id="rId55" Type="http://schemas.openxmlformats.org/officeDocument/2006/relationships/image" Target="../media/image1111.png"/><Relationship Id="rId76" Type="http://schemas.openxmlformats.org/officeDocument/2006/relationships/image" Target="../media/image1132.png"/><Relationship Id="rId97" Type="http://schemas.openxmlformats.org/officeDocument/2006/relationships/image" Target="../media/image1151.png"/><Relationship Id="rId104" Type="http://schemas.openxmlformats.org/officeDocument/2006/relationships/image" Target="../media/image1158.png"/><Relationship Id="rId120" Type="http://schemas.openxmlformats.org/officeDocument/2006/relationships/image" Target="../media/image1173.png"/><Relationship Id="rId125" Type="http://schemas.openxmlformats.org/officeDocument/2006/relationships/image" Target="../media/image1177.png"/><Relationship Id="rId141" Type="http://schemas.openxmlformats.org/officeDocument/2006/relationships/image" Target="../media/image1192.png"/><Relationship Id="rId146" Type="http://schemas.openxmlformats.org/officeDocument/2006/relationships/image" Target="../media/image1197.png"/><Relationship Id="rId167" Type="http://schemas.openxmlformats.org/officeDocument/2006/relationships/image" Target="../media/image1217.png"/><Relationship Id="rId7" Type="http://schemas.openxmlformats.org/officeDocument/2006/relationships/image" Target="../media/image1064.png"/><Relationship Id="rId71" Type="http://schemas.openxmlformats.org/officeDocument/2006/relationships/image" Target="../media/image1127.png"/><Relationship Id="rId92" Type="http://schemas.openxmlformats.org/officeDocument/2006/relationships/image" Target="../media/image1148.png"/><Relationship Id="rId162" Type="http://schemas.openxmlformats.org/officeDocument/2006/relationships/image" Target="../media/image1212.png"/><Relationship Id="rId183" Type="http://schemas.openxmlformats.org/officeDocument/2006/relationships/image" Target="../media/image1232.png"/><Relationship Id="rId2" Type="http://schemas.openxmlformats.org/officeDocument/2006/relationships/image" Target="../media/image1062.png"/><Relationship Id="rId29" Type="http://schemas.openxmlformats.org/officeDocument/2006/relationships/image" Target="../media/image1085.png"/><Relationship Id="rId24" Type="http://schemas.openxmlformats.org/officeDocument/2006/relationships/image" Target="../media/image1080.png"/><Relationship Id="rId40" Type="http://schemas.openxmlformats.org/officeDocument/2006/relationships/image" Target="../media/image1096.png"/><Relationship Id="rId45" Type="http://schemas.openxmlformats.org/officeDocument/2006/relationships/image" Target="../media/image1101.png"/><Relationship Id="rId66" Type="http://schemas.openxmlformats.org/officeDocument/2006/relationships/image" Target="../media/image1122.png"/><Relationship Id="rId87" Type="http://schemas.openxmlformats.org/officeDocument/2006/relationships/image" Target="../media/image1143.png"/><Relationship Id="rId110" Type="http://schemas.openxmlformats.org/officeDocument/2006/relationships/image" Target="../media/image1164.png"/><Relationship Id="rId115" Type="http://schemas.openxmlformats.org/officeDocument/2006/relationships/image" Target="../media/image50.png"/><Relationship Id="rId131" Type="http://schemas.openxmlformats.org/officeDocument/2006/relationships/image" Target="../media/image1182.png"/><Relationship Id="rId136" Type="http://schemas.openxmlformats.org/officeDocument/2006/relationships/image" Target="../media/image1187.png"/><Relationship Id="rId157" Type="http://schemas.openxmlformats.org/officeDocument/2006/relationships/image" Target="../media/image1208.png"/><Relationship Id="rId178" Type="http://schemas.openxmlformats.org/officeDocument/2006/relationships/image" Target="../media/image1227.png"/><Relationship Id="rId61" Type="http://schemas.openxmlformats.org/officeDocument/2006/relationships/image" Target="../media/image1117.png"/><Relationship Id="rId82" Type="http://schemas.openxmlformats.org/officeDocument/2006/relationships/image" Target="../media/image1138.png"/><Relationship Id="rId152" Type="http://schemas.openxmlformats.org/officeDocument/2006/relationships/image" Target="../media/image1203.png"/><Relationship Id="rId173" Type="http://schemas.openxmlformats.org/officeDocument/2006/relationships/image" Target="../media/image1222.png"/><Relationship Id="rId19" Type="http://schemas.openxmlformats.org/officeDocument/2006/relationships/image" Target="../media/image1075.png"/><Relationship Id="rId14" Type="http://schemas.openxmlformats.org/officeDocument/2006/relationships/image" Target="../media/image1070.png"/><Relationship Id="rId30" Type="http://schemas.openxmlformats.org/officeDocument/2006/relationships/image" Target="../media/image1086.png"/><Relationship Id="rId35" Type="http://schemas.openxmlformats.org/officeDocument/2006/relationships/image" Target="../media/image1091.png"/><Relationship Id="rId56" Type="http://schemas.openxmlformats.org/officeDocument/2006/relationships/image" Target="../media/image1112.png"/><Relationship Id="rId77" Type="http://schemas.openxmlformats.org/officeDocument/2006/relationships/image" Target="../media/image1133.png"/><Relationship Id="rId100" Type="http://schemas.openxmlformats.org/officeDocument/2006/relationships/image" Target="../media/image1154.png"/><Relationship Id="rId105" Type="http://schemas.openxmlformats.org/officeDocument/2006/relationships/image" Target="../media/image1159.png"/><Relationship Id="rId126" Type="http://schemas.openxmlformats.org/officeDocument/2006/relationships/image" Target="../media/image1178.png"/><Relationship Id="rId147" Type="http://schemas.openxmlformats.org/officeDocument/2006/relationships/image" Target="../media/image1198.png"/><Relationship Id="rId168" Type="http://schemas.openxmlformats.org/officeDocument/2006/relationships/image" Target="../media/image745.png"/><Relationship Id="rId8" Type="http://schemas.openxmlformats.org/officeDocument/2006/relationships/image" Target="../media/image1065.png"/><Relationship Id="rId51" Type="http://schemas.openxmlformats.org/officeDocument/2006/relationships/image" Target="../media/image1107.png"/><Relationship Id="rId72" Type="http://schemas.openxmlformats.org/officeDocument/2006/relationships/image" Target="../media/image1128.png"/><Relationship Id="rId93" Type="http://schemas.openxmlformats.org/officeDocument/2006/relationships/image" Target="../media/image1149.png"/><Relationship Id="rId98" Type="http://schemas.openxmlformats.org/officeDocument/2006/relationships/image" Target="../media/image1152.png"/><Relationship Id="rId121" Type="http://schemas.openxmlformats.org/officeDocument/2006/relationships/image" Target="../media/image30.png"/><Relationship Id="rId142" Type="http://schemas.openxmlformats.org/officeDocument/2006/relationships/image" Target="../media/image1193.png"/><Relationship Id="rId163" Type="http://schemas.openxmlformats.org/officeDocument/2006/relationships/image" Target="../media/image1213.png"/><Relationship Id="rId184" Type="http://schemas.openxmlformats.org/officeDocument/2006/relationships/image" Target="../media/image1233.png"/><Relationship Id="rId3" Type="http://schemas.openxmlformats.org/officeDocument/2006/relationships/image" Target="../media/image1063.png"/><Relationship Id="rId25" Type="http://schemas.openxmlformats.org/officeDocument/2006/relationships/image" Target="../media/image1081.png"/><Relationship Id="rId46" Type="http://schemas.openxmlformats.org/officeDocument/2006/relationships/image" Target="../media/image1102.png"/><Relationship Id="rId67" Type="http://schemas.openxmlformats.org/officeDocument/2006/relationships/image" Target="../media/image1123.png"/><Relationship Id="rId116" Type="http://schemas.openxmlformats.org/officeDocument/2006/relationships/image" Target="../media/image1169.png"/><Relationship Id="rId137" Type="http://schemas.openxmlformats.org/officeDocument/2006/relationships/image" Target="../media/image1188.png"/><Relationship Id="rId158" Type="http://schemas.openxmlformats.org/officeDocument/2006/relationships/image" Target="../media/image1209.png"/><Relationship Id="rId20" Type="http://schemas.openxmlformats.org/officeDocument/2006/relationships/image" Target="../media/image1076.png"/><Relationship Id="rId41" Type="http://schemas.openxmlformats.org/officeDocument/2006/relationships/image" Target="../media/image1097.png"/><Relationship Id="rId62" Type="http://schemas.openxmlformats.org/officeDocument/2006/relationships/image" Target="../media/image1118.png"/><Relationship Id="rId83" Type="http://schemas.openxmlformats.org/officeDocument/2006/relationships/image" Target="../media/image1139.png"/><Relationship Id="rId88" Type="http://schemas.openxmlformats.org/officeDocument/2006/relationships/image" Target="../media/image1144.png"/><Relationship Id="rId111" Type="http://schemas.openxmlformats.org/officeDocument/2006/relationships/image" Target="../media/image1165.png"/><Relationship Id="rId132" Type="http://schemas.openxmlformats.org/officeDocument/2006/relationships/image" Target="../media/image1183.png"/><Relationship Id="rId153" Type="http://schemas.openxmlformats.org/officeDocument/2006/relationships/image" Target="../media/image1204.png"/><Relationship Id="rId174" Type="http://schemas.openxmlformats.org/officeDocument/2006/relationships/image" Target="../media/image1223.png"/><Relationship Id="rId179" Type="http://schemas.openxmlformats.org/officeDocument/2006/relationships/image" Target="../media/image1228.png"/><Relationship Id="rId15" Type="http://schemas.openxmlformats.org/officeDocument/2006/relationships/image" Target="../media/image1071.png"/><Relationship Id="rId36" Type="http://schemas.openxmlformats.org/officeDocument/2006/relationships/image" Target="../media/image1092.png"/><Relationship Id="rId57" Type="http://schemas.openxmlformats.org/officeDocument/2006/relationships/image" Target="../media/image1113.png"/><Relationship Id="rId106" Type="http://schemas.openxmlformats.org/officeDocument/2006/relationships/image" Target="../media/image1160.png"/><Relationship Id="rId127" Type="http://schemas.openxmlformats.org/officeDocument/2006/relationships/image" Target="../media/image1179.png"/><Relationship Id="rId10" Type="http://schemas.openxmlformats.org/officeDocument/2006/relationships/image" Target="../media/image1066.png"/><Relationship Id="rId31" Type="http://schemas.openxmlformats.org/officeDocument/2006/relationships/image" Target="../media/image1087.png"/><Relationship Id="rId52" Type="http://schemas.openxmlformats.org/officeDocument/2006/relationships/image" Target="../media/image1108.png"/><Relationship Id="rId73" Type="http://schemas.openxmlformats.org/officeDocument/2006/relationships/image" Target="../media/image1129.png"/><Relationship Id="rId78" Type="http://schemas.openxmlformats.org/officeDocument/2006/relationships/image" Target="../media/image1134.png"/><Relationship Id="rId94" Type="http://schemas.openxmlformats.org/officeDocument/2006/relationships/image" Target="../media/image1150.png"/><Relationship Id="rId99" Type="http://schemas.openxmlformats.org/officeDocument/2006/relationships/image" Target="../media/image1153.png"/><Relationship Id="rId101" Type="http://schemas.openxmlformats.org/officeDocument/2006/relationships/image" Target="../media/image1155.png"/><Relationship Id="rId122" Type="http://schemas.openxmlformats.org/officeDocument/2006/relationships/image" Target="../media/image1174.png"/><Relationship Id="rId143" Type="http://schemas.openxmlformats.org/officeDocument/2006/relationships/image" Target="../media/image1194.png"/><Relationship Id="rId148" Type="http://schemas.openxmlformats.org/officeDocument/2006/relationships/image" Target="../media/image1199.png"/><Relationship Id="rId164" Type="http://schemas.openxmlformats.org/officeDocument/2006/relationships/image" Target="../media/image1214.png"/><Relationship Id="rId169" Type="http://schemas.openxmlformats.org/officeDocument/2006/relationships/image" Target="../media/image1218.png"/><Relationship Id="rId4" Type="http://schemas.openxmlformats.org/officeDocument/2006/relationships/image" Target="../media/image228.png"/><Relationship Id="rId9" Type="http://schemas.openxmlformats.org/officeDocument/2006/relationships/image" Target="../media/image229.png"/><Relationship Id="rId180" Type="http://schemas.openxmlformats.org/officeDocument/2006/relationships/image" Target="../media/image1229.png"/><Relationship Id="rId26" Type="http://schemas.openxmlformats.org/officeDocument/2006/relationships/image" Target="../media/image1082.png"/><Relationship Id="rId47" Type="http://schemas.openxmlformats.org/officeDocument/2006/relationships/image" Target="../media/image1103.png"/><Relationship Id="rId68" Type="http://schemas.openxmlformats.org/officeDocument/2006/relationships/image" Target="../media/image1124.png"/><Relationship Id="rId89" Type="http://schemas.openxmlformats.org/officeDocument/2006/relationships/image" Target="../media/image1145.png"/><Relationship Id="rId112" Type="http://schemas.openxmlformats.org/officeDocument/2006/relationships/image" Target="../media/image1166.png"/><Relationship Id="rId133" Type="http://schemas.openxmlformats.org/officeDocument/2006/relationships/image" Target="../media/image1184.png"/><Relationship Id="rId154" Type="http://schemas.openxmlformats.org/officeDocument/2006/relationships/image" Target="../media/image1205.png"/><Relationship Id="rId175" Type="http://schemas.openxmlformats.org/officeDocument/2006/relationships/image" Target="../media/image1224.png"/><Relationship Id="rId16" Type="http://schemas.openxmlformats.org/officeDocument/2006/relationships/image" Target="../media/image1072.png"/><Relationship Id="rId37" Type="http://schemas.openxmlformats.org/officeDocument/2006/relationships/image" Target="../media/image1093.png"/><Relationship Id="rId58" Type="http://schemas.openxmlformats.org/officeDocument/2006/relationships/image" Target="../media/image1114.png"/><Relationship Id="rId79" Type="http://schemas.openxmlformats.org/officeDocument/2006/relationships/image" Target="../media/image1135.png"/><Relationship Id="rId102" Type="http://schemas.openxmlformats.org/officeDocument/2006/relationships/image" Target="../media/image1156.png"/><Relationship Id="rId123" Type="http://schemas.openxmlformats.org/officeDocument/2006/relationships/image" Target="../media/image1175.png"/><Relationship Id="rId144" Type="http://schemas.openxmlformats.org/officeDocument/2006/relationships/image" Target="../media/image1195.png"/><Relationship Id="rId90" Type="http://schemas.openxmlformats.org/officeDocument/2006/relationships/image" Target="../media/image1146.png"/><Relationship Id="rId165" Type="http://schemas.openxmlformats.org/officeDocument/2006/relationships/image" Target="../media/image1215.png"/><Relationship Id="rId27" Type="http://schemas.openxmlformats.org/officeDocument/2006/relationships/image" Target="../media/image1083.png"/><Relationship Id="rId48" Type="http://schemas.openxmlformats.org/officeDocument/2006/relationships/image" Target="../media/image1104.png"/><Relationship Id="rId69" Type="http://schemas.openxmlformats.org/officeDocument/2006/relationships/image" Target="../media/image1125.png"/><Relationship Id="rId113" Type="http://schemas.openxmlformats.org/officeDocument/2006/relationships/image" Target="../media/image1167.png"/><Relationship Id="rId134" Type="http://schemas.openxmlformats.org/officeDocument/2006/relationships/image" Target="../media/image1185.png"/><Relationship Id="rId80" Type="http://schemas.openxmlformats.org/officeDocument/2006/relationships/image" Target="../media/image1136.png"/><Relationship Id="rId155" Type="http://schemas.openxmlformats.org/officeDocument/2006/relationships/image" Target="../media/image1206.png"/><Relationship Id="rId176" Type="http://schemas.openxmlformats.org/officeDocument/2006/relationships/image" Target="../media/image1225.png"/><Relationship Id="rId17" Type="http://schemas.openxmlformats.org/officeDocument/2006/relationships/image" Target="../media/image1073.png"/><Relationship Id="rId38" Type="http://schemas.openxmlformats.org/officeDocument/2006/relationships/image" Target="../media/image1094.png"/><Relationship Id="rId59" Type="http://schemas.openxmlformats.org/officeDocument/2006/relationships/image" Target="../media/image1115.png"/><Relationship Id="rId103" Type="http://schemas.openxmlformats.org/officeDocument/2006/relationships/image" Target="../media/image1157.png"/><Relationship Id="rId124" Type="http://schemas.openxmlformats.org/officeDocument/2006/relationships/image" Target="../media/image1176.png"/><Relationship Id="rId70" Type="http://schemas.openxmlformats.org/officeDocument/2006/relationships/image" Target="../media/image1126.png"/><Relationship Id="rId91" Type="http://schemas.openxmlformats.org/officeDocument/2006/relationships/image" Target="../media/image1147.png"/><Relationship Id="rId145" Type="http://schemas.openxmlformats.org/officeDocument/2006/relationships/image" Target="../media/image1196.png"/><Relationship Id="rId166" Type="http://schemas.openxmlformats.org/officeDocument/2006/relationships/image" Target="../media/image1216.png"/><Relationship Id="rId1" Type="http://schemas.openxmlformats.org/officeDocument/2006/relationships/slideLayout" Target="../slideLayouts/slideLayout5.xml"/><Relationship Id="rId28" Type="http://schemas.openxmlformats.org/officeDocument/2006/relationships/image" Target="../media/image1084.png"/><Relationship Id="rId49" Type="http://schemas.openxmlformats.org/officeDocument/2006/relationships/image" Target="../media/image1105.png"/><Relationship Id="rId114" Type="http://schemas.openxmlformats.org/officeDocument/2006/relationships/image" Target="../media/image116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25" y="770731"/>
            <a:ext cx="10693400" cy="6015038"/>
          </a:xfrm>
          <a:prstGeom prst="rect">
            <a:avLst/>
          </a:prstGeom>
          <a:gradFill rotWithShape="1">
            <a:gsLst>
              <a:gs pos="0">
                <a:srgbClr val="0D2340">
                  <a:alpha val="6000"/>
                </a:srgbClr>
              </a:gs>
              <a:gs pos="35000">
                <a:srgbClr val="1A3A5C">
                  <a:alpha val="6000"/>
                </a:srgbClr>
              </a:gs>
              <a:gs pos="65000">
                <a:srgbClr val="1A3A5C">
                  <a:alpha val="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4065720" y="2434517"/>
            <a:ext cx="556948" cy="55694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0D9488">
                  <a:alpha val="100000"/>
                </a:srgbClr>
              </a:gs>
              <a:gs pos="100000">
                <a:srgbClr val="14B8A6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0D9488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283974" y="2557046"/>
            <a:ext cx="164909" cy="222779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>
              <a:lnSpc>
                <a:spcPct val="87805"/>
              </a:lnSpc>
            </a:pPr>
            <a:r>
              <a:rPr lang="en-US" sz="157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579" dirty="0"/>
          </a:p>
        </p:txBody>
      </p:sp>
      <p:sp>
        <p:nvSpPr>
          <p:cNvPr id="5" name="Text 3"/>
          <p:cNvSpPr/>
          <p:nvPr/>
        </p:nvSpPr>
        <p:spPr>
          <a:xfrm>
            <a:off x="4253951" y="2785395"/>
            <a:ext cx="225042" cy="10582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570" b="1" spc="13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</a:t>
            </a:r>
            <a:endParaRPr lang="en-US" sz="570" dirty="0"/>
          </a:p>
        </p:txBody>
      </p:sp>
      <p:sp>
        <p:nvSpPr>
          <p:cNvPr id="6" name="Shape 4"/>
          <p:cNvSpPr/>
          <p:nvPr/>
        </p:nvSpPr>
        <p:spPr>
          <a:xfrm>
            <a:off x="4734057" y="2434517"/>
            <a:ext cx="556948" cy="55694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1E3A5F">
                  <a:alpha val="100000"/>
                </a:srgbClr>
              </a:gs>
              <a:gs pos="100000">
                <a:srgbClr val="1A3A5C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1E3A5F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52311" y="2557046"/>
            <a:ext cx="164909" cy="222779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>
              <a:lnSpc>
                <a:spcPct val="87805"/>
              </a:lnSpc>
            </a:pPr>
            <a:r>
              <a:rPr lang="en-US" sz="157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</a:t>
            </a:r>
            <a:endParaRPr lang="en-US" sz="1579" dirty="0"/>
          </a:p>
        </p:txBody>
      </p:sp>
      <p:sp>
        <p:nvSpPr>
          <p:cNvPr id="8" name="Text 6"/>
          <p:cNvSpPr/>
          <p:nvPr/>
        </p:nvSpPr>
        <p:spPr>
          <a:xfrm>
            <a:off x="4922288" y="2785395"/>
            <a:ext cx="225042" cy="10582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570" b="1" spc="13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</a:t>
            </a:r>
            <a:endParaRPr lang="en-US" sz="570" dirty="0"/>
          </a:p>
        </p:txBody>
      </p:sp>
      <p:sp>
        <p:nvSpPr>
          <p:cNvPr id="9" name="Shape 7"/>
          <p:cNvSpPr/>
          <p:nvPr/>
        </p:nvSpPr>
        <p:spPr>
          <a:xfrm>
            <a:off x="5402395" y="2434517"/>
            <a:ext cx="556948" cy="55694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9B1C3A">
                  <a:alpha val="100000"/>
                </a:srgbClr>
              </a:gs>
              <a:gs pos="100000">
                <a:srgbClr val="BE123C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9B1C3A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20649" y="2557046"/>
            <a:ext cx="164909" cy="222779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>
              <a:lnSpc>
                <a:spcPct val="87805"/>
              </a:lnSpc>
            </a:pPr>
            <a:r>
              <a:rPr lang="en-US" sz="157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579" dirty="0"/>
          </a:p>
        </p:txBody>
      </p:sp>
      <p:sp>
        <p:nvSpPr>
          <p:cNvPr id="11" name="Text 9"/>
          <p:cNvSpPr/>
          <p:nvPr/>
        </p:nvSpPr>
        <p:spPr>
          <a:xfrm>
            <a:off x="5590626" y="2785395"/>
            <a:ext cx="225042" cy="10582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570" b="1" spc="13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570" dirty="0"/>
          </a:p>
        </p:txBody>
      </p:sp>
      <p:sp>
        <p:nvSpPr>
          <p:cNvPr id="12" name="Shape 10"/>
          <p:cNvSpPr/>
          <p:nvPr/>
        </p:nvSpPr>
        <p:spPr>
          <a:xfrm>
            <a:off x="6126427" y="2434517"/>
            <a:ext cx="556948" cy="556948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6D28D9">
                  <a:alpha val="100000"/>
                </a:srgbClr>
              </a:gs>
              <a:gs pos="100000">
                <a:srgbClr val="5B21B6">
                  <a:alpha val="100000"/>
                </a:srgbClr>
              </a:gs>
            </a:gsLst>
            <a:lin ang="2700000" scaled="0"/>
          </a:gradFill>
          <a:ln/>
          <a:effectLst>
            <a:outerShdw blurRad="228600" dist="76200" dir="5400000" algn="bl" rotWithShape="0">
              <a:srgbClr val="6D28D9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88812" y="2557046"/>
            <a:ext cx="165344" cy="222779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87805"/>
              </a:lnSpc>
            </a:pPr>
            <a:r>
              <a:rPr lang="en-US" sz="1579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◎</a:t>
            </a:r>
            <a:endParaRPr lang="en-US" sz="1579" dirty="0"/>
          </a:p>
        </p:txBody>
      </p:sp>
      <p:sp>
        <p:nvSpPr>
          <p:cNvPr id="14" name="Text 12"/>
          <p:cNvSpPr/>
          <p:nvPr/>
        </p:nvSpPr>
        <p:spPr>
          <a:xfrm>
            <a:off x="6258963" y="2785395"/>
            <a:ext cx="225042" cy="10582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570" b="1" spc="13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</a:t>
            </a:r>
            <a:endParaRPr lang="en-US" sz="570" dirty="0"/>
          </a:p>
        </p:txBody>
      </p:sp>
      <p:sp>
        <p:nvSpPr>
          <p:cNvPr id="15" name="Text 13"/>
          <p:cNvSpPr/>
          <p:nvPr/>
        </p:nvSpPr>
        <p:spPr>
          <a:xfrm>
            <a:off x="2372382" y="3175702"/>
            <a:ext cx="5948637" cy="904344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/>
          </a:bodyPr>
          <a:lstStyle/>
          <a:p>
            <a:pPr algn="ctr">
              <a:lnSpc>
                <a:spcPct val="96585"/>
              </a:lnSpc>
            </a:pPr>
            <a:r>
              <a:rPr lang="en-US" sz="3157" b="1" dirty="0">
                <a:solidFill>
                  <a:srgbClr val="0D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and Evaluating RAG Systems with </a:t>
            </a:r>
            <a:r>
              <a:rPr lang="en-US" sz="3157" b="1" dirty="0" err="1">
                <a:solidFill>
                  <a:srgbClr val="0D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</a:t>
            </a:r>
            <a:endParaRPr lang="en-US" sz="3157" dirty="0"/>
          </a:p>
        </p:txBody>
      </p:sp>
      <p:sp>
        <p:nvSpPr>
          <p:cNvPr id="16" name="Text 14"/>
          <p:cNvSpPr/>
          <p:nvPr/>
        </p:nvSpPr>
        <p:spPr>
          <a:xfrm>
            <a:off x="1568323" y="4302825"/>
            <a:ext cx="7556756" cy="245057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ctr"/>
            <a:r>
              <a:rPr lang="en-US" sz="1491" dirty="0">
                <a:solidFill>
                  <a:srgbClr val="6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Multi-Domain RAGBench Study · Biomedical · Legal · Financial · General Knowledge</a:t>
            </a:r>
            <a:endParaRPr lang="en-US" sz="1491" dirty="0"/>
          </a:p>
        </p:txBody>
      </p:sp>
      <p:sp>
        <p:nvSpPr>
          <p:cNvPr id="17" name="Shape 15"/>
          <p:cNvSpPr/>
          <p:nvPr/>
        </p:nvSpPr>
        <p:spPr>
          <a:xfrm>
            <a:off x="4566973" y="4770662"/>
            <a:ext cx="1559454" cy="1113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D9488">
                  <a:alpha val="100000"/>
                </a:srgbClr>
              </a:gs>
              <a:gs pos="100000">
                <a:srgbClr val="6D28D9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662015" y="4937746"/>
            <a:ext cx="5480759" cy="178223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ctr"/>
            <a:r>
              <a:rPr lang="en-US" sz="965" spc="44" dirty="0">
                <a:solidFill>
                  <a:srgbClr val="6E6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Arhan · Dhananjay · </a:t>
            </a:r>
            <a:r>
              <a:rPr lang="en-US" sz="965" spc="44" dirty="0" err="1">
                <a:solidFill>
                  <a:srgbClr val="6E6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Pritvish</a:t>
            </a:r>
            <a:r>
              <a:rPr lang="en-US" sz="965" spc="44" dirty="0">
                <a:solidFill>
                  <a:srgbClr val="6E6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Venkat · Capstone Project 2026</a:t>
            </a:r>
            <a:endParaRPr lang="en-US" sz="965" dirty="0"/>
          </a:p>
        </p:txBody>
      </p:sp>
      <p:pic>
        <p:nvPicPr>
          <p:cNvPr id="19" name="Picture 18" descr="IIIT Hyderabad">
            <a:extLst>
              <a:ext uri="{FF2B5EF4-FFF2-40B4-BE49-F238E27FC236}">
                <a16:creationId xmlns:a16="http://schemas.microsoft.com/office/drawing/2014/main" id="{6CE9638F-5527-932B-6C04-50181D0DD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220" y="859843"/>
            <a:ext cx="2160958" cy="11138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DA3B269-E0D9-E972-AC0C-4CB150103ADD}"/>
              </a:ext>
            </a:extLst>
          </p:cNvPr>
          <p:cNvSpPr txBox="1"/>
          <p:nvPr/>
        </p:nvSpPr>
        <p:spPr>
          <a:xfrm>
            <a:off x="2578560" y="1995130"/>
            <a:ext cx="5647669" cy="32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91" dirty="0">
                <a:solidFill>
                  <a:srgbClr val="6E6E6A"/>
                </a:solidFill>
                <a:latin typeface="Arial" pitchFamily="34" charset="0"/>
                <a:cs typeface="Arial" pitchFamily="34" charset="-120"/>
              </a:rPr>
              <a:t>Batch 26 ·  </a:t>
            </a:r>
            <a:r>
              <a:rPr lang="it-IT" sz="1491" dirty="0">
                <a:solidFill>
                  <a:srgbClr val="6E6E6A"/>
                </a:solidFill>
                <a:latin typeface="Arial" pitchFamily="34" charset="0"/>
                <a:cs typeface="Arial" pitchFamily="34" charset="-120"/>
              </a:rPr>
              <a:t>PG Certification Programme in AI/ML</a:t>
            </a:r>
            <a:r>
              <a:rPr lang="en-IN" sz="1491" dirty="0">
                <a:solidFill>
                  <a:srgbClr val="6E6E6A"/>
                </a:solidFill>
                <a:latin typeface="Arial" pitchFamily="34" charset="0"/>
                <a:cs typeface="Arial" pitchFamily="34" charset="-120"/>
              </a:rPr>
              <a:t>· RAG Group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0730" y="1158493"/>
            <a:ext cx="527050" cy="83185"/>
          </a:xfrm>
          <a:custGeom>
            <a:avLst/>
            <a:gdLst/>
            <a:ahLst/>
            <a:cxnLst/>
            <a:rect l="l" t="t" r="r" b="b"/>
            <a:pathLst>
              <a:path w="527050" h="83184">
                <a:moveTo>
                  <a:pt x="58686" y="53073"/>
                </a:moveTo>
                <a:lnTo>
                  <a:pt x="44538" y="52425"/>
                </a:lnTo>
                <a:lnTo>
                  <a:pt x="43662" y="58229"/>
                </a:lnTo>
                <a:lnTo>
                  <a:pt x="41922" y="62649"/>
                </a:lnTo>
                <a:lnTo>
                  <a:pt x="36766" y="68668"/>
                </a:lnTo>
                <a:lnTo>
                  <a:pt x="33655" y="70180"/>
                </a:lnTo>
                <a:lnTo>
                  <a:pt x="26606" y="70180"/>
                </a:lnTo>
                <a:lnTo>
                  <a:pt x="14211" y="47548"/>
                </a:lnTo>
                <a:lnTo>
                  <a:pt x="14211" y="35267"/>
                </a:lnTo>
                <a:lnTo>
                  <a:pt x="26606" y="12484"/>
                </a:lnTo>
                <a:lnTo>
                  <a:pt x="33477" y="12484"/>
                </a:lnTo>
                <a:lnTo>
                  <a:pt x="36436" y="13881"/>
                </a:lnTo>
                <a:lnTo>
                  <a:pt x="41376" y="19456"/>
                </a:lnTo>
                <a:lnTo>
                  <a:pt x="43103" y="23545"/>
                </a:lnTo>
                <a:lnTo>
                  <a:pt x="44069" y="28905"/>
                </a:lnTo>
                <a:lnTo>
                  <a:pt x="58280" y="28194"/>
                </a:lnTo>
                <a:lnTo>
                  <a:pt x="56819" y="19215"/>
                </a:lnTo>
                <a:lnTo>
                  <a:pt x="53619" y="12280"/>
                </a:lnTo>
                <a:lnTo>
                  <a:pt x="43700" y="2463"/>
                </a:lnTo>
                <a:lnTo>
                  <a:pt x="37490" y="0"/>
                </a:lnTo>
                <a:lnTo>
                  <a:pt x="23634" y="0"/>
                </a:lnTo>
                <a:lnTo>
                  <a:pt x="0" y="32905"/>
                </a:lnTo>
                <a:lnTo>
                  <a:pt x="0" y="49936"/>
                </a:lnTo>
                <a:lnTo>
                  <a:pt x="23634" y="82651"/>
                </a:lnTo>
                <a:lnTo>
                  <a:pt x="30035" y="82651"/>
                </a:lnTo>
                <a:lnTo>
                  <a:pt x="37795" y="82651"/>
                </a:lnTo>
                <a:lnTo>
                  <a:pt x="44183" y="80060"/>
                </a:lnTo>
                <a:lnTo>
                  <a:pt x="54190" y="69684"/>
                </a:lnTo>
                <a:lnTo>
                  <a:pt x="57353" y="62420"/>
                </a:lnTo>
                <a:lnTo>
                  <a:pt x="58686" y="53073"/>
                </a:lnTo>
                <a:close/>
              </a:path>
              <a:path w="527050" h="83184">
                <a:moveTo>
                  <a:pt x="137236" y="32562"/>
                </a:moveTo>
                <a:lnTo>
                  <a:pt x="136080" y="25044"/>
                </a:lnTo>
                <a:lnTo>
                  <a:pt x="131495" y="12712"/>
                </a:lnTo>
                <a:lnTo>
                  <a:pt x="131330" y="12484"/>
                </a:lnTo>
                <a:lnTo>
                  <a:pt x="128143" y="8026"/>
                </a:lnTo>
                <a:lnTo>
                  <a:pt x="123012" y="4305"/>
                </a:lnTo>
                <a:lnTo>
                  <a:pt x="123012" y="34950"/>
                </a:lnTo>
                <a:lnTo>
                  <a:pt x="123012" y="47929"/>
                </a:lnTo>
                <a:lnTo>
                  <a:pt x="110947" y="70180"/>
                </a:lnTo>
                <a:lnTo>
                  <a:pt x="104292" y="70180"/>
                </a:lnTo>
                <a:lnTo>
                  <a:pt x="92189" y="47929"/>
                </a:lnTo>
                <a:lnTo>
                  <a:pt x="92189" y="34950"/>
                </a:lnTo>
                <a:lnTo>
                  <a:pt x="104292" y="12484"/>
                </a:lnTo>
                <a:lnTo>
                  <a:pt x="110947" y="12484"/>
                </a:lnTo>
                <a:lnTo>
                  <a:pt x="123012" y="34950"/>
                </a:lnTo>
                <a:lnTo>
                  <a:pt x="123012" y="4305"/>
                </a:lnTo>
                <a:lnTo>
                  <a:pt x="119303" y="1612"/>
                </a:lnTo>
                <a:lnTo>
                  <a:pt x="113931" y="0"/>
                </a:lnTo>
                <a:lnTo>
                  <a:pt x="101269" y="0"/>
                </a:lnTo>
                <a:lnTo>
                  <a:pt x="77978" y="32562"/>
                </a:lnTo>
                <a:lnTo>
                  <a:pt x="77978" y="50241"/>
                </a:lnTo>
                <a:lnTo>
                  <a:pt x="101269" y="82651"/>
                </a:lnTo>
                <a:lnTo>
                  <a:pt x="113931" y="82651"/>
                </a:lnTo>
                <a:lnTo>
                  <a:pt x="137236" y="50241"/>
                </a:lnTo>
                <a:lnTo>
                  <a:pt x="137236" y="32562"/>
                </a:lnTo>
                <a:close/>
              </a:path>
              <a:path w="527050" h="83184">
                <a:moveTo>
                  <a:pt x="211645" y="1790"/>
                </a:moveTo>
                <a:lnTo>
                  <a:pt x="198323" y="1790"/>
                </a:lnTo>
                <a:lnTo>
                  <a:pt x="198323" y="58547"/>
                </a:lnTo>
                <a:lnTo>
                  <a:pt x="181305" y="18249"/>
                </a:lnTo>
                <a:lnTo>
                  <a:pt x="174345" y="1790"/>
                </a:lnTo>
                <a:lnTo>
                  <a:pt x="159512" y="1790"/>
                </a:lnTo>
                <a:lnTo>
                  <a:pt x="159512" y="80873"/>
                </a:lnTo>
                <a:lnTo>
                  <a:pt x="172834" y="80873"/>
                </a:lnTo>
                <a:lnTo>
                  <a:pt x="172834" y="24117"/>
                </a:lnTo>
                <a:lnTo>
                  <a:pt x="196799" y="80873"/>
                </a:lnTo>
                <a:lnTo>
                  <a:pt x="211645" y="80873"/>
                </a:lnTo>
                <a:lnTo>
                  <a:pt x="211645" y="64338"/>
                </a:lnTo>
                <a:lnTo>
                  <a:pt x="211645" y="1790"/>
                </a:lnTo>
                <a:close/>
              </a:path>
              <a:path w="527050" h="83184">
                <a:moveTo>
                  <a:pt x="292506" y="1790"/>
                </a:moveTo>
                <a:lnTo>
                  <a:pt x="234581" y="1790"/>
                </a:lnTo>
                <a:lnTo>
                  <a:pt x="234581" y="14439"/>
                </a:lnTo>
                <a:lnTo>
                  <a:pt x="256667" y="14439"/>
                </a:lnTo>
                <a:lnTo>
                  <a:pt x="256667" y="80873"/>
                </a:lnTo>
                <a:lnTo>
                  <a:pt x="270433" y="80873"/>
                </a:lnTo>
                <a:lnTo>
                  <a:pt x="270433" y="14439"/>
                </a:lnTo>
                <a:lnTo>
                  <a:pt x="292506" y="14439"/>
                </a:lnTo>
                <a:lnTo>
                  <a:pt x="292506" y="1790"/>
                </a:lnTo>
                <a:close/>
              </a:path>
              <a:path w="527050" h="83184">
                <a:moveTo>
                  <a:pt x="367588" y="68224"/>
                </a:moveTo>
                <a:lnTo>
                  <a:pt x="331444" y="68224"/>
                </a:lnTo>
                <a:lnTo>
                  <a:pt x="331444" y="47396"/>
                </a:lnTo>
                <a:lnTo>
                  <a:pt x="365353" y="47396"/>
                </a:lnTo>
                <a:lnTo>
                  <a:pt x="365353" y="35052"/>
                </a:lnTo>
                <a:lnTo>
                  <a:pt x="331444" y="35052"/>
                </a:lnTo>
                <a:lnTo>
                  <a:pt x="331444" y="14439"/>
                </a:lnTo>
                <a:lnTo>
                  <a:pt x="366687" y="14439"/>
                </a:lnTo>
                <a:lnTo>
                  <a:pt x="366687" y="1790"/>
                </a:lnTo>
                <a:lnTo>
                  <a:pt x="317677" y="1790"/>
                </a:lnTo>
                <a:lnTo>
                  <a:pt x="317677" y="80873"/>
                </a:lnTo>
                <a:lnTo>
                  <a:pt x="367588" y="80873"/>
                </a:lnTo>
                <a:lnTo>
                  <a:pt x="367588" y="68224"/>
                </a:lnTo>
                <a:close/>
              </a:path>
              <a:path w="527050" h="83184">
                <a:moveTo>
                  <a:pt x="448500" y="80873"/>
                </a:moveTo>
                <a:lnTo>
                  <a:pt x="428625" y="41224"/>
                </a:lnTo>
                <a:lnTo>
                  <a:pt x="448144" y="1790"/>
                </a:lnTo>
                <a:lnTo>
                  <a:pt x="433120" y="1790"/>
                </a:lnTo>
                <a:lnTo>
                  <a:pt x="419646" y="30810"/>
                </a:lnTo>
                <a:lnTo>
                  <a:pt x="406171" y="1790"/>
                </a:lnTo>
                <a:lnTo>
                  <a:pt x="390842" y="1790"/>
                </a:lnTo>
                <a:lnTo>
                  <a:pt x="410362" y="41059"/>
                </a:lnTo>
                <a:lnTo>
                  <a:pt x="390486" y="80873"/>
                </a:lnTo>
                <a:lnTo>
                  <a:pt x="405498" y="80873"/>
                </a:lnTo>
                <a:lnTo>
                  <a:pt x="419328" y="51308"/>
                </a:lnTo>
                <a:lnTo>
                  <a:pt x="433171" y="80873"/>
                </a:lnTo>
                <a:lnTo>
                  <a:pt x="448500" y="80873"/>
                </a:lnTo>
                <a:close/>
              </a:path>
              <a:path w="527050" h="83184">
                <a:moveTo>
                  <a:pt x="526427" y="1790"/>
                </a:moveTo>
                <a:lnTo>
                  <a:pt x="468503" y="1790"/>
                </a:lnTo>
                <a:lnTo>
                  <a:pt x="468503" y="14439"/>
                </a:lnTo>
                <a:lnTo>
                  <a:pt x="490575" y="14439"/>
                </a:lnTo>
                <a:lnTo>
                  <a:pt x="490575" y="80873"/>
                </a:lnTo>
                <a:lnTo>
                  <a:pt x="504342" y="80873"/>
                </a:lnTo>
                <a:lnTo>
                  <a:pt x="504342" y="14439"/>
                </a:lnTo>
                <a:lnTo>
                  <a:pt x="526427" y="14439"/>
                </a:lnTo>
                <a:lnTo>
                  <a:pt x="526427" y="179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66039" y="1421597"/>
            <a:ext cx="874394" cy="273685"/>
            <a:chOff x="566039" y="1421597"/>
            <a:chExt cx="874394" cy="273685"/>
          </a:xfrm>
        </p:grpSpPr>
        <p:sp>
          <p:nvSpPr>
            <p:cNvPr id="4" name="object 4"/>
            <p:cNvSpPr/>
            <p:nvPr/>
          </p:nvSpPr>
          <p:spPr>
            <a:xfrm>
              <a:off x="566039" y="1421599"/>
              <a:ext cx="419100" cy="269240"/>
            </a:xfrm>
            <a:custGeom>
              <a:avLst/>
              <a:gdLst/>
              <a:ahLst/>
              <a:cxnLst/>
              <a:rect l="l" t="t" r="r" b="b"/>
              <a:pathLst>
                <a:path w="419100" h="269239">
                  <a:moveTo>
                    <a:pt x="209054" y="0"/>
                  </a:moveTo>
                  <a:lnTo>
                    <a:pt x="158153" y="0"/>
                  </a:lnTo>
                  <a:lnTo>
                    <a:pt x="143230" y="185547"/>
                  </a:lnTo>
                  <a:lnTo>
                    <a:pt x="131686" y="102260"/>
                  </a:lnTo>
                  <a:lnTo>
                    <a:pt x="121716" y="30302"/>
                  </a:lnTo>
                  <a:lnTo>
                    <a:pt x="87325" y="30302"/>
                  </a:lnTo>
                  <a:lnTo>
                    <a:pt x="65824" y="185547"/>
                  </a:lnTo>
                  <a:lnTo>
                    <a:pt x="50901" y="0"/>
                  </a:lnTo>
                  <a:lnTo>
                    <a:pt x="0" y="0"/>
                  </a:lnTo>
                  <a:lnTo>
                    <a:pt x="27724" y="268897"/>
                  </a:lnTo>
                  <a:lnTo>
                    <a:pt x="84670" y="268897"/>
                  </a:lnTo>
                  <a:lnTo>
                    <a:pt x="93433" y="209054"/>
                  </a:lnTo>
                  <a:lnTo>
                    <a:pt x="104521" y="133311"/>
                  </a:lnTo>
                  <a:lnTo>
                    <a:pt x="124371" y="268897"/>
                  </a:lnTo>
                  <a:lnTo>
                    <a:pt x="181330" y="268897"/>
                  </a:lnTo>
                  <a:lnTo>
                    <a:pt x="187502" y="209054"/>
                  </a:lnTo>
                  <a:lnTo>
                    <a:pt x="209054" y="0"/>
                  </a:lnTo>
                  <a:close/>
                </a:path>
                <a:path w="419100" h="269239">
                  <a:moveTo>
                    <a:pt x="418706" y="268897"/>
                  </a:moveTo>
                  <a:lnTo>
                    <a:pt x="418693" y="137617"/>
                  </a:lnTo>
                  <a:lnTo>
                    <a:pt x="414388" y="104838"/>
                  </a:lnTo>
                  <a:lnTo>
                    <a:pt x="411962" y="97447"/>
                  </a:lnTo>
                  <a:lnTo>
                    <a:pt x="384213" y="66662"/>
                  </a:lnTo>
                  <a:lnTo>
                    <a:pt x="356908" y="61353"/>
                  </a:lnTo>
                  <a:lnTo>
                    <a:pt x="349542" y="61645"/>
                  </a:lnTo>
                  <a:lnTo>
                    <a:pt x="312991" y="75831"/>
                  </a:lnTo>
                  <a:lnTo>
                    <a:pt x="299186" y="94678"/>
                  </a:lnTo>
                  <a:lnTo>
                    <a:pt x="299186" y="0"/>
                  </a:lnTo>
                  <a:lnTo>
                    <a:pt x="247827" y="0"/>
                  </a:lnTo>
                  <a:lnTo>
                    <a:pt x="247827" y="268897"/>
                  </a:lnTo>
                  <a:lnTo>
                    <a:pt x="299186" y="268897"/>
                  </a:lnTo>
                  <a:lnTo>
                    <a:pt x="299186" y="151955"/>
                  </a:lnTo>
                  <a:lnTo>
                    <a:pt x="299859" y="140944"/>
                  </a:lnTo>
                  <a:lnTo>
                    <a:pt x="322072" y="107784"/>
                  </a:lnTo>
                  <a:lnTo>
                    <a:pt x="329184" y="105587"/>
                  </a:lnTo>
                  <a:lnTo>
                    <a:pt x="329044" y="105587"/>
                  </a:lnTo>
                  <a:lnTo>
                    <a:pt x="337134" y="104838"/>
                  </a:lnTo>
                  <a:lnTo>
                    <a:pt x="346722" y="104838"/>
                  </a:lnTo>
                  <a:lnTo>
                    <a:pt x="366864" y="137617"/>
                  </a:lnTo>
                  <a:lnTo>
                    <a:pt x="367360" y="148615"/>
                  </a:lnTo>
                  <a:lnTo>
                    <a:pt x="367360" y="268897"/>
                  </a:lnTo>
                  <a:lnTo>
                    <a:pt x="418706" y="26889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82" y="1482951"/>
              <a:ext cx="193304" cy="2120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5311" y="1439853"/>
              <a:ext cx="184819" cy="25063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718865" y="1417810"/>
            <a:ext cx="404495" cy="277495"/>
            <a:chOff x="1718865" y="1417810"/>
            <a:chExt cx="404495" cy="277495"/>
          </a:xfrm>
        </p:grpSpPr>
        <p:sp>
          <p:nvSpPr>
            <p:cNvPr id="8" name="object 8"/>
            <p:cNvSpPr/>
            <p:nvPr/>
          </p:nvSpPr>
          <p:spPr>
            <a:xfrm>
              <a:off x="1718865" y="1417810"/>
              <a:ext cx="191135" cy="273050"/>
            </a:xfrm>
            <a:custGeom>
              <a:avLst/>
              <a:gdLst/>
              <a:ahLst/>
              <a:cxnLst/>
              <a:rect l="l" t="t" r="r" b="b"/>
              <a:pathLst>
                <a:path w="191135" h="273050">
                  <a:moveTo>
                    <a:pt x="190878" y="231781"/>
                  </a:moveTo>
                  <a:lnTo>
                    <a:pt x="0" y="231781"/>
                  </a:lnTo>
                  <a:lnTo>
                    <a:pt x="0" y="272682"/>
                  </a:lnTo>
                  <a:lnTo>
                    <a:pt x="190878" y="272682"/>
                  </a:lnTo>
                  <a:lnTo>
                    <a:pt x="190878" y="231781"/>
                  </a:lnTo>
                  <a:close/>
                </a:path>
                <a:path w="191135" h="273050">
                  <a:moveTo>
                    <a:pt x="75366" y="88621"/>
                  </a:moveTo>
                  <a:lnTo>
                    <a:pt x="75366" y="231781"/>
                  </a:lnTo>
                  <a:lnTo>
                    <a:pt x="126874" y="231781"/>
                  </a:lnTo>
                  <a:lnTo>
                    <a:pt x="126874" y="110587"/>
                  </a:lnTo>
                  <a:lnTo>
                    <a:pt x="97332" y="110587"/>
                  </a:lnTo>
                  <a:lnTo>
                    <a:pt x="75366" y="88621"/>
                  </a:lnTo>
                  <a:close/>
                </a:path>
                <a:path w="191135" h="273050">
                  <a:moveTo>
                    <a:pt x="126874" y="69686"/>
                  </a:moveTo>
                  <a:lnTo>
                    <a:pt x="3788" y="69686"/>
                  </a:lnTo>
                  <a:lnTo>
                    <a:pt x="3788" y="110587"/>
                  </a:lnTo>
                  <a:lnTo>
                    <a:pt x="75366" y="110587"/>
                  </a:lnTo>
                  <a:lnTo>
                    <a:pt x="75366" y="88621"/>
                  </a:lnTo>
                  <a:lnTo>
                    <a:pt x="126874" y="88621"/>
                  </a:lnTo>
                  <a:lnTo>
                    <a:pt x="126874" y="69686"/>
                  </a:lnTo>
                  <a:close/>
                </a:path>
                <a:path w="191135" h="273050">
                  <a:moveTo>
                    <a:pt x="126874" y="88621"/>
                  </a:moveTo>
                  <a:lnTo>
                    <a:pt x="75366" y="88621"/>
                  </a:lnTo>
                  <a:lnTo>
                    <a:pt x="97332" y="110587"/>
                  </a:lnTo>
                  <a:lnTo>
                    <a:pt x="126874" y="110587"/>
                  </a:lnTo>
                  <a:lnTo>
                    <a:pt x="126874" y="88621"/>
                  </a:lnTo>
                  <a:close/>
                </a:path>
                <a:path w="191135" h="273050">
                  <a:moveTo>
                    <a:pt x="126116" y="0"/>
                  </a:moveTo>
                  <a:lnTo>
                    <a:pt x="73851" y="0"/>
                  </a:lnTo>
                  <a:lnTo>
                    <a:pt x="73851" y="44690"/>
                  </a:lnTo>
                  <a:lnTo>
                    <a:pt x="126116" y="44690"/>
                  </a:lnTo>
                  <a:lnTo>
                    <a:pt x="12611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4737" y="1482951"/>
              <a:ext cx="178451" cy="212087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2398128" y="1415541"/>
            <a:ext cx="644525" cy="281305"/>
          </a:xfrm>
          <a:custGeom>
            <a:avLst/>
            <a:gdLst/>
            <a:ahLst/>
            <a:cxnLst/>
            <a:rect l="l" t="t" r="r" b="b"/>
            <a:pathLst>
              <a:path w="644525" h="281305">
                <a:moveTo>
                  <a:pt x="183464" y="274955"/>
                </a:moveTo>
                <a:lnTo>
                  <a:pt x="177101" y="199974"/>
                </a:lnTo>
                <a:lnTo>
                  <a:pt x="160020" y="161950"/>
                </a:lnTo>
                <a:lnTo>
                  <a:pt x="133388" y="151358"/>
                </a:lnTo>
                <a:lnTo>
                  <a:pt x="133184" y="151358"/>
                </a:lnTo>
                <a:lnTo>
                  <a:pt x="138163" y="149517"/>
                </a:lnTo>
                <a:lnTo>
                  <a:pt x="140970" y="148501"/>
                </a:lnTo>
                <a:lnTo>
                  <a:pt x="148310" y="144716"/>
                </a:lnTo>
                <a:lnTo>
                  <a:pt x="155105" y="140093"/>
                </a:lnTo>
                <a:lnTo>
                  <a:pt x="161137" y="134670"/>
                </a:lnTo>
                <a:lnTo>
                  <a:pt x="166243" y="128689"/>
                </a:lnTo>
                <a:lnTo>
                  <a:pt x="166446" y="128460"/>
                </a:lnTo>
                <a:lnTo>
                  <a:pt x="179374" y="86804"/>
                </a:lnTo>
                <a:lnTo>
                  <a:pt x="177876" y="69519"/>
                </a:lnTo>
                <a:lnTo>
                  <a:pt x="177838" y="69138"/>
                </a:lnTo>
                <a:lnTo>
                  <a:pt x="173609" y="54686"/>
                </a:lnTo>
                <a:lnTo>
                  <a:pt x="173240" y="53416"/>
                </a:lnTo>
                <a:lnTo>
                  <a:pt x="141427" y="18288"/>
                </a:lnTo>
                <a:lnTo>
                  <a:pt x="123926" y="11125"/>
                </a:lnTo>
                <a:lnTo>
                  <a:pt x="123926" y="91579"/>
                </a:lnTo>
                <a:lnTo>
                  <a:pt x="123291" y="99910"/>
                </a:lnTo>
                <a:lnTo>
                  <a:pt x="93903" y="128079"/>
                </a:lnTo>
                <a:lnTo>
                  <a:pt x="84988" y="128689"/>
                </a:lnTo>
                <a:lnTo>
                  <a:pt x="53936" y="128689"/>
                </a:lnTo>
                <a:lnTo>
                  <a:pt x="53936" y="54686"/>
                </a:lnTo>
                <a:lnTo>
                  <a:pt x="84988" y="54686"/>
                </a:lnTo>
                <a:lnTo>
                  <a:pt x="121424" y="75844"/>
                </a:lnTo>
                <a:lnTo>
                  <a:pt x="123926" y="91579"/>
                </a:lnTo>
                <a:lnTo>
                  <a:pt x="123926" y="11125"/>
                </a:lnTo>
                <a:lnTo>
                  <a:pt x="107391" y="7416"/>
                </a:lnTo>
                <a:lnTo>
                  <a:pt x="86804" y="6057"/>
                </a:lnTo>
                <a:lnTo>
                  <a:pt x="0" y="6057"/>
                </a:lnTo>
                <a:lnTo>
                  <a:pt x="0" y="274955"/>
                </a:lnTo>
                <a:lnTo>
                  <a:pt x="53936" y="274955"/>
                </a:lnTo>
                <a:lnTo>
                  <a:pt x="53936" y="177355"/>
                </a:lnTo>
                <a:lnTo>
                  <a:pt x="93103" y="177355"/>
                </a:lnTo>
                <a:lnTo>
                  <a:pt x="123469" y="204216"/>
                </a:lnTo>
                <a:lnTo>
                  <a:pt x="124231" y="214363"/>
                </a:lnTo>
                <a:lnTo>
                  <a:pt x="129082" y="274955"/>
                </a:lnTo>
                <a:lnTo>
                  <a:pt x="183464" y="274955"/>
                </a:lnTo>
                <a:close/>
              </a:path>
              <a:path w="644525" h="281305">
                <a:moveTo>
                  <a:pt x="424027" y="274955"/>
                </a:moveTo>
                <a:lnTo>
                  <a:pt x="408368" y="217766"/>
                </a:lnTo>
                <a:lnTo>
                  <a:pt x="395490" y="170726"/>
                </a:lnTo>
                <a:lnTo>
                  <a:pt x="368185" y="71043"/>
                </a:lnTo>
                <a:lnTo>
                  <a:pt x="350393" y="6057"/>
                </a:lnTo>
                <a:lnTo>
                  <a:pt x="343001" y="6057"/>
                </a:lnTo>
                <a:lnTo>
                  <a:pt x="343001" y="170726"/>
                </a:lnTo>
                <a:lnTo>
                  <a:pt x="292049" y="170726"/>
                </a:lnTo>
                <a:lnTo>
                  <a:pt x="317525" y="71043"/>
                </a:lnTo>
                <a:lnTo>
                  <a:pt x="343001" y="170726"/>
                </a:lnTo>
                <a:lnTo>
                  <a:pt x="343001" y="6057"/>
                </a:lnTo>
                <a:lnTo>
                  <a:pt x="284657" y="6057"/>
                </a:lnTo>
                <a:lnTo>
                  <a:pt x="211023" y="274955"/>
                </a:lnTo>
                <a:lnTo>
                  <a:pt x="265404" y="274955"/>
                </a:lnTo>
                <a:lnTo>
                  <a:pt x="280022" y="217766"/>
                </a:lnTo>
                <a:lnTo>
                  <a:pt x="355028" y="217766"/>
                </a:lnTo>
                <a:lnTo>
                  <a:pt x="369646" y="274955"/>
                </a:lnTo>
                <a:lnTo>
                  <a:pt x="424027" y="274955"/>
                </a:lnTo>
                <a:close/>
              </a:path>
              <a:path w="644525" h="281305">
                <a:moveTo>
                  <a:pt x="644144" y="94526"/>
                </a:moveTo>
                <a:lnTo>
                  <a:pt x="640829" y="79921"/>
                </a:lnTo>
                <a:lnTo>
                  <a:pt x="636600" y="66484"/>
                </a:lnTo>
                <a:lnTo>
                  <a:pt x="631520" y="54394"/>
                </a:lnTo>
                <a:lnTo>
                  <a:pt x="631444" y="54190"/>
                </a:lnTo>
                <a:lnTo>
                  <a:pt x="628269" y="48399"/>
                </a:lnTo>
                <a:lnTo>
                  <a:pt x="625348" y="43065"/>
                </a:lnTo>
                <a:lnTo>
                  <a:pt x="618375" y="33147"/>
                </a:lnTo>
                <a:lnTo>
                  <a:pt x="582104" y="6184"/>
                </a:lnTo>
                <a:lnTo>
                  <a:pt x="545973" y="0"/>
                </a:lnTo>
                <a:lnTo>
                  <a:pt x="530479" y="1066"/>
                </a:lnTo>
                <a:lnTo>
                  <a:pt x="490829" y="17119"/>
                </a:lnTo>
                <a:lnTo>
                  <a:pt x="462330" y="50914"/>
                </a:lnTo>
                <a:lnTo>
                  <a:pt x="446328" y="100342"/>
                </a:lnTo>
                <a:lnTo>
                  <a:pt x="443255" y="140893"/>
                </a:lnTo>
                <a:lnTo>
                  <a:pt x="444068" y="162369"/>
                </a:lnTo>
                <a:lnTo>
                  <a:pt x="450545" y="200469"/>
                </a:lnTo>
                <a:lnTo>
                  <a:pt x="471525" y="244475"/>
                </a:lnTo>
                <a:lnTo>
                  <a:pt x="503910" y="271792"/>
                </a:lnTo>
                <a:lnTo>
                  <a:pt x="545363" y="281012"/>
                </a:lnTo>
                <a:lnTo>
                  <a:pt x="555688" y="280416"/>
                </a:lnTo>
                <a:lnTo>
                  <a:pt x="595515" y="260070"/>
                </a:lnTo>
                <a:lnTo>
                  <a:pt x="605980" y="244475"/>
                </a:lnTo>
                <a:lnTo>
                  <a:pt x="606005" y="245338"/>
                </a:lnTo>
                <a:lnTo>
                  <a:pt x="607250" y="274955"/>
                </a:lnTo>
                <a:lnTo>
                  <a:pt x="643229" y="274955"/>
                </a:lnTo>
                <a:lnTo>
                  <a:pt x="643229" y="210273"/>
                </a:lnTo>
                <a:lnTo>
                  <a:pt x="643229" y="135128"/>
                </a:lnTo>
                <a:lnTo>
                  <a:pt x="545363" y="135128"/>
                </a:lnTo>
                <a:lnTo>
                  <a:pt x="545363" y="177088"/>
                </a:lnTo>
                <a:lnTo>
                  <a:pt x="593394" y="177088"/>
                </a:lnTo>
                <a:lnTo>
                  <a:pt x="592823" y="185496"/>
                </a:lnTo>
                <a:lnTo>
                  <a:pt x="579005" y="221564"/>
                </a:lnTo>
                <a:lnTo>
                  <a:pt x="558698" y="232613"/>
                </a:lnTo>
                <a:lnTo>
                  <a:pt x="549757" y="232613"/>
                </a:lnTo>
                <a:lnTo>
                  <a:pt x="512076" y="208864"/>
                </a:lnTo>
                <a:lnTo>
                  <a:pt x="500202" y="168109"/>
                </a:lnTo>
                <a:lnTo>
                  <a:pt x="498703" y="140893"/>
                </a:lnTo>
                <a:lnTo>
                  <a:pt x="499046" y="126542"/>
                </a:lnTo>
                <a:lnTo>
                  <a:pt x="507428" y="80657"/>
                </a:lnTo>
                <a:lnTo>
                  <a:pt x="532396" y="51066"/>
                </a:lnTo>
                <a:lnTo>
                  <a:pt x="538734" y="49187"/>
                </a:lnTo>
                <a:lnTo>
                  <a:pt x="537857" y="49187"/>
                </a:lnTo>
                <a:lnTo>
                  <a:pt x="546430" y="48399"/>
                </a:lnTo>
                <a:lnTo>
                  <a:pt x="554456" y="49187"/>
                </a:lnTo>
                <a:lnTo>
                  <a:pt x="561721" y="51523"/>
                </a:lnTo>
                <a:lnTo>
                  <a:pt x="586422" y="86296"/>
                </a:lnTo>
                <a:lnTo>
                  <a:pt x="588924" y="97713"/>
                </a:lnTo>
                <a:lnTo>
                  <a:pt x="644144" y="94526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3301005" y="1421597"/>
            <a:ext cx="639445" cy="273685"/>
            <a:chOff x="3301005" y="1421597"/>
            <a:chExt cx="639445" cy="2736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1005" y="1482951"/>
              <a:ext cx="193304" cy="2120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8238" y="1482951"/>
              <a:ext cx="172699" cy="20754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48807" y="1421597"/>
              <a:ext cx="191770" cy="273685"/>
            </a:xfrm>
            <a:custGeom>
              <a:avLst/>
              <a:gdLst/>
              <a:ahLst/>
              <a:cxnLst/>
              <a:rect l="l" t="t" r="r" b="b"/>
              <a:pathLst>
                <a:path w="191770" h="273685">
                  <a:moveTo>
                    <a:pt x="80745" y="61353"/>
                  </a:moveTo>
                  <a:lnTo>
                    <a:pt x="38097" y="73889"/>
                  </a:lnTo>
                  <a:lnTo>
                    <a:pt x="9959" y="110135"/>
                  </a:lnTo>
                  <a:lnTo>
                    <a:pt x="5698" y="122328"/>
                  </a:lnTo>
                  <a:lnTo>
                    <a:pt x="5602" y="122605"/>
                  </a:lnTo>
                  <a:lnTo>
                    <a:pt x="2489" y="136305"/>
                  </a:lnTo>
                  <a:lnTo>
                    <a:pt x="622" y="151236"/>
                  </a:lnTo>
                  <a:lnTo>
                    <a:pt x="0" y="167397"/>
                  </a:lnTo>
                  <a:lnTo>
                    <a:pt x="530" y="181173"/>
                  </a:lnTo>
                  <a:lnTo>
                    <a:pt x="9959" y="224659"/>
                  </a:lnTo>
                  <a:lnTo>
                    <a:pt x="38097" y="260903"/>
                  </a:lnTo>
                  <a:lnTo>
                    <a:pt x="80745" y="273441"/>
                  </a:lnTo>
                  <a:lnTo>
                    <a:pt x="89222" y="273024"/>
                  </a:lnTo>
                  <a:lnTo>
                    <a:pt x="128624" y="254177"/>
                  </a:lnTo>
                  <a:lnTo>
                    <a:pt x="140986" y="236472"/>
                  </a:lnTo>
                  <a:lnTo>
                    <a:pt x="140723" y="230444"/>
                  </a:lnTo>
                  <a:lnTo>
                    <a:pt x="140623" y="228147"/>
                  </a:lnTo>
                  <a:lnTo>
                    <a:pt x="95592" y="228147"/>
                  </a:lnTo>
                  <a:lnTo>
                    <a:pt x="85810" y="227163"/>
                  </a:lnTo>
                  <a:lnTo>
                    <a:pt x="56003" y="193265"/>
                  </a:lnTo>
                  <a:lnTo>
                    <a:pt x="53323" y="167397"/>
                  </a:lnTo>
                  <a:lnTo>
                    <a:pt x="53993" y="153560"/>
                  </a:lnTo>
                  <a:lnTo>
                    <a:pt x="70015" y="115468"/>
                  </a:lnTo>
                  <a:lnTo>
                    <a:pt x="85392" y="107712"/>
                  </a:lnTo>
                  <a:lnTo>
                    <a:pt x="84796" y="107712"/>
                  </a:lnTo>
                  <a:lnTo>
                    <a:pt x="95285" y="106646"/>
                  </a:lnTo>
                  <a:lnTo>
                    <a:pt x="140282" y="106646"/>
                  </a:lnTo>
                  <a:lnTo>
                    <a:pt x="140282" y="94822"/>
                  </a:lnTo>
                  <a:lnTo>
                    <a:pt x="111230" y="67414"/>
                  </a:lnTo>
                  <a:lnTo>
                    <a:pt x="89097" y="61732"/>
                  </a:lnTo>
                  <a:lnTo>
                    <a:pt x="80745" y="61353"/>
                  </a:lnTo>
                  <a:close/>
                </a:path>
                <a:path w="191770" h="273685">
                  <a:moveTo>
                    <a:pt x="191635" y="215040"/>
                  </a:moveTo>
                  <a:lnTo>
                    <a:pt x="140051" y="215040"/>
                  </a:lnTo>
                  <a:lnTo>
                    <a:pt x="145886" y="223673"/>
                  </a:lnTo>
                  <a:lnTo>
                    <a:pt x="143649" y="230444"/>
                  </a:lnTo>
                  <a:lnTo>
                    <a:pt x="140986" y="236472"/>
                  </a:lnTo>
                  <a:lnTo>
                    <a:pt x="142291" y="266388"/>
                  </a:lnTo>
                  <a:lnTo>
                    <a:pt x="142401" y="268895"/>
                  </a:lnTo>
                  <a:lnTo>
                    <a:pt x="191635" y="268895"/>
                  </a:lnTo>
                  <a:lnTo>
                    <a:pt x="191635" y="215040"/>
                  </a:lnTo>
                  <a:close/>
                </a:path>
                <a:path w="191770" h="273685">
                  <a:moveTo>
                    <a:pt x="140051" y="215040"/>
                  </a:moveTo>
                  <a:lnTo>
                    <a:pt x="140958" y="235815"/>
                  </a:lnTo>
                  <a:lnTo>
                    <a:pt x="140986" y="236472"/>
                  </a:lnTo>
                  <a:lnTo>
                    <a:pt x="143649" y="230444"/>
                  </a:lnTo>
                  <a:lnTo>
                    <a:pt x="145886" y="223673"/>
                  </a:lnTo>
                  <a:lnTo>
                    <a:pt x="140051" y="215040"/>
                  </a:lnTo>
                  <a:close/>
                </a:path>
                <a:path w="191770" h="273685">
                  <a:moveTo>
                    <a:pt x="140282" y="106646"/>
                  </a:moveTo>
                  <a:lnTo>
                    <a:pt x="104476" y="106646"/>
                  </a:lnTo>
                  <a:lnTo>
                    <a:pt x="112431" y="108971"/>
                  </a:lnTo>
                  <a:lnTo>
                    <a:pt x="119147" y="113618"/>
                  </a:lnTo>
                  <a:lnTo>
                    <a:pt x="138900" y="149285"/>
                  </a:lnTo>
                  <a:lnTo>
                    <a:pt x="140282" y="167397"/>
                  </a:lnTo>
                  <a:lnTo>
                    <a:pt x="139937" y="176695"/>
                  </a:lnTo>
                  <a:lnTo>
                    <a:pt x="123879" y="217007"/>
                  </a:lnTo>
                  <a:lnTo>
                    <a:pt x="104528" y="228147"/>
                  </a:lnTo>
                  <a:lnTo>
                    <a:pt x="140623" y="228147"/>
                  </a:lnTo>
                  <a:lnTo>
                    <a:pt x="140519" y="225760"/>
                  </a:lnTo>
                  <a:lnTo>
                    <a:pt x="140428" y="223673"/>
                  </a:lnTo>
                  <a:lnTo>
                    <a:pt x="140311" y="220987"/>
                  </a:lnTo>
                  <a:lnTo>
                    <a:pt x="140236" y="219284"/>
                  </a:lnTo>
                  <a:lnTo>
                    <a:pt x="140137" y="217007"/>
                  </a:lnTo>
                  <a:lnTo>
                    <a:pt x="140051" y="215040"/>
                  </a:lnTo>
                  <a:lnTo>
                    <a:pt x="191635" y="215040"/>
                  </a:lnTo>
                  <a:lnTo>
                    <a:pt x="191635" y="116345"/>
                  </a:lnTo>
                  <a:lnTo>
                    <a:pt x="140282" y="116345"/>
                  </a:lnTo>
                  <a:lnTo>
                    <a:pt x="140282" y="106646"/>
                  </a:lnTo>
                  <a:close/>
                </a:path>
                <a:path w="191770" h="273685">
                  <a:moveTo>
                    <a:pt x="140282" y="94822"/>
                  </a:moveTo>
                  <a:lnTo>
                    <a:pt x="140282" y="116345"/>
                  </a:lnTo>
                  <a:lnTo>
                    <a:pt x="144826" y="107712"/>
                  </a:lnTo>
                  <a:lnTo>
                    <a:pt x="142990" y="101225"/>
                  </a:lnTo>
                  <a:lnTo>
                    <a:pt x="140439" y="95099"/>
                  </a:lnTo>
                  <a:lnTo>
                    <a:pt x="140282" y="94822"/>
                  </a:lnTo>
                  <a:close/>
                </a:path>
                <a:path w="191770" h="273685">
                  <a:moveTo>
                    <a:pt x="191635" y="0"/>
                  </a:moveTo>
                  <a:lnTo>
                    <a:pt x="140282" y="0"/>
                  </a:lnTo>
                  <a:lnTo>
                    <a:pt x="140282" y="94822"/>
                  </a:lnTo>
                  <a:lnTo>
                    <a:pt x="140439" y="95099"/>
                  </a:lnTo>
                  <a:lnTo>
                    <a:pt x="142990" y="101225"/>
                  </a:lnTo>
                  <a:lnTo>
                    <a:pt x="144826" y="107712"/>
                  </a:lnTo>
                  <a:lnTo>
                    <a:pt x="140282" y="116345"/>
                  </a:lnTo>
                  <a:lnTo>
                    <a:pt x="191635" y="116345"/>
                  </a:lnTo>
                  <a:lnTo>
                    <a:pt x="19163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62252" y="1839310"/>
            <a:ext cx="664210" cy="325755"/>
            <a:chOff x="562252" y="1839310"/>
            <a:chExt cx="664210" cy="32575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252" y="1905209"/>
              <a:ext cx="216631" cy="20299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13866" y="1839315"/>
              <a:ext cx="412750" cy="325755"/>
            </a:xfrm>
            <a:custGeom>
              <a:avLst/>
              <a:gdLst/>
              <a:ahLst/>
              <a:cxnLst/>
              <a:rect l="l" t="t" r="r" b="b"/>
              <a:pathLst>
                <a:path w="412750" h="325755">
                  <a:moveTo>
                    <a:pt x="170878" y="268897"/>
                  </a:moveTo>
                  <a:lnTo>
                    <a:pt x="170865" y="137617"/>
                  </a:lnTo>
                  <a:lnTo>
                    <a:pt x="166560" y="104825"/>
                  </a:lnTo>
                  <a:lnTo>
                    <a:pt x="164134" y="97447"/>
                  </a:lnTo>
                  <a:lnTo>
                    <a:pt x="136385" y="66662"/>
                  </a:lnTo>
                  <a:lnTo>
                    <a:pt x="109080" y="61353"/>
                  </a:lnTo>
                  <a:lnTo>
                    <a:pt x="101714" y="61645"/>
                  </a:lnTo>
                  <a:lnTo>
                    <a:pt x="65163" y="75831"/>
                  </a:lnTo>
                  <a:lnTo>
                    <a:pt x="51358" y="94665"/>
                  </a:lnTo>
                  <a:lnTo>
                    <a:pt x="51358" y="0"/>
                  </a:lnTo>
                  <a:lnTo>
                    <a:pt x="0" y="0"/>
                  </a:lnTo>
                  <a:lnTo>
                    <a:pt x="0" y="268897"/>
                  </a:lnTo>
                  <a:lnTo>
                    <a:pt x="51358" y="268897"/>
                  </a:lnTo>
                  <a:lnTo>
                    <a:pt x="51358" y="151942"/>
                  </a:lnTo>
                  <a:lnTo>
                    <a:pt x="52031" y="140931"/>
                  </a:lnTo>
                  <a:lnTo>
                    <a:pt x="74244" y="107784"/>
                  </a:lnTo>
                  <a:lnTo>
                    <a:pt x="81356" y="105587"/>
                  </a:lnTo>
                  <a:lnTo>
                    <a:pt x="81216" y="105587"/>
                  </a:lnTo>
                  <a:lnTo>
                    <a:pt x="89306" y="104825"/>
                  </a:lnTo>
                  <a:lnTo>
                    <a:pt x="98894" y="104825"/>
                  </a:lnTo>
                  <a:lnTo>
                    <a:pt x="119037" y="137617"/>
                  </a:lnTo>
                  <a:lnTo>
                    <a:pt x="119532" y="148615"/>
                  </a:lnTo>
                  <a:lnTo>
                    <a:pt x="119532" y="268897"/>
                  </a:lnTo>
                  <a:lnTo>
                    <a:pt x="170878" y="268897"/>
                  </a:lnTo>
                  <a:close/>
                </a:path>
                <a:path w="412750" h="325755">
                  <a:moveTo>
                    <a:pt x="412356" y="65900"/>
                  </a:moveTo>
                  <a:lnTo>
                    <a:pt x="358876" y="65900"/>
                  </a:lnTo>
                  <a:lnTo>
                    <a:pt x="313283" y="206933"/>
                  </a:lnTo>
                  <a:lnTo>
                    <a:pt x="263436" y="65900"/>
                  </a:lnTo>
                  <a:lnTo>
                    <a:pt x="209969" y="65900"/>
                  </a:lnTo>
                  <a:lnTo>
                    <a:pt x="281165" y="256019"/>
                  </a:lnTo>
                  <a:lnTo>
                    <a:pt x="297370" y="256019"/>
                  </a:lnTo>
                  <a:lnTo>
                    <a:pt x="290004" y="276567"/>
                  </a:lnTo>
                  <a:lnTo>
                    <a:pt x="287299" y="280162"/>
                  </a:lnTo>
                  <a:lnTo>
                    <a:pt x="280022" y="283997"/>
                  </a:lnTo>
                  <a:lnTo>
                    <a:pt x="274904" y="284962"/>
                  </a:lnTo>
                  <a:lnTo>
                    <a:pt x="240868" y="284962"/>
                  </a:lnTo>
                  <a:lnTo>
                    <a:pt x="240868" y="325704"/>
                  </a:lnTo>
                  <a:lnTo>
                    <a:pt x="273583" y="325704"/>
                  </a:lnTo>
                  <a:lnTo>
                    <a:pt x="284797" y="325145"/>
                  </a:lnTo>
                  <a:lnTo>
                    <a:pt x="325132" y="304800"/>
                  </a:lnTo>
                  <a:lnTo>
                    <a:pt x="334340" y="286778"/>
                  </a:lnTo>
                  <a:lnTo>
                    <a:pt x="412356" y="6590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476484" y="1839310"/>
            <a:ext cx="874394" cy="273685"/>
            <a:chOff x="1476484" y="1839310"/>
            <a:chExt cx="874394" cy="273685"/>
          </a:xfrm>
        </p:grpSpPr>
        <p:sp>
          <p:nvSpPr>
            <p:cNvPr id="19" name="object 19"/>
            <p:cNvSpPr/>
            <p:nvPr/>
          </p:nvSpPr>
          <p:spPr>
            <a:xfrm>
              <a:off x="1476484" y="1839310"/>
              <a:ext cx="191770" cy="273685"/>
            </a:xfrm>
            <a:custGeom>
              <a:avLst/>
              <a:gdLst/>
              <a:ahLst/>
              <a:cxnLst/>
              <a:rect l="l" t="t" r="r" b="b"/>
              <a:pathLst>
                <a:path w="191769" h="273685">
                  <a:moveTo>
                    <a:pt x="80745" y="61353"/>
                  </a:moveTo>
                  <a:lnTo>
                    <a:pt x="38097" y="73889"/>
                  </a:lnTo>
                  <a:lnTo>
                    <a:pt x="9959" y="110135"/>
                  </a:lnTo>
                  <a:lnTo>
                    <a:pt x="5698" y="122328"/>
                  </a:lnTo>
                  <a:lnTo>
                    <a:pt x="5602" y="122605"/>
                  </a:lnTo>
                  <a:lnTo>
                    <a:pt x="2489" y="136305"/>
                  </a:lnTo>
                  <a:lnTo>
                    <a:pt x="622" y="151236"/>
                  </a:lnTo>
                  <a:lnTo>
                    <a:pt x="0" y="167397"/>
                  </a:lnTo>
                  <a:lnTo>
                    <a:pt x="530" y="181173"/>
                  </a:lnTo>
                  <a:lnTo>
                    <a:pt x="9959" y="224659"/>
                  </a:lnTo>
                  <a:lnTo>
                    <a:pt x="38097" y="260903"/>
                  </a:lnTo>
                  <a:lnTo>
                    <a:pt x="80745" y="273439"/>
                  </a:lnTo>
                  <a:lnTo>
                    <a:pt x="89222" y="273023"/>
                  </a:lnTo>
                  <a:lnTo>
                    <a:pt x="128624" y="254177"/>
                  </a:lnTo>
                  <a:lnTo>
                    <a:pt x="140986" y="236472"/>
                  </a:lnTo>
                  <a:lnTo>
                    <a:pt x="140723" y="230444"/>
                  </a:lnTo>
                  <a:lnTo>
                    <a:pt x="140623" y="228146"/>
                  </a:lnTo>
                  <a:lnTo>
                    <a:pt x="95592" y="228146"/>
                  </a:lnTo>
                  <a:lnTo>
                    <a:pt x="85810" y="227161"/>
                  </a:lnTo>
                  <a:lnTo>
                    <a:pt x="56003" y="193265"/>
                  </a:lnTo>
                  <a:lnTo>
                    <a:pt x="53323" y="167397"/>
                  </a:lnTo>
                  <a:lnTo>
                    <a:pt x="53993" y="153560"/>
                  </a:lnTo>
                  <a:lnTo>
                    <a:pt x="70015" y="115468"/>
                  </a:lnTo>
                  <a:lnTo>
                    <a:pt x="85392" y="107712"/>
                  </a:lnTo>
                  <a:lnTo>
                    <a:pt x="84796" y="107712"/>
                  </a:lnTo>
                  <a:lnTo>
                    <a:pt x="95285" y="106646"/>
                  </a:lnTo>
                  <a:lnTo>
                    <a:pt x="140282" y="106646"/>
                  </a:lnTo>
                  <a:lnTo>
                    <a:pt x="140282" y="94822"/>
                  </a:lnTo>
                  <a:lnTo>
                    <a:pt x="111230" y="67412"/>
                  </a:lnTo>
                  <a:lnTo>
                    <a:pt x="89097" y="61732"/>
                  </a:lnTo>
                  <a:lnTo>
                    <a:pt x="80745" y="61353"/>
                  </a:lnTo>
                  <a:close/>
                </a:path>
                <a:path w="191769" h="273685">
                  <a:moveTo>
                    <a:pt x="191635" y="215040"/>
                  </a:moveTo>
                  <a:lnTo>
                    <a:pt x="140051" y="215040"/>
                  </a:lnTo>
                  <a:lnTo>
                    <a:pt x="145886" y="223673"/>
                  </a:lnTo>
                  <a:lnTo>
                    <a:pt x="143649" y="230444"/>
                  </a:lnTo>
                  <a:lnTo>
                    <a:pt x="140986" y="236472"/>
                  </a:lnTo>
                  <a:lnTo>
                    <a:pt x="142291" y="266388"/>
                  </a:lnTo>
                  <a:lnTo>
                    <a:pt x="142401" y="268895"/>
                  </a:lnTo>
                  <a:lnTo>
                    <a:pt x="191635" y="268895"/>
                  </a:lnTo>
                  <a:lnTo>
                    <a:pt x="191635" y="215040"/>
                  </a:lnTo>
                  <a:close/>
                </a:path>
                <a:path w="191769" h="273685">
                  <a:moveTo>
                    <a:pt x="140051" y="215040"/>
                  </a:moveTo>
                  <a:lnTo>
                    <a:pt x="140958" y="235814"/>
                  </a:lnTo>
                  <a:lnTo>
                    <a:pt x="140986" y="236472"/>
                  </a:lnTo>
                  <a:lnTo>
                    <a:pt x="143649" y="230444"/>
                  </a:lnTo>
                  <a:lnTo>
                    <a:pt x="145886" y="223673"/>
                  </a:lnTo>
                  <a:lnTo>
                    <a:pt x="140051" y="215040"/>
                  </a:lnTo>
                  <a:close/>
                </a:path>
                <a:path w="191769" h="273685">
                  <a:moveTo>
                    <a:pt x="140282" y="106646"/>
                  </a:moveTo>
                  <a:lnTo>
                    <a:pt x="104476" y="106646"/>
                  </a:lnTo>
                  <a:lnTo>
                    <a:pt x="112431" y="108971"/>
                  </a:lnTo>
                  <a:lnTo>
                    <a:pt x="119147" y="113618"/>
                  </a:lnTo>
                  <a:lnTo>
                    <a:pt x="138900" y="149285"/>
                  </a:lnTo>
                  <a:lnTo>
                    <a:pt x="140282" y="167397"/>
                  </a:lnTo>
                  <a:lnTo>
                    <a:pt x="139937" y="176695"/>
                  </a:lnTo>
                  <a:lnTo>
                    <a:pt x="123879" y="217006"/>
                  </a:lnTo>
                  <a:lnTo>
                    <a:pt x="104528" y="228146"/>
                  </a:lnTo>
                  <a:lnTo>
                    <a:pt x="140623" y="228146"/>
                  </a:lnTo>
                  <a:lnTo>
                    <a:pt x="140519" y="225760"/>
                  </a:lnTo>
                  <a:lnTo>
                    <a:pt x="140428" y="223673"/>
                  </a:lnTo>
                  <a:lnTo>
                    <a:pt x="140311" y="220986"/>
                  </a:lnTo>
                  <a:lnTo>
                    <a:pt x="140236" y="219284"/>
                  </a:lnTo>
                  <a:lnTo>
                    <a:pt x="140137" y="217006"/>
                  </a:lnTo>
                  <a:lnTo>
                    <a:pt x="140051" y="215040"/>
                  </a:lnTo>
                  <a:lnTo>
                    <a:pt x="191635" y="215040"/>
                  </a:lnTo>
                  <a:lnTo>
                    <a:pt x="191635" y="116345"/>
                  </a:lnTo>
                  <a:lnTo>
                    <a:pt x="140282" y="116345"/>
                  </a:lnTo>
                  <a:lnTo>
                    <a:pt x="140282" y="106646"/>
                  </a:lnTo>
                  <a:close/>
                </a:path>
                <a:path w="191769" h="273685">
                  <a:moveTo>
                    <a:pt x="140282" y="94822"/>
                  </a:moveTo>
                  <a:lnTo>
                    <a:pt x="140282" y="116345"/>
                  </a:lnTo>
                  <a:lnTo>
                    <a:pt x="144826" y="107712"/>
                  </a:lnTo>
                  <a:lnTo>
                    <a:pt x="142990" y="101225"/>
                  </a:lnTo>
                  <a:lnTo>
                    <a:pt x="140439" y="95099"/>
                  </a:lnTo>
                  <a:lnTo>
                    <a:pt x="140282" y="94822"/>
                  </a:lnTo>
                  <a:close/>
                </a:path>
                <a:path w="191769" h="273685">
                  <a:moveTo>
                    <a:pt x="191635" y="0"/>
                  </a:moveTo>
                  <a:lnTo>
                    <a:pt x="140282" y="0"/>
                  </a:lnTo>
                  <a:lnTo>
                    <a:pt x="140282" y="94822"/>
                  </a:lnTo>
                  <a:lnTo>
                    <a:pt x="140439" y="95099"/>
                  </a:lnTo>
                  <a:lnTo>
                    <a:pt x="142990" y="101225"/>
                  </a:lnTo>
                  <a:lnTo>
                    <a:pt x="144826" y="107712"/>
                  </a:lnTo>
                  <a:lnTo>
                    <a:pt x="140282" y="116345"/>
                  </a:lnTo>
                  <a:lnTo>
                    <a:pt x="191635" y="116345"/>
                  </a:lnTo>
                  <a:lnTo>
                    <a:pt x="19163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0533" y="1900664"/>
              <a:ext cx="192390" cy="21208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38522" y="1900664"/>
              <a:ext cx="190878" cy="21208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1969" y="1900664"/>
              <a:ext cx="178451" cy="212086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20220" y="1835523"/>
            <a:ext cx="2226878" cy="277227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5112202" y="1857566"/>
            <a:ext cx="1107440" cy="255270"/>
            <a:chOff x="5112202" y="1857566"/>
            <a:chExt cx="1107440" cy="255270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12202" y="1900664"/>
              <a:ext cx="206027" cy="20754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46096" y="1900664"/>
              <a:ext cx="193304" cy="21208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2725" y="1857566"/>
              <a:ext cx="184818" cy="2506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99958" y="1857566"/>
              <a:ext cx="184819" cy="2506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28705" y="1900664"/>
              <a:ext cx="190878" cy="212086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6265026" y="1833251"/>
            <a:ext cx="408305" cy="274955"/>
            <a:chOff x="6265026" y="1833251"/>
            <a:chExt cx="408305" cy="27495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65026" y="1905209"/>
              <a:ext cx="184061" cy="20299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484081" y="1833251"/>
              <a:ext cx="189230" cy="274955"/>
            </a:xfrm>
            <a:custGeom>
              <a:avLst/>
              <a:gdLst/>
              <a:ahLst/>
              <a:cxnLst/>
              <a:rect l="l" t="t" r="r" b="b"/>
              <a:pathLst>
                <a:path w="189229" h="274955">
                  <a:moveTo>
                    <a:pt x="182831" y="45902"/>
                  </a:moveTo>
                  <a:lnTo>
                    <a:pt x="98616" y="45902"/>
                  </a:lnTo>
                  <a:lnTo>
                    <a:pt x="108800" y="46553"/>
                  </a:lnTo>
                  <a:lnTo>
                    <a:pt x="108137" y="46553"/>
                  </a:lnTo>
                  <a:lnTo>
                    <a:pt x="135886" y="69282"/>
                  </a:lnTo>
                  <a:lnTo>
                    <a:pt x="135886" y="84230"/>
                  </a:lnTo>
                  <a:lnTo>
                    <a:pt x="105209" y="118617"/>
                  </a:lnTo>
                  <a:lnTo>
                    <a:pt x="95931" y="124521"/>
                  </a:lnTo>
                  <a:lnTo>
                    <a:pt x="74443" y="156693"/>
                  </a:lnTo>
                  <a:lnTo>
                    <a:pt x="72218" y="167284"/>
                  </a:lnTo>
                  <a:lnTo>
                    <a:pt x="72135" y="167681"/>
                  </a:lnTo>
                  <a:lnTo>
                    <a:pt x="70750" y="180137"/>
                  </a:lnTo>
                  <a:lnTo>
                    <a:pt x="70289" y="194061"/>
                  </a:lnTo>
                  <a:lnTo>
                    <a:pt x="116949" y="194061"/>
                  </a:lnTo>
                  <a:lnTo>
                    <a:pt x="116949" y="185677"/>
                  </a:lnTo>
                  <a:lnTo>
                    <a:pt x="117707" y="178645"/>
                  </a:lnTo>
                  <a:lnTo>
                    <a:pt x="144673" y="144673"/>
                  </a:lnTo>
                  <a:lnTo>
                    <a:pt x="152014" y="140049"/>
                  </a:lnTo>
                  <a:lnTo>
                    <a:pt x="181745" y="110848"/>
                  </a:lnTo>
                  <a:lnTo>
                    <a:pt x="189054" y="77259"/>
                  </a:lnTo>
                  <a:lnTo>
                    <a:pt x="188389" y="66327"/>
                  </a:lnTo>
                  <a:lnTo>
                    <a:pt x="186450" y="56316"/>
                  </a:lnTo>
                  <a:lnTo>
                    <a:pt x="186395" y="56030"/>
                  </a:lnTo>
                  <a:lnTo>
                    <a:pt x="183134" y="46553"/>
                  </a:lnTo>
                  <a:lnTo>
                    <a:pt x="183070" y="46367"/>
                  </a:lnTo>
                  <a:lnTo>
                    <a:pt x="182831" y="45902"/>
                  </a:lnTo>
                  <a:close/>
                </a:path>
                <a:path w="189229" h="274955">
                  <a:moveTo>
                    <a:pt x="98616" y="0"/>
                  </a:moveTo>
                  <a:lnTo>
                    <a:pt x="59233" y="6177"/>
                  </a:lnTo>
                  <a:lnTo>
                    <a:pt x="21241" y="32080"/>
                  </a:lnTo>
                  <a:lnTo>
                    <a:pt x="1761" y="73100"/>
                  </a:lnTo>
                  <a:lnTo>
                    <a:pt x="0" y="85135"/>
                  </a:lnTo>
                  <a:lnTo>
                    <a:pt x="53625" y="87863"/>
                  </a:lnTo>
                  <a:lnTo>
                    <a:pt x="55407" y="77968"/>
                  </a:lnTo>
                  <a:lnTo>
                    <a:pt x="58178" y="69411"/>
                  </a:lnTo>
                  <a:lnTo>
                    <a:pt x="98616" y="45902"/>
                  </a:lnTo>
                  <a:lnTo>
                    <a:pt x="182831" y="45902"/>
                  </a:lnTo>
                  <a:lnTo>
                    <a:pt x="178415" y="37339"/>
                  </a:lnTo>
                  <a:lnTo>
                    <a:pt x="147549" y="9959"/>
                  </a:lnTo>
                  <a:lnTo>
                    <a:pt x="112876" y="686"/>
                  </a:lnTo>
                  <a:lnTo>
                    <a:pt x="113858" y="686"/>
                  </a:lnTo>
                  <a:lnTo>
                    <a:pt x="98616" y="0"/>
                  </a:lnTo>
                  <a:close/>
                </a:path>
                <a:path w="189229" h="274955">
                  <a:moveTo>
                    <a:pt x="124369" y="217844"/>
                  </a:moveTo>
                  <a:lnTo>
                    <a:pt x="64684" y="217844"/>
                  </a:lnTo>
                  <a:lnTo>
                    <a:pt x="64684" y="274954"/>
                  </a:lnTo>
                  <a:lnTo>
                    <a:pt x="124369" y="274954"/>
                  </a:lnTo>
                  <a:lnTo>
                    <a:pt x="124369" y="21784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556950" y="2431237"/>
            <a:ext cx="4399915" cy="952500"/>
            <a:chOff x="556950" y="2431237"/>
            <a:chExt cx="4399915" cy="952500"/>
          </a:xfrm>
        </p:grpSpPr>
        <p:sp>
          <p:nvSpPr>
            <p:cNvPr id="34" name="object 34"/>
            <p:cNvSpPr/>
            <p:nvPr/>
          </p:nvSpPr>
          <p:spPr>
            <a:xfrm>
              <a:off x="570874" y="2431237"/>
              <a:ext cx="4386580" cy="952500"/>
            </a:xfrm>
            <a:custGeom>
              <a:avLst/>
              <a:gdLst/>
              <a:ahLst/>
              <a:cxnLst/>
              <a:rect l="l" t="t" r="r" b="b"/>
              <a:pathLst>
                <a:path w="4386580" h="952500">
                  <a:moveTo>
                    <a:pt x="4347336" y="0"/>
                  </a:moveTo>
                  <a:lnTo>
                    <a:pt x="0" y="0"/>
                  </a:lnTo>
                  <a:lnTo>
                    <a:pt x="0" y="952385"/>
                  </a:lnTo>
                  <a:lnTo>
                    <a:pt x="4347336" y="952385"/>
                  </a:lnTo>
                  <a:lnTo>
                    <a:pt x="4353021" y="951254"/>
                  </a:lnTo>
                  <a:lnTo>
                    <a:pt x="4384853" y="919420"/>
                  </a:lnTo>
                  <a:lnTo>
                    <a:pt x="4385985" y="913738"/>
                  </a:lnTo>
                  <a:lnTo>
                    <a:pt x="4385985" y="38647"/>
                  </a:lnTo>
                  <a:lnTo>
                    <a:pt x="4363938" y="5652"/>
                  </a:lnTo>
                  <a:lnTo>
                    <a:pt x="434733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6950" y="2431237"/>
              <a:ext cx="27940" cy="952500"/>
            </a:xfrm>
            <a:custGeom>
              <a:avLst/>
              <a:gdLst/>
              <a:ahLst/>
              <a:cxnLst/>
              <a:rect l="l" t="t" r="r" b="b"/>
              <a:pathLst>
                <a:path w="27940" h="952500">
                  <a:moveTo>
                    <a:pt x="27847" y="0"/>
                  </a:moveTo>
                  <a:lnTo>
                    <a:pt x="0" y="0"/>
                  </a:lnTo>
                  <a:lnTo>
                    <a:pt x="0" y="952385"/>
                  </a:lnTo>
                  <a:lnTo>
                    <a:pt x="27847" y="952385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7618" y="2579942"/>
              <a:ext cx="279096" cy="12063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20102" y="2578277"/>
              <a:ext cx="581660" cy="122555"/>
            </a:xfrm>
            <a:custGeom>
              <a:avLst/>
              <a:gdLst/>
              <a:ahLst/>
              <a:cxnLst/>
              <a:rect l="l" t="t" r="r" b="b"/>
              <a:pathLst>
                <a:path w="581660" h="122555">
                  <a:moveTo>
                    <a:pt x="81203" y="30746"/>
                  </a:moveTo>
                  <a:lnTo>
                    <a:pt x="53797" y="30746"/>
                  </a:lnTo>
                  <a:lnTo>
                    <a:pt x="48348" y="32893"/>
                  </a:lnTo>
                  <a:lnTo>
                    <a:pt x="41109" y="41490"/>
                  </a:lnTo>
                  <a:lnTo>
                    <a:pt x="40195" y="44157"/>
                  </a:lnTo>
                  <a:lnTo>
                    <a:pt x="40195" y="57683"/>
                  </a:lnTo>
                  <a:lnTo>
                    <a:pt x="39611" y="49987"/>
                  </a:lnTo>
                  <a:lnTo>
                    <a:pt x="40005" y="55079"/>
                  </a:lnTo>
                  <a:lnTo>
                    <a:pt x="40081" y="56070"/>
                  </a:lnTo>
                  <a:lnTo>
                    <a:pt x="40195" y="57683"/>
                  </a:lnTo>
                  <a:lnTo>
                    <a:pt x="40195" y="44157"/>
                  </a:lnTo>
                  <a:lnTo>
                    <a:pt x="39357" y="46596"/>
                  </a:lnTo>
                  <a:lnTo>
                    <a:pt x="38785" y="39065"/>
                  </a:lnTo>
                  <a:lnTo>
                    <a:pt x="38163" y="30746"/>
                  </a:lnTo>
                  <a:lnTo>
                    <a:pt x="0" y="30746"/>
                  </a:lnTo>
                  <a:lnTo>
                    <a:pt x="0" y="48717"/>
                  </a:lnTo>
                  <a:lnTo>
                    <a:pt x="21450" y="48717"/>
                  </a:lnTo>
                  <a:lnTo>
                    <a:pt x="21450" y="102323"/>
                  </a:lnTo>
                  <a:lnTo>
                    <a:pt x="0" y="102323"/>
                  </a:lnTo>
                  <a:lnTo>
                    <a:pt x="0" y="120307"/>
                  </a:lnTo>
                  <a:lnTo>
                    <a:pt x="71374" y="120307"/>
                  </a:lnTo>
                  <a:lnTo>
                    <a:pt x="71374" y="111912"/>
                  </a:lnTo>
                  <a:lnTo>
                    <a:pt x="71374" y="102323"/>
                  </a:lnTo>
                  <a:lnTo>
                    <a:pt x="44107" y="102323"/>
                  </a:lnTo>
                  <a:lnTo>
                    <a:pt x="44107" y="64477"/>
                  </a:lnTo>
                  <a:lnTo>
                    <a:pt x="58547" y="49250"/>
                  </a:lnTo>
                  <a:lnTo>
                    <a:pt x="81203" y="49250"/>
                  </a:lnTo>
                  <a:lnTo>
                    <a:pt x="81203" y="30746"/>
                  </a:lnTo>
                  <a:close/>
                </a:path>
                <a:path w="581660" h="122555">
                  <a:moveTo>
                    <a:pt x="155219" y="0"/>
                  </a:moveTo>
                  <a:lnTo>
                    <a:pt x="132156" y="0"/>
                  </a:lnTo>
                  <a:lnTo>
                    <a:pt x="132156" y="19710"/>
                  </a:lnTo>
                  <a:lnTo>
                    <a:pt x="155219" y="19710"/>
                  </a:lnTo>
                  <a:lnTo>
                    <a:pt x="155219" y="0"/>
                  </a:lnTo>
                  <a:close/>
                </a:path>
                <a:path w="581660" h="122555">
                  <a:moveTo>
                    <a:pt x="183794" y="102260"/>
                  </a:moveTo>
                  <a:lnTo>
                    <a:pt x="155549" y="102260"/>
                  </a:lnTo>
                  <a:lnTo>
                    <a:pt x="155549" y="48793"/>
                  </a:lnTo>
                  <a:lnTo>
                    <a:pt x="155549" y="39103"/>
                  </a:lnTo>
                  <a:lnTo>
                    <a:pt x="155549" y="30746"/>
                  </a:lnTo>
                  <a:lnTo>
                    <a:pt x="101244" y="30746"/>
                  </a:lnTo>
                  <a:lnTo>
                    <a:pt x="101244" y="48793"/>
                  </a:lnTo>
                  <a:lnTo>
                    <a:pt x="132829" y="48793"/>
                  </a:lnTo>
                  <a:lnTo>
                    <a:pt x="132829" y="102260"/>
                  </a:lnTo>
                  <a:lnTo>
                    <a:pt x="99580" y="102260"/>
                  </a:lnTo>
                  <a:lnTo>
                    <a:pt x="99580" y="120307"/>
                  </a:lnTo>
                  <a:lnTo>
                    <a:pt x="183794" y="120307"/>
                  </a:lnTo>
                  <a:lnTo>
                    <a:pt x="183794" y="102260"/>
                  </a:lnTo>
                  <a:close/>
                </a:path>
                <a:path w="581660" h="122555">
                  <a:moveTo>
                    <a:pt x="280695" y="75984"/>
                  </a:moveTo>
                  <a:lnTo>
                    <a:pt x="280365" y="69037"/>
                  </a:lnTo>
                  <a:lnTo>
                    <a:pt x="279920" y="66230"/>
                  </a:lnTo>
                  <a:lnTo>
                    <a:pt x="279361" y="62560"/>
                  </a:lnTo>
                  <a:lnTo>
                    <a:pt x="256413" y="32042"/>
                  </a:lnTo>
                  <a:lnTo>
                    <a:pt x="256413" y="66230"/>
                  </a:lnTo>
                  <a:lnTo>
                    <a:pt x="220103" y="66230"/>
                  </a:lnTo>
                  <a:lnTo>
                    <a:pt x="220941" y="60502"/>
                  </a:lnTo>
                  <a:lnTo>
                    <a:pt x="222948" y="56159"/>
                  </a:lnTo>
                  <a:lnTo>
                    <a:pt x="229336" y="50203"/>
                  </a:lnTo>
                  <a:lnTo>
                    <a:pt x="233464" y="48717"/>
                  </a:lnTo>
                  <a:lnTo>
                    <a:pt x="243497" y="48717"/>
                  </a:lnTo>
                  <a:lnTo>
                    <a:pt x="247624" y="50203"/>
                  </a:lnTo>
                  <a:lnTo>
                    <a:pt x="254000" y="55994"/>
                  </a:lnTo>
                  <a:lnTo>
                    <a:pt x="255866" y="60363"/>
                  </a:lnTo>
                  <a:lnTo>
                    <a:pt x="256413" y="66230"/>
                  </a:lnTo>
                  <a:lnTo>
                    <a:pt x="256413" y="32042"/>
                  </a:lnTo>
                  <a:lnTo>
                    <a:pt x="254254" y="30708"/>
                  </a:lnTo>
                  <a:lnTo>
                    <a:pt x="246951" y="28740"/>
                  </a:lnTo>
                  <a:lnTo>
                    <a:pt x="230327" y="28740"/>
                  </a:lnTo>
                  <a:lnTo>
                    <a:pt x="198259" y="58089"/>
                  </a:lnTo>
                  <a:lnTo>
                    <a:pt x="196481" y="66230"/>
                  </a:lnTo>
                  <a:lnTo>
                    <a:pt x="196481" y="85013"/>
                  </a:lnTo>
                  <a:lnTo>
                    <a:pt x="223266" y="120396"/>
                  </a:lnTo>
                  <a:lnTo>
                    <a:pt x="230644" y="122301"/>
                  </a:lnTo>
                  <a:lnTo>
                    <a:pt x="238988" y="122301"/>
                  </a:lnTo>
                  <a:lnTo>
                    <a:pt x="274726" y="102323"/>
                  </a:lnTo>
                  <a:lnTo>
                    <a:pt x="278892" y="92938"/>
                  </a:lnTo>
                  <a:lnTo>
                    <a:pt x="256133" y="91363"/>
                  </a:lnTo>
                  <a:lnTo>
                    <a:pt x="255028" y="94678"/>
                  </a:lnTo>
                  <a:lnTo>
                    <a:pt x="253022" y="97332"/>
                  </a:lnTo>
                  <a:lnTo>
                    <a:pt x="247230" y="101333"/>
                  </a:lnTo>
                  <a:lnTo>
                    <a:pt x="243687" y="102323"/>
                  </a:lnTo>
                  <a:lnTo>
                    <a:pt x="233946" y="102323"/>
                  </a:lnTo>
                  <a:lnTo>
                    <a:pt x="229412" y="100545"/>
                  </a:lnTo>
                  <a:lnTo>
                    <a:pt x="222402" y="93433"/>
                  </a:lnTo>
                  <a:lnTo>
                    <a:pt x="220370" y="88328"/>
                  </a:lnTo>
                  <a:lnTo>
                    <a:pt x="219811" y="81673"/>
                  </a:lnTo>
                  <a:lnTo>
                    <a:pt x="280695" y="81673"/>
                  </a:lnTo>
                  <a:lnTo>
                    <a:pt x="280695" y="75984"/>
                  </a:lnTo>
                  <a:close/>
                </a:path>
                <a:path w="581660" h="122555">
                  <a:moveTo>
                    <a:pt x="383019" y="30746"/>
                  </a:moveTo>
                  <a:lnTo>
                    <a:pt x="359029" y="30746"/>
                  </a:lnTo>
                  <a:lnTo>
                    <a:pt x="338836" y="95504"/>
                  </a:lnTo>
                  <a:lnTo>
                    <a:pt x="318655" y="30746"/>
                  </a:lnTo>
                  <a:lnTo>
                    <a:pt x="294665" y="30746"/>
                  </a:lnTo>
                  <a:lnTo>
                    <a:pt x="325069" y="120307"/>
                  </a:lnTo>
                  <a:lnTo>
                    <a:pt x="352615" y="120307"/>
                  </a:lnTo>
                  <a:lnTo>
                    <a:pt x="383019" y="30746"/>
                  </a:lnTo>
                  <a:close/>
                </a:path>
                <a:path w="581660" h="122555">
                  <a:moveTo>
                    <a:pt x="481863" y="103327"/>
                  </a:moveTo>
                  <a:lnTo>
                    <a:pt x="476681" y="103327"/>
                  </a:lnTo>
                  <a:lnTo>
                    <a:pt x="475500" y="102908"/>
                  </a:lnTo>
                  <a:lnTo>
                    <a:pt x="473849" y="101206"/>
                  </a:lnTo>
                  <a:lnTo>
                    <a:pt x="473760" y="100850"/>
                  </a:lnTo>
                  <a:lnTo>
                    <a:pt x="473443" y="99644"/>
                  </a:lnTo>
                  <a:lnTo>
                    <a:pt x="473443" y="80530"/>
                  </a:lnTo>
                  <a:lnTo>
                    <a:pt x="473354" y="64490"/>
                  </a:lnTo>
                  <a:lnTo>
                    <a:pt x="472986" y="59080"/>
                  </a:lnTo>
                  <a:lnTo>
                    <a:pt x="472871" y="57531"/>
                  </a:lnTo>
                  <a:lnTo>
                    <a:pt x="471170" y="50215"/>
                  </a:lnTo>
                  <a:lnTo>
                    <a:pt x="469684" y="46913"/>
                  </a:lnTo>
                  <a:lnTo>
                    <a:pt x="468325" y="43865"/>
                  </a:lnTo>
                  <a:lnTo>
                    <a:pt x="435889" y="28740"/>
                  </a:lnTo>
                  <a:lnTo>
                    <a:pt x="426834" y="29349"/>
                  </a:lnTo>
                  <a:lnTo>
                    <a:pt x="427990" y="29349"/>
                  </a:lnTo>
                  <a:lnTo>
                    <a:pt x="421767" y="30734"/>
                  </a:lnTo>
                  <a:lnTo>
                    <a:pt x="397713" y="57531"/>
                  </a:lnTo>
                  <a:lnTo>
                    <a:pt x="397649" y="57810"/>
                  </a:lnTo>
                  <a:lnTo>
                    <a:pt x="421043" y="59080"/>
                  </a:lnTo>
                  <a:lnTo>
                    <a:pt x="421779" y="55499"/>
                  </a:lnTo>
                  <a:lnTo>
                    <a:pt x="423379" y="52578"/>
                  </a:lnTo>
                  <a:lnTo>
                    <a:pt x="428269" y="48044"/>
                  </a:lnTo>
                  <a:lnTo>
                    <a:pt x="431761" y="46913"/>
                  </a:lnTo>
                  <a:lnTo>
                    <a:pt x="441426" y="46913"/>
                  </a:lnTo>
                  <a:lnTo>
                    <a:pt x="445135" y="48437"/>
                  </a:lnTo>
                  <a:lnTo>
                    <a:pt x="449656" y="54521"/>
                  </a:lnTo>
                  <a:lnTo>
                    <a:pt x="450786" y="58864"/>
                  </a:lnTo>
                  <a:lnTo>
                    <a:pt x="450786" y="64490"/>
                  </a:lnTo>
                  <a:lnTo>
                    <a:pt x="450786" y="80530"/>
                  </a:lnTo>
                  <a:lnTo>
                    <a:pt x="435241" y="105333"/>
                  </a:lnTo>
                  <a:lnTo>
                    <a:pt x="427431" y="105333"/>
                  </a:lnTo>
                  <a:lnTo>
                    <a:pt x="424929" y="104571"/>
                  </a:lnTo>
                  <a:lnTo>
                    <a:pt x="424764" y="104571"/>
                  </a:lnTo>
                  <a:lnTo>
                    <a:pt x="420954" y="101206"/>
                  </a:lnTo>
                  <a:lnTo>
                    <a:pt x="420751" y="100850"/>
                  </a:lnTo>
                  <a:lnTo>
                    <a:pt x="419912" y="98831"/>
                  </a:lnTo>
                  <a:lnTo>
                    <a:pt x="419912" y="92837"/>
                  </a:lnTo>
                  <a:lnTo>
                    <a:pt x="420725" y="90436"/>
                  </a:lnTo>
                  <a:lnTo>
                    <a:pt x="424002" y="87007"/>
                  </a:lnTo>
                  <a:lnTo>
                    <a:pt x="426859" y="85725"/>
                  </a:lnTo>
                  <a:lnTo>
                    <a:pt x="430936" y="84874"/>
                  </a:lnTo>
                  <a:lnTo>
                    <a:pt x="450786" y="80530"/>
                  </a:lnTo>
                  <a:lnTo>
                    <a:pt x="450786" y="64490"/>
                  </a:lnTo>
                  <a:lnTo>
                    <a:pt x="415366" y="72136"/>
                  </a:lnTo>
                  <a:lnTo>
                    <a:pt x="408698" y="75158"/>
                  </a:lnTo>
                  <a:lnTo>
                    <a:pt x="399008" y="83578"/>
                  </a:lnTo>
                  <a:lnTo>
                    <a:pt x="396582" y="89471"/>
                  </a:lnTo>
                  <a:lnTo>
                    <a:pt x="396582" y="102298"/>
                  </a:lnTo>
                  <a:lnTo>
                    <a:pt x="397916" y="106819"/>
                  </a:lnTo>
                  <a:lnTo>
                    <a:pt x="403237" y="114401"/>
                  </a:lnTo>
                  <a:lnTo>
                    <a:pt x="406831" y="117297"/>
                  </a:lnTo>
                  <a:lnTo>
                    <a:pt x="416039" y="121373"/>
                  </a:lnTo>
                  <a:lnTo>
                    <a:pt x="416242" y="121373"/>
                  </a:lnTo>
                  <a:lnTo>
                    <a:pt x="420890" y="122301"/>
                  </a:lnTo>
                  <a:lnTo>
                    <a:pt x="431787" y="122301"/>
                  </a:lnTo>
                  <a:lnTo>
                    <a:pt x="436524" y="121373"/>
                  </a:lnTo>
                  <a:lnTo>
                    <a:pt x="444703" y="117652"/>
                  </a:lnTo>
                  <a:lnTo>
                    <a:pt x="447979" y="115087"/>
                  </a:lnTo>
                  <a:lnTo>
                    <a:pt x="452958" y="108572"/>
                  </a:lnTo>
                  <a:lnTo>
                    <a:pt x="453313" y="107708"/>
                  </a:lnTo>
                  <a:lnTo>
                    <a:pt x="453517" y="108572"/>
                  </a:lnTo>
                  <a:lnTo>
                    <a:pt x="453580" y="108788"/>
                  </a:lnTo>
                  <a:lnTo>
                    <a:pt x="456857" y="114846"/>
                  </a:lnTo>
                  <a:lnTo>
                    <a:pt x="459232" y="117144"/>
                  </a:lnTo>
                  <a:lnTo>
                    <a:pt x="465772" y="120408"/>
                  </a:lnTo>
                  <a:lnTo>
                    <a:pt x="466217" y="120408"/>
                  </a:lnTo>
                  <a:lnTo>
                    <a:pt x="469252" y="121043"/>
                  </a:lnTo>
                  <a:lnTo>
                    <a:pt x="476237" y="121043"/>
                  </a:lnTo>
                  <a:lnTo>
                    <a:pt x="481203" y="120408"/>
                  </a:lnTo>
                  <a:lnTo>
                    <a:pt x="481863" y="120408"/>
                  </a:lnTo>
                  <a:lnTo>
                    <a:pt x="481863" y="103327"/>
                  </a:lnTo>
                  <a:close/>
                </a:path>
                <a:path w="581660" h="122555">
                  <a:moveTo>
                    <a:pt x="581444" y="102323"/>
                  </a:moveTo>
                  <a:lnTo>
                    <a:pt x="552970" y="102323"/>
                  </a:lnTo>
                  <a:lnTo>
                    <a:pt x="552970" y="21005"/>
                  </a:lnTo>
                  <a:lnTo>
                    <a:pt x="550557" y="13779"/>
                  </a:lnTo>
                  <a:lnTo>
                    <a:pt x="540854" y="4089"/>
                  </a:lnTo>
                  <a:lnTo>
                    <a:pt x="533641" y="1676"/>
                  </a:lnTo>
                  <a:lnTo>
                    <a:pt x="500583" y="1676"/>
                  </a:lnTo>
                  <a:lnTo>
                    <a:pt x="500583" y="19646"/>
                  </a:lnTo>
                  <a:lnTo>
                    <a:pt x="523328" y="19646"/>
                  </a:lnTo>
                  <a:lnTo>
                    <a:pt x="525894" y="20535"/>
                  </a:lnTo>
                  <a:lnTo>
                    <a:pt x="529437" y="24079"/>
                  </a:lnTo>
                  <a:lnTo>
                    <a:pt x="530313" y="26644"/>
                  </a:lnTo>
                  <a:lnTo>
                    <a:pt x="530313" y="102323"/>
                  </a:lnTo>
                  <a:lnTo>
                    <a:pt x="497230" y="102323"/>
                  </a:lnTo>
                  <a:lnTo>
                    <a:pt x="497230" y="120307"/>
                  </a:lnTo>
                  <a:lnTo>
                    <a:pt x="581444" y="120307"/>
                  </a:lnTo>
                  <a:lnTo>
                    <a:pt x="581444" y="114287"/>
                  </a:lnTo>
                  <a:lnTo>
                    <a:pt x="581444" y="10232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8621" y="2579942"/>
              <a:ext cx="972421" cy="1456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17665" y="2577269"/>
              <a:ext cx="985119" cy="12397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10223" y="2825558"/>
              <a:ext cx="61594" cy="79375"/>
            </a:xfrm>
            <a:custGeom>
              <a:avLst/>
              <a:gdLst/>
              <a:ahLst/>
              <a:cxnLst/>
              <a:rect l="l" t="t" r="r" b="b"/>
              <a:pathLst>
                <a:path w="61595" h="79375">
                  <a:moveTo>
                    <a:pt x="36981" y="0"/>
                  </a:moveTo>
                  <a:lnTo>
                    <a:pt x="24060" y="0"/>
                  </a:lnTo>
                  <a:lnTo>
                    <a:pt x="0" y="79086"/>
                  </a:lnTo>
                  <a:lnTo>
                    <a:pt x="10247" y="79086"/>
                  </a:lnTo>
                  <a:lnTo>
                    <a:pt x="16727" y="56586"/>
                  </a:lnTo>
                  <a:lnTo>
                    <a:pt x="12141" y="56586"/>
                  </a:lnTo>
                  <a:lnTo>
                    <a:pt x="15483" y="47230"/>
                  </a:lnTo>
                  <a:lnTo>
                    <a:pt x="19421" y="47230"/>
                  </a:lnTo>
                  <a:lnTo>
                    <a:pt x="30520" y="8689"/>
                  </a:lnTo>
                  <a:lnTo>
                    <a:pt x="39625" y="8689"/>
                  </a:lnTo>
                  <a:lnTo>
                    <a:pt x="36981" y="0"/>
                  </a:lnTo>
                  <a:close/>
                </a:path>
                <a:path w="61595" h="79375">
                  <a:moveTo>
                    <a:pt x="39625" y="8689"/>
                  </a:moveTo>
                  <a:lnTo>
                    <a:pt x="30520" y="8689"/>
                  </a:lnTo>
                  <a:lnTo>
                    <a:pt x="50793" y="79086"/>
                  </a:lnTo>
                  <a:lnTo>
                    <a:pt x="61041" y="79086"/>
                  </a:lnTo>
                  <a:lnTo>
                    <a:pt x="54196" y="56586"/>
                  </a:lnTo>
                  <a:lnTo>
                    <a:pt x="48900" y="56586"/>
                  </a:lnTo>
                  <a:lnTo>
                    <a:pt x="45558" y="47230"/>
                  </a:lnTo>
                  <a:lnTo>
                    <a:pt x="51350" y="47230"/>
                  </a:lnTo>
                  <a:lnTo>
                    <a:pt x="39625" y="8689"/>
                  </a:lnTo>
                  <a:close/>
                </a:path>
                <a:path w="61595" h="79375">
                  <a:moveTo>
                    <a:pt x="19421" y="47230"/>
                  </a:moveTo>
                  <a:lnTo>
                    <a:pt x="15483" y="47230"/>
                  </a:lnTo>
                  <a:lnTo>
                    <a:pt x="12141" y="56586"/>
                  </a:lnTo>
                  <a:lnTo>
                    <a:pt x="16727" y="56586"/>
                  </a:lnTo>
                  <a:lnTo>
                    <a:pt x="19421" y="47230"/>
                  </a:lnTo>
                  <a:close/>
                </a:path>
                <a:path w="61595" h="79375">
                  <a:moveTo>
                    <a:pt x="41619" y="47230"/>
                  </a:moveTo>
                  <a:lnTo>
                    <a:pt x="19421" y="47230"/>
                  </a:lnTo>
                  <a:lnTo>
                    <a:pt x="16727" y="56586"/>
                  </a:lnTo>
                  <a:lnTo>
                    <a:pt x="44314" y="56586"/>
                  </a:lnTo>
                  <a:lnTo>
                    <a:pt x="41619" y="47230"/>
                  </a:lnTo>
                  <a:close/>
                </a:path>
                <a:path w="61595" h="79375">
                  <a:moveTo>
                    <a:pt x="51350" y="47230"/>
                  </a:moveTo>
                  <a:lnTo>
                    <a:pt x="45558" y="47230"/>
                  </a:lnTo>
                  <a:lnTo>
                    <a:pt x="48900" y="56586"/>
                  </a:lnTo>
                  <a:lnTo>
                    <a:pt x="54196" y="56586"/>
                  </a:lnTo>
                  <a:lnTo>
                    <a:pt x="51350" y="4723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52134" y="2825447"/>
              <a:ext cx="581011" cy="8053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17133" y="2825447"/>
              <a:ext cx="317461" cy="8053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14878" y="2825558"/>
              <a:ext cx="588056" cy="8042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538577" y="2844279"/>
              <a:ext cx="169545" cy="78740"/>
            </a:xfrm>
            <a:custGeom>
              <a:avLst/>
              <a:gdLst/>
              <a:ahLst/>
              <a:cxnLst/>
              <a:rect l="l" t="t" r="r" b="b"/>
              <a:pathLst>
                <a:path w="169544" h="78739">
                  <a:moveTo>
                    <a:pt x="13360" y="46786"/>
                  </a:moveTo>
                  <a:lnTo>
                    <a:pt x="0" y="46786"/>
                  </a:lnTo>
                  <a:lnTo>
                    <a:pt x="0" y="60375"/>
                  </a:lnTo>
                  <a:lnTo>
                    <a:pt x="6007" y="60375"/>
                  </a:lnTo>
                  <a:lnTo>
                    <a:pt x="0" y="78422"/>
                  </a:lnTo>
                  <a:lnTo>
                    <a:pt x="6680" y="78422"/>
                  </a:lnTo>
                  <a:lnTo>
                    <a:pt x="13360" y="59258"/>
                  </a:lnTo>
                  <a:lnTo>
                    <a:pt x="13360" y="46786"/>
                  </a:lnTo>
                  <a:close/>
                </a:path>
                <a:path w="169544" h="78739">
                  <a:moveTo>
                    <a:pt x="169291" y="60185"/>
                  </a:moveTo>
                  <a:lnTo>
                    <a:pt x="168198" y="60185"/>
                  </a:lnTo>
                  <a:lnTo>
                    <a:pt x="168198" y="52133"/>
                  </a:lnTo>
                  <a:lnTo>
                    <a:pt x="163220" y="52133"/>
                  </a:lnTo>
                  <a:lnTo>
                    <a:pt x="162331" y="51866"/>
                  </a:lnTo>
                  <a:lnTo>
                    <a:pt x="161188" y="50863"/>
                  </a:lnTo>
                  <a:lnTo>
                    <a:pt x="160883" y="50025"/>
                  </a:lnTo>
                  <a:lnTo>
                    <a:pt x="160845" y="48336"/>
                  </a:lnTo>
                  <a:lnTo>
                    <a:pt x="160845" y="31851"/>
                  </a:lnTo>
                  <a:lnTo>
                    <a:pt x="160845" y="16560"/>
                  </a:lnTo>
                  <a:lnTo>
                    <a:pt x="158877" y="10668"/>
                  </a:lnTo>
                  <a:lnTo>
                    <a:pt x="157251" y="8915"/>
                  </a:lnTo>
                  <a:lnTo>
                    <a:pt x="151003" y="2133"/>
                  </a:lnTo>
                  <a:lnTo>
                    <a:pt x="145478" y="0"/>
                  </a:lnTo>
                  <a:lnTo>
                    <a:pt x="131660" y="0"/>
                  </a:lnTo>
                  <a:lnTo>
                    <a:pt x="126225" y="1727"/>
                  </a:lnTo>
                  <a:lnTo>
                    <a:pt x="117830" y="8636"/>
                  </a:lnTo>
                  <a:lnTo>
                    <a:pt x="115176" y="13144"/>
                  </a:lnTo>
                  <a:lnTo>
                    <a:pt x="114046" y="18783"/>
                  </a:lnTo>
                  <a:lnTo>
                    <a:pt x="115011" y="18783"/>
                  </a:lnTo>
                  <a:lnTo>
                    <a:pt x="123977" y="19494"/>
                  </a:lnTo>
                  <a:lnTo>
                    <a:pt x="134264" y="8915"/>
                  </a:lnTo>
                  <a:lnTo>
                    <a:pt x="142570" y="8915"/>
                  </a:lnTo>
                  <a:lnTo>
                    <a:pt x="145821" y="10134"/>
                  </a:lnTo>
                  <a:lnTo>
                    <a:pt x="150355" y="15036"/>
                  </a:lnTo>
                  <a:lnTo>
                    <a:pt x="151485" y="18783"/>
                  </a:lnTo>
                  <a:lnTo>
                    <a:pt x="151485" y="23837"/>
                  </a:lnTo>
                  <a:lnTo>
                    <a:pt x="151485" y="31851"/>
                  </a:lnTo>
                  <a:lnTo>
                    <a:pt x="137452" y="53467"/>
                  </a:lnTo>
                  <a:lnTo>
                    <a:pt x="130098" y="53467"/>
                  </a:lnTo>
                  <a:lnTo>
                    <a:pt x="127736" y="52781"/>
                  </a:lnTo>
                  <a:lnTo>
                    <a:pt x="127571" y="52781"/>
                  </a:lnTo>
                  <a:lnTo>
                    <a:pt x="123698" y="49657"/>
                  </a:lnTo>
                  <a:lnTo>
                    <a:pt x="122745" y="47523"/>
                  </a:lnTo>
                  <a:lnTo>
                    <a:pt x="122745" y="42329"/>
                  </a:lnTo>
                  <a:lnTo>
                    <a:pt x="133438" y="35420"/>
                  </a:lnTo>
                  <a:lnTo>
                    <a:pt x="151485" y="31851"/>
                  </a:lnTo>
                  <a:lnTo>
                    <a:pt x="151485" y="23837"/>
                  </a:lnTo>
                  <a:lnTo>
                    <a:pt x="125196" y="29108"/>
                  </a:lnTo>
                  <a:lnTo>
                    <a:pt x="120459" y="31127"/>
                  </a:lnTo>
                  <a:lnTo>
                    <a:pt x="114452" y="36703"/>
                  </a:lnTo>
                  <a:lnTo>
                    <a:pt x="113055" y="40335"/>
                  </a:lnTo>
                  <a:lnTo>
                    <a:pt x="112941" y="48856"/>
                  </a:lnTo>
                  <a:lnTo>
                    <a:pt x="113804" y="51663"/>
                  </a:lnTo>
                  <a:lnTo>
                    <a:pt x="117221" y="56489"/>
                  </a:lnTo>
                  <a:lnTo>
                    <a:pt x="119557" y="58369"/>
                  </a:lnTo>
                  <a:lnTo>
                    <a:pt x="125704" y="61137"/>
                  </a:lnTo>
                  <a:lnTo>
                    <a:pt x="125958" y="61137"/>
                  </a:lnTo>
                  <a:lnTo>
                    <a:pt x="128841" y="61709"/>
                  </a:lnTo>
                  <a:lnTo>
                    <a:pt x="135966" y="61709"/>
                  </a:lnTo>
                  <a:lnTo>
                    <a:pt x="139166" y="61137"/>
                  </a:lnTo>
                  <a:lnTo>
                    <a:pt x="145097" y="58826"/>
                  </a:lnTo>
                  <a:lnTo>
                    <a:pt x="147574" y="57238"/>
                  </a:lnTo>
                  <a:lnTo>
                    <a:pt x="151079" y="53594"/>
                  </a:lnTo>
                  <a:lnTo>
                    <a:pt x="151206" y="53467"/>
                  </a:lnTo>
                  <a:lnTo>
                    <a:pt x="151511" y="53149"/>
                  </a:lnTo>
                  <a:lnTo>
                    <a:pt x="151701" y="52781"/>
                  </a:lnTo>
                  <a:lnTo>
                    <a:pt x="151650" y="51663"/>
                  </a:lnTo>
                  <a:lnTo>
                    <a:pt x="151739" y="52133"/>
                  </a:lnTo>
                  <a:lnTo>
                    <a:pt x="151828" y="52552"/>
                  </a:lnTo>
                  <a:lnTo>
                    <a:pt x="152044" y="52146"/>
                  </a:lnTo>
                  <a:lnTo>
                    <a:pt x="152044" y="53594"/>
                  </a:lnTo>
                  <a:lnTo>
                    <a:pt x="153822" y="57238"/>
                  </a:lnTo>
                  <a:lnTo>
                    <a:pt x="155143" y="58547"/>
                  </a:lnTo>
                  <a:lnTo>
                    <a:pt x="158635" y="60185"/>
                  </a:lnTo>
                  <a:lnTo>
                    <a:pt x="160769" y="60591"/>
                  </a:lnTo>
                  <a:lnTo>
                    <a:pt x="166865" y="60591"/>
                  </a:lnTo>
                  <a:lnTo>
                    <a:pt x="169291" y="6018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83415" y="2823776"/>
              <a:ext cx="590590" cy="8265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49751" y="2825447"/>
              <a:ext cx="389864" cy="8053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11771" y="2844279"/>
              <a:ext cx="4001135" cy="229235"/>
            </a:xfrm>
            <a:custGeom>
              <a:avLst/>
              <a:gdLst/>
              <a:ahLst/>
              <a:cxnLst/>
              <a:rect l="l" t="t" r="r" b="b"/>
              <a:pathLst>
                <a:path w="4001135" h="229235">
                  <a:moveTo>
                    <a:pt x="52362" y="148374"/>
                  </a:moveTo>
                  <a:lnTo>
                    <a:pt x="42773" y="148374"/>
                  </a:lnTo>
                  <a:lnTo>
                    <a:pt x="42773" y="207264"/>
                  </a:lnTo>
                  <a:lnTo>
                    <a:pt x="41389" y="211988"/>
                  </a:lnTo>
                  <a:lnTo>
                    <a:pt x="35814" y="218300"/>
                  </a:lnTo>
                  <a:lnTo>
                    <a:pt x="31673" y="219887"/>
                  </a:lnTo>
                  <a:lnTo>
                    <a:pt x="20688" y="219887"/>
                  </a:lnTo>
                  <a:lnTo>
                    <a:pt x="16560" y="218325"/>
                  </a:lnTo>
                  <a:lnTo>
                    <a:pt x="11074" y="212090"/>
                  </a:lnTo>
                  <a:lnTo>
                    <a:pt x="9588" y="207327"/>
                  </a:lnTo>
                  <a:lnTo>
                    <a:pt x="9359" y="200952"/>
                  </a:lnTo>
                  <a:lnTo>
                    <a:pt x="0" y="201841"/>
                  </a:lnTo>
                  <a:lnTo>
                    <a:pt x="20980" y="229235"/>
                  </a:lnTo>
                  <a:lnTo>
                    <a:pt x="26187" y="229235"/>
                  </a:lnTo>
                  <a:lnTo>
                    <a:pt x="34277" y="229235"/>
                  </a:lnTo>
                  <a:lnTo>
                    <a:pt x="40665" y="226720"/>
                  </a:lnTo>
                  <a:lnTo>
                    <a:pt x="50025" y="216611"/>
                  </a:lnTo>
                  <a:lnTo>
                    <a:pt x="52362" y="209715"/>
                  </a:lnTo>
                  <a:lnTo>
                    <a:pt x="52362" y="148374"/>
                  </a:lnTo>
                  <a:close/>
                </a:path>
                <a:path w="4001135" h="229235">
                  <a:moveTo>
                    <a:pt x="3265957" y="60185"/>
                  </a:moveTo>
                  <a:lnTo>
                    <a:pt x="3264852" y="60185"/>
                  </a:lnTo>
                  <a:lnTo>
                    <a:pt x="3264852" y="52133"/>
                  </a:lnTo>
                  <a:lnTo>
                    <a:pt x="3259874" y="52133"/>
                  </a:lnTo>
                  <a:lnTo>
                    <a:pt x="3258985" y="51866"/>
                  </a:lnTo>
                  <a:lnTo>
                    <a:pt x="3257842" y="50863"/>
                  </a:lnTo>
                  <a:lnTo>
                    <a:pt x="3257537" y="50025"/>
                  </a:lnTo>
                  <a:lnTo>
                    <a:pt x="3257499" y="48336"/>
                  </a:lnTo>
                  <a:lnTo>
                    <a:pt x="3257499" y="31851"/>
                  </a:lnTo>
                  <a:lnTo>
                    <a:pt x="3257499" y="16560"/>
                  </a:lnTo>
                  <a:lnTo>
                    <a:pt x="3255530" y="10668"/>
                  </a:lnTo>
                  <a:lnTo>
                    <a:pt x="3253905" y="8915"/>
                  </a:lnTo>
                  <a:lnTo>
                    <a:pt x="3247656" y="2133"/>
                  </a:lnTo>
                  <a:lnTo>
                    <a:pt x="3242132" y="0"/>
                  </a:lnTo>
                  <a:lnTo>
                    <a:pt x="3228314" y="0"/>
                  </a:lnTo>
                  <a:lnTo>
                    <a:pt x="3222879" y="1727"/>
                  </a:lnTo>
                  <a:lnTo>
                    <a:pt x="3214484" y="8636"/>
                  </a:lnTo>
                  <a:lnTo>
                    <a:pt x="3211830" y="13144"/>
                  </a:lnTo>
                  <a:lnTo>
                    <a:pt x="3210699" y="18783"/>
                  </a:lnTo>
                  <a:lnTo>
                    <a:pt x="3211665" y="18783"/>
                  </a:lnTo>
                  <a:lnTo>
                    <a:pt x="3220631" y="19494"/>
                  </a:lnTo>
                  <a:lnTo>
                    <a:pt x="3230918" y="8915"/>
                  </a:lnTo>
                  <a:lnTo>
                    <a:pt x="3239224" y="8915"/>
                  </a:lnTo>
                  <a:lnTo>
                    <a:pt x="3242475" y="10134"/>
                  </a:lnTo>
                  <a:lnTo>
                    <a:pt x="3247009" y="15036"/>
                  </a:lnTo>
                  <a:lnTo>
                    <a:pt x="3248139" y="18783"/>
                  </a:lnTo>
                  <a:lnTo>
                    <a:pt x="3248139" y="23837"/>
                  </a:lnTo>
                  <a:lnTo>
                    <a:pt x="3248139" y="31851"/>
                  </a:lnTo>
                  <a:lnTo>
                    <a:pt x="3234105" y="53467"/>
                  </a:lnTo>
                  <a:lnTo>
                    <a:pt x="3226752" y="53467"/>
                  </a:lnTo>
                  <a:lnTo>
                    <a:pt x="3224390" y="52781"/>
                  </a:lnTo>
                  <a:lnTo>
                    <a:pt x="3224225" y="52781"/>
                  </a:lnTo>
                  <a:lnTo>
                    <a:pt x="3220351" y="49657"/>
                  </a:lnTo>
                  <a:lnTo>
                    <a:pt x="3219399" y="47523"/>
                  </a:lnTo>
                  <a:lnTo>
                    <a:pt x="3219399" y="42329"/>
                  </a:lnTo>
                  <a:lnTo>
                    <a:pt x="3230092" y="35420"/>
                  </a:lnTo>
                  <a:lnTo>
                    <a:pt x="3248139" y="31851"/>
                  </a:lnTo>
                  <a:lnTo>
                    <a:pt x="3248139" y="23837"/>
                  </a:lnTo>
                  <a:lnTo>
                    <a:pt x="3221850" y="29108"/>
                  </a:lnTo>
                  <a:lnTo>
                    <a:pt x="3217113" y="31127"/>
                  </a:lnTo>
                  <a:lnTo>
                    <a:pt x="3211106" y="36703"/>
                  </a:lnTo>
                  <a:lnTo>
                    <a:pt x="3209709" y="40335"/>
                  </a:lnTo>
                  <a:lnTo>
                    <a:pt x="3209594" y="48856"/>
                  </a:lnTo>
                  <a:lnTo>
                    <a:pt x="3210458" y="51663"/>
                  </a:lnTo>
                  <a:lnTo>
                    <a:pt x="3213874" y="56489"/>
                  </a:lnTo>
                  <a:lnTo>
                    <a:pt x="3216211" y="58369"/>
                  </a:lnTo>
                  <a:lnTo>
                    <a:pt x="3222358" y="61137"/>
                  </a:lnTo>
                  <a:lnTo>
                    <a:pt x="3222612" y="61137"/>
                  </a:lnTo>
                  <a:lnTo>
                    <a:pt x="3225495" y="61709"/>
                  </a:lnTo>
                  <a:lnTo>
                    <a:pt x="3232620" y="61709"/>
                  </a:lnTo>
                  <a:lnTo>
                    <a:pt x="3235807" y="61137"/>
                  </a:lnTo>
                  <a:lnTo>
                    <a:pt x="3241751" y="58826"/>
                  </a:lnTo>
                  <a:lnTo>
                    <a:pt x="3244227" y="57238"/>
                  </a:lnTo>
                  <a:lnTo>
                    <a:pt x="3247733" y="53594"/>
                  </a:lnTo>
                  <a:lnTo>
                    <a:pt x="3247860" y="53467"/>
                  </a:lnTo>
                  <a:lnTo>
                    <a:pt x="3248164" y="53149"/>
                  </a:lnTo>
                  <a:lnTo>
                    <a:pt x="3248355" y="52781"/>
                  </a:lnTo>
                  <a:lnTo>
                    <a:pt x="3248304" y="51663"/>
                  </a:lnTo>
                  <a:lnTo>
                    <a:pt x="3248393" y="52133"/>
                  </a:lnTo>
                  <a:lnTo>
                    <a:pt x="3248482" y="52552"/>
                  </a:lnTo>
                  <a:lnTo>
                    <a:pt x="3248698" y="52146"/>
                  </a:lnTo>
                  <a:lnTo>
                    <a:pt x="3248698" y="53594"/>
                  </a:lnTo>
                  <a:lnTo>
                    <a:pt x="3250476" y="57238"/>
                  </a:lnTo>
                  <a:lnTo>
                    <a:pt x="3251797" y="58547"/>
                  </a:lnTo>
                  <a:lnTo>
                    <a:pt x="3255289" y="60185"/>
                  </a:lnTo>
                  <a:lnTo>
                    <a:pt x="3257423" y="60591"/>
                  </a:lnTo>
                  <a:lnTo>
                    <a:pt x="3263519" y="60591"/>
                  </a:lnTo>
                  <a:lnTo>
                    <a:pt x="3265957" y="60185"/>
                  </a:lnTo>
                  <a:close/>
                </a:path>
                <a:path w="4001135" h="229235">
                  <a:moveTo>
                    <a:pt x="3327895" y="18224"/>
                  </a:moveTo>
                  <a:lnTo>
                    <a:pt x="3311931" y="0"/>
                  </a:lnTo>
                  <a:lnTo>
                    <a:pt x="3304362" y="0"/>
                  </a:lnTo>
                  <a:lnTo>
                    <a:pt x="3288576" y="11328"/>
                  </a:lnTo>
                  <a:lnTo>
                    <a:pt x="3288576" y="11493"/>
                  </a:lnTo>
                  <a:lnTo>
                    <a:pt x="3288309" y="11874"/>
                  </a:lnTo>
                  <a:lnTo>
                    <a:pt x="3288347" y="1333"/>
                  </a:lnTo>
                  <a:lnTo>
                    <a:pt x="3279775" y="1333"/>
                  </a:lnTo>
                  <a:lnTo>
                    <a:pt x="3279775" y="60375"/>
                  </a:lnTo>
                  <a:lnTo>
                    <a:pt x="3289135" y="60375"/>
                  </a:lnTo>
                  <a:lnTo>
                    <a:pt x="3289135" y="21424"/>
                  </a:lnTo>
                  <a:lnTo>
                    <a:pt x="3289858" y="18364"/>
                  </a:lnTo>
                  <a:lnTo>
                    <a:pt x="3291014" y="16370"/>
                  </a:lnTo>
                  <a:lnTo>
                    <a:pt x="3292754" y="13385"/>
                  </a:lnTo>
                  <a:lnTo>
                    <a:pt x="3294697" y="11493"/>
                  </a:lnTo>
                  <a:lnTo>
                    <a:pt x="3299396" y="9004"/>
                  </a:lnTo>
                  <a:lnTo>
                    <a:pt x="3299129" y="9004"/>
                  </a:lnTo>
                  <a:lnTo>
                    <a:pt x="3302355" y="8242"/>
                  </a:lnTo>
                  <a:lnTo>
                    <a:pt x="3309848" y="8242"/>
                  </a:lnTo>
                  <a:lnTo>
                    <a:pt x="3313150" y="9664"/>
                  </a:lnTo>
                  <a:lnTo>
                    <a:pt x="3317468" y="15392"/>
                  </a:lnTo>
                  <a:lnTo>
                    <a:pt x="3318535" y="19570"/>
                  </a:lnTo>
                  <a:lnTo>
                    <a:pt x="3318535" y="60375"/>
                  </a:lnTo>
                  <a:lnTo>
                    <a:pt x="3327895" y="60375"/>
                  </a:lnTo>
                  <a:lnTo>
                    <a:pt x="3327895" y="18224"/>
                  </a:lnTo>
                  <a:close/>
                </a:path>
                <a:path w="4001135" h="229235">
                  <a:moveTo>
                    <a:pt x="3466452" y="60185"/>
                  </a:moveTo>
                  <a:lnTo>
                    <a:pt x="3465347" y="60185"/>
                  </a:lnTo>
                  <a:lnTo>
                    <a:pt x="3465347" y="52133"/>
                  </a:lnTo>
                  <a:lnTo>
                    <a:pt x="3460381" y="52133"/>
                  </a:lnTo>
                  <a:lnTo>
                    <a:pt x="3459480" y="51866"/>
                  </a:lnTo>
                  <a:lnTo>
                    <a:pt x="3458337" y="50863"/>
                  </a:lnTo>
                  <a:lnTo>
                    <a:pt x="3458045" y="50025"/>
                  </a:lnTo>
                  <a:lnTo>
                    <a:pt x="3457994" y="48336"/>
                  </a:lnTo>
                  <a:lnTo>
                    <a:pt x="3457994" y="31851"/>
                  </a:lnTo>
                  <a:lnTo>
                    <a:pt x="3457994" y="16560"/>
                  </a:lnTo>
                  <a:lnTo>
                    <a:pt x="3456038" y="10668"/>
                  </a:lnTo>
                  <a:lnTo>
                    <a:pt x="3454400" y="8915"/>
                  </a:lnTo>
                  <a:lnTo>
                    <a:pt x="3448164" y="2133"/>
                  </a:lnTo>
                  <a:lnTo>
                    <a:pt x="3442627" y="0"/>
                  </a:lnTo>
                  <a:lnTo>
                    <a:pt x="3428809" y="0"/>
                  </a:lnTo>
                  <a:lnTo>
                    <a:pt x="3423374" y="1727"/>
                  </a:lnTo>
                  <a:lnTo>
                    <a:pt x="3414979" y="8636"/>
                  </a:lnTo>
                  <a:lnTo>
                    <a:pt x="3412325" y="13144"/>
                  </a:lnTo>
                  <a:lnTo>
                    <a:pt x="3411194" y="18783"/>
                  </a:lnTo>
                  <a:lnTo>
                    <a:pt x="3412172" y="18783"/>
                  </a:lnTo>
                  <a:lnTo>
                    <a:pt x="3421126" y="19494"/>
                  </a:lnTo>
                  <a:lnTo>
                    <a:pt x="3431413" y="8915"/>
                  </a:lnTo>
                  <a:lnTo>
                    <a:pt x="3439731" y="8915"/>
                  </a:lnTo>
                  <a:lnTo>
                    <a:pt x="3442982" y="10134"/>
                  </a:lnTo>
                  <a:lnTo>
                    <a:pt x="3447516" y="15036"/>
                  </a:lnTo>
                  <a:lnTo>
                    <a:pt x="3448647" y="18783"/>
                  </a:lnTo>
                  <a:lnTo>
                    <a:pt x="3448647" y="23837"/>
                  </a:lnTo>
                  <a:lnTo>
                    <a:pt x="3448647" y="31851"/>
                  </a:lnTo>
                  <a:lnTo>
                    <a:pt x="3434613" y="53467"/>
                  </a:lnTo>
                  <a:lnTo>
                    <a:pt x="3427260" y="53467"/>
                  </a:lnTo>
                  <a:lnTo>
                    <a:pt x="3424898" y="52781"/>
                  </a:lnTo>
                  <a:lnTo>
                    <a:pt x="3424732" y="52781"/>
                  </a:lnTo>
                  <a:lnTo>
                    <a:pt x="3420846" y="49657"/>
                  </a:lnTo>
                  <a:lnTo>
                    <a:pt x="3419906" y="47523"/>
                  </a:lnTo>
                  <a:lnTo>
                    <a:pt x="3419906" y="42329"/>
                  </a:lnTo>
                  <a:lnTo>
                    <a:pt x="3420580" y="40614"/>
                  </a:lnTo>
                  <a:lnTo>
                    <a:pt x="3420681" y="40335"/>
                  </a:lnTo>
                  <a:lnTo>
                    <a:pt x="3423805" y="37299"/>
                  </a:lnTo>
                  <a:lnTo>
                    <a:pt x="3426587" y="36156"/>
                  </a:lnTo>
                  <a:lnTo>
                    <a:pt x="3430600" y="35420"/>
                  </a:lnTo>
                  <a:lnTo>
                    <a:pt x="3448647" y="31851"/>
                  </a:lnTo>
                  <a:lnTo>
                    <a:pt x="3448647" y="23837"/>
                  </a:lnTo>
                  <a:lnTo>
                    <a:pt x="3422358" y="29108"/>
                  </a:lnTo>
                  <a:lnTo>
                    <a:pt x="3417620" y="31127"/>
                  </a:lnTo>
                  <a:lnTo>
                    <a:pt x="3411601" y="36703"/>
                  </a:lnTo>
                  <a:lnTo>
                    <a:pt x="3410204" y="40335"/>
                  </a:lnTo>
                  <a:lnTo>
                    <a:pt x="3410102" y="48856"/>
                  </a:lnTo>
                  <a:lnTo>
                    <a:pt x="3410953" y="51663"/>
                  </a:lnTo>
                  <a:lnTo>
                    <a:pt x="3414369" y="56489"/>
                  </a:lnTo>
                  <a:lnTo>
                    <a:pt x="3416706" y="58369"/>
                  </a:lnTo>
                  <a:lnTo>
                    <a:pt x="3422853" y="61137"/>
                  </a:lnTo>
                  <a:lnTo>
                    <a:pt x="3423120" y="61137"/>
                  </a:lnTo>
                  <a:lnTo>
                    <a:pt x="3425990" y="61709"/>
                  </a:lnTo>
                  <a:lnTo>
                    <a:pt x="3433127" y="61709"/>
                  </a:lnTo>
                  <a:lnTo>
                    <a:pt x="3436315" y="61137"/>
                  </a:lnTo>
                  <a:lnTo>
                    <a:pt x="3442258" y="58826"/>
                  </a:lnTo>
                  <a:lnTo>
                    <a:pt x="3444722" y="57238"/>
                  </a:lnTo>
                  <a:lnTo>
                    <a:pt x="3448227" y="53594"/>
                  </a:lnTo>
                  <a:lnTo>
                    <a:pt x="3448354" y="53467"/>
                  </a:lnTo>
                  <a:lnTo>
                    <a:pt x="3448659" y="53149"/>
                  </a:lnTo>
                  <a:lnTo>
                    <a:pt x="3448862" y="52781"/>
                  </a:lnTo>
                  <a:lnTo>
                    <a:pt x="3448799" y="51663"/>
                  </a:lnTo>
                  <a:lnTo>
                    <a:pt x="3448901" y="52133"/>
                  </a:lnTo>
                  <a:lnTo>
                    <a:pt x="3448989" y="52552"/>
                  </a:lnTo>
                  <a:lnTo>
                    <a:pt x="3449218" y="52133"/>
                  </a:lnTo>
                  <a:lnTo>
                    <a:pt x="3449205" y="53594"/>
                  </a:lnTo>
                  <a:lnTo>
                    <a:pt x="3450983" y="57238"/>
                  </a:lnTo>
                  <a:lnTo>
                    <a:pt x="3452304" y="58547"/>
                  </a:lnTo>
                  <a:lnTo>
                    <a:pt x="3455797" y="60185"/>
                  </a:lnTo>
                  <a:lnTo>
                    <a:pt x="3457930" y="60591"/>
                  </a:lnTo>
                  <a:lnTo>
                    <a:pt x="3464026" y="60591"/>
                  </a:lnTo>
                  <a:lnTo>
                    <a:pt x="3466452" y="60185"/>
                  </a:lnTo>
                  <a:close/>
                </a:path>
                <a:path w="4001135" h="229235">
                  <a:moveTo>
                    <a:pt x="3528403" y="18224"/>
                  </a:moveTo>
                  <a:lnTo>
                    <a:pt x="3527615" y="14465"/>
                  </a:lnTo>
                  <a:lnTo>
                    <a:pt x="3524745" y="8242"/>
                  </a:lnTo>
                  <a:lnTo>
                    <a:pt x="3524504" y="7708"/>
                  </a:lnTo>
                  <a:lnTo>
                    <a:pt x="3522218" y="5016"/>
                  </a:lnTo>
                  <a:lnTo>
                    <a:pt x="3516198" y="1003"/>
                  </a:lnTo>
                  <a:lnTo>
                    <a:pt x="3512426" y="0"/>
                  </a:lnTo>
                  <a:lnTo>
                    <a:pt x="3504857" y="0"/>
                  </a:lnTo>
                  <a:lnTo>
                    <a:pt x="3489071" y="11328"/>
                  </a:lnTo>
                  <a:lnTo>
                    <a:pt x="3489071" y="11506"/>
                  </a:lnTo>
                  <a:lnTo>
                    <a:pt x="3488817" y="11874"/>
                  </a:lnTo>
                  <a:lnTo>
                    <a:pt x="3488855" y="1333"/>
                  </a:lnTo>
                  <a:lnTo>
                    <a:pt x="3480282" y="1333"/>
                  </a:lnTo>
                  <a:lnTo>
                    <a:pt x="3480282" y="60375"/>
                  </a:lnTo>
                  <a:lnTo>
                    <a:pt x="3489629" y="60375"/>
                  </a:lnTo>
                  <a:lnTo>
                    <a:pt x="3489629" y="21424"/>
                  </a:lnTo>
                  <a:lnTo>
                    <a:pt x="3490353" y="18364"/>
                  </a:lnTo>
                  <a:lnTo>
                    <a:pt x="3491509" y="16370"/>
                  </a:lnTo>
                  <a:lnTo>
                    <a:pt x="3493249" y="13385"/>
                  </a:lnTo>
                  <a:lnTo>
                    <a:pt x="3495205" y="11493"/>
                  </a:lnTo>
                  <a:lnTo>
                    <a:pt x="3499891" y="9004"/>
                  </a:lnTo>
                  <a:lnTo>
                    <a:pt x="3499637" y="9004"/>
                  </a:lnTo>
                  <a:lnTo>
                    <a:pt x="3502850" y="8242"/>
                  </a:lnTo>
                  <a:lnTo>
                    <a:pt x="3510356" y="8242"/>
                  </a:lnTo>
                  <a:lnTo>
                    <a:pt x="3513658" y="9664"/>
                  </a:lnTo>
                  <a:lnTo>
                    <a:pt x="3517963" y="15392"/>
                  </a:lnTo>
                  <a:lnTo>
                    <a:pt x="3519043" y="19570"/>
                  </a:lnTo>
                  <a:lnTo>
                    <a:pt x="3519043" y="60375"/>
                  </a:lnTo>
                  <a:lnTo>
                    <a:pt x="3528403" y="60375"/>
                  </a:lnTo>
                  <a:lnTo>
                    <a:pt x="3528403" y="18224"/>
                  </a:lnTo>
                  <a:close/>
                </a:path>
                <a:path w="4001135" h="229235">
                  <a:moveTo>
                    <a:pt x="3595674" y="41732"/>
                  </a:moveTo>
                  <a:lnTo>
                    <a:pt x="3568941" y="26809"/>
                  </a:lnTo>
                  <a:lnTo>
                    <a:pt x="3566083" y="26162"/>
                  </a:lnTo>
                  <a:lnTo>
                    <a:pt x="3561778" y="24739"/>
                  </a:lnTo>
                  <a:lnTo>
                    <a:pt x="3560216" y="23799"/>
                  </a:lnTo>
                  <a:lnTo>
                    <a:pt x="3558286" y="21424"/>
                  </a:lnTo>
                  <a:lnTo>
                    <a:pt x="3557803" y="19824"/>
                  </a:lnTo>
                  <a:lnTo>
                    <a:pt x="3557803" y="15290"/>
                  </a:lnTo>
                  <a:lnTo>
                    <a:pt x="3558844" y="13182"/>
                  </a:lnTo>
                  <a:lnTo>
                    <a:pt x="3562997" y="9766"/>
                  </a:lnTo>
                  <a:lnTo>
                    <a:pt x="3566198" y="8915"/>
                  </a:lnTo>
                  <a:lnTo>
                    <a:pt x="3573183" y="8915"/>
                  </a:lnTo>
                  <a:lnTo>
                    <a:pt x="3584765" y="19608"/>
                  </a:lnTo>
                  <a:lnTo>
                    <a:pt x="3594570" y="18935"/>
                  </a:lnTo>
                  <a:lnTo>
                    <a:pt x="3575520" y="0"/>
                  </a:lnTo>
                  <a:lnTo>
                    <a:pt x="3565791" y="0"/>
                  </a:lnTo>
                  <a:lnTo>
                    <a:pt x="3548227" y="14401"/>
                  </a:lnTo>
                  <a:lnTo>
                    <a:pt x="3548227" y="21018"/>
                  </a:lnTo>
                  <a:lnTo>
                    <a:pt x="3574808" y="36385"/>
                  </a:lnTo>
                  <a:lnTo>
                    <a:pt x="3578072" y="37147"/>
                  </a:lnTo>
                  <a:lnTo>
                    <a:pt x="3582530" y="38709"/>
                  </a:lnTo>
                  <a:lnTo>
                    <a:pt x="3584054" y="39649"/>
                  </a:lnTo>
                  <a:lnTo>
                    <a:pt x="3585692" y="41884"/>
                  </a:lnTo>
                  <a:lnTo>
                    <a:pt x="3586099" y="43294"/>
                  </a:lnTo>
                  <a:lnTo>
                    <a:pt x="3586099" y="47675"/>
                  </a:lnTo>
                  <a:lnTo>
                    <a:pt x="3584892" y="49644"/>
                  </a:lnTo>
                  <a:lnTo>
                    <a:pt x="3580066" y="52171"/>
                  </a:lnTo>
                  <a:lnTo>
                    <a:pt x="3576663" y="52793"/>
                  </a:lnTo>
                  <a:lnTo>
                    <a:pt x="3567607" y="52793"/>
                  </a:lnTo>
                  <a:lnTo>
                    <a:pt x="3563950" y="51752"/>
                  </a:lnTo>
                  <a:lnTo>
                    <a:pt x="3558679" y="47599"/>
                  </a:lnTo>
                  <a:lnTo>
                    <a:pt x="3557066" y="44742"/>
                  </a:lnTo>
                  <a:lnTo>
                    <a:pt x="3556470" y="41097"/>
                  </a:lnTo>
                  <a:lnTo>
                    <a:pt x="3546665" y="41770"/>
                  </a:lnTo>
                  <a:lnTo>
                    <a:pt x="3567163" y="61709"/>
                  </a:lnTo>
                  <a:lnTo>
                    <a:pt x="3572281" y="61709"/>
                  </a:lnTo>
                  <a:lnTo>
                    <a:pt x="3576739" y="61709"/>
                  </a:lnTo>
                  <a:lnTo>
                    <a:pt x="3595674" y="48488"/>
                  </a:lnTo>
                  <a:lnTo>
                    <a:pt x="3595674" y="41732"/>
                  </a:lnTo>
                  <a:close/>
                </a:path>
                <a:path w="4001135" h="229235">
                  <a:moveTo>
                    <a:pt x="3669195" y="1333"/>
                  </a:moveTo>
                  <a:lnTo>
                    <a:pt x="3658946" y="1333"/>
                  </a:lnTo>
                  <a:lnTo>
                    <a:pt x="3651262" y="50571"/>
                  </a:lnTo>
                  <a:lnTo>
                    <a:pt x="3642576" y="9575"/>
                  </a:lnTo>
                  <a:lnTo>
                    <a:pt x="3633444" y="9575"/>
                  </a:lnTo>
                  <a:lnTo>
                    <a:pt x="3624745" y="50571"/>
                  </a:lnTo>
                  <a:lnTo>
                    <a:pt x="3617061" y="1333"/>
                  </a:lnTo>
                  <a:lnTo>
                    <a:pt x="3606812" y="1333"/>
                  </a:lnTo>
                  <a:lnTo>
                    <a:pt x="3618509" y="60375"/>
                  </a:lnTo>
                  <a:lnTo>
                    <a:pt x="3630206" y="60375"/>
                  </a:lnTo>
                  <a:lnTo>
                    <a:pt x="3638004" y="23164"/>
                  </a:lnTo>
                  <a:lnTo>
                    <a:pt x="3645801" y="60375"/>
                  </a:lnTo>
                  <a:lnTo>
                    <a:pt x="3657612" y="60375"/>
                  </a:lnTo>
                  <a:lnTo>
                    <a:pt x="3669195" y="1333"/>
                  </a:lnTo>
                  <a:close/>
                </a:path>
                <a:path w="4001135" h="229235">
                  <a:moveTo>
                    <a:pt x="3731234" y="24358"/>
                  </a:moveTo>
                  <a:lnTo>
                    <a:pt x="3730371" y="20015"/>
                  </a:lnTo>
                  <a:lnTo>
                    <a:pt x="3730333" y="19786"/>
                  </a:lnTo>
                  <a:lnTo>
                    <a:pt x="3730218" y="19189"/>
                  </a:lnTo>
                  <a:lnTo>
                    <a:pt x="3730129" y="18745"/>
                  </a:lnTo>
                  <a:lnTo>
                    <a:pt x="3725672" y="9537"/>
                  </a:lnTo>
                  <a:lnTo>
                    <a:pt x="3725113" y="8915"/>
                  </a:lnTo>
                  <a:lnTo>
                    <a:pt x="3722586" y="6032"/>
                  </a:lnTo>
                  <a:lnTo>
                    <a:pt x="3720985" y="5054"/>
                  </a:lnTo>
                  <a:lnTo>
                    <a:pt x="3720985" y="25501"/>
                  </a:lnTo>
                  <a:lnTo>
                    <a:pt x="3688245" y="25501"/>
                  </a:lnTo>
                  <a:lnTo>
                    <a:pt x="3689058" y="20015"/>
                  </a:lnTo>
                  <a:lnTo>
                    <a:pt x="3690937" y="15875"/>
                  </a:lnTo>
                  <a:lnTo>
                    <a:pt x="3696805" y="10299"/>
                  </a:lnTo>
                  <a:lnTo>
                    <a:pt x="3700538" y="8915"/>
                  </a:lnTo>
                  <a:lnTo>
                    <a:pt x="3709441" y="8915"/>
                  </a:lnTo>
                  <a:lnTo>
                    <a:pt x="3720896" y="24358"/>
                  </a:lnTo>
                  <a:lnTo>
                    <a:pt x="3720985" y="25501"/>
                  </a:lnTo>
                  <a:lnTo>
                    <a:pt x="3720985" y="5054"/>
                  </a:lnTo>
                  <a:lnTo>
                    <a:pt x="3714839" y="1282"/>
                  </a:lnTo>
                  <a:lnTo>
                    <a:pt x="3715004" y="1282"/>
                  </a:lnTo>
                  <a:lnTo>
                    <a:pt x="3710190" y="0"/>
                  </a:lnTo>
                  <a:lnTo>
                    <a:pt x="3699637" y="0"/>
                  </a:lnTo>
                  <a:lnTo>
                    <a:pt x="3678440" y="37096"/>
                  </a:lnTo>
                  <a:lnTo>
                    <a:pt x="3679533" y="42532"/>
                  </a:lnTo>
                  <a:lnTo>
                    <a:pt x="3699941" y="61709"/>
                  </a:lnTo>
                  <a:lnTo>
                    <a:pt x="3711752" y="61709"/>
                  </a:lnTo>
                  <a:lnTo>
                    <a:pt x="3717036" y="60020"/>
                  </a:lnTo>
                  <a:lnTo>
                    <a:pt x="3725722" y="53263"/>
                  </a:lnTo>
                  <a:lnTo>
                    <a:pt x="3726040" y="52793"/>
                  </a:lnTo>
                  <a:lnTo>
                    <a:pt x="3728682" y="48933"/>
                  </a:lnTo>
                  <a:lnTo>
                    <a:pt x="3730231" y="43662"/>
                  </a:lnTo>
                  <a:lnTo>
                    <a:pt x="3720211" y="42887"/>
                  </a:lnTo>
                  <a:lnTo>
                    <a:pt x="3719245" y="45859"/>
                  </a:lnTo>
                  <a:lnTo>
                    <a:pt x="3717518" y="48247"/>
                  </a:lnTo>
                  <a:lnTo>
                    <a:pt x="3712540" y="51892"/>
                  </a:lnTo>
                  <a:lnTo>
                    <a:pt x="3709365" y="52793"/>
                  </a:lnTo>
                  <a:lnTo>
                    <a:pt x="3700386" y="52793"/>
                  </a:lnTo>
                  <a:lnTo>
                    <a:pt x="3696322" y="51206"/>
                  </a:lnTo>
                  <a:lnTo>
                    <a:pt x="3690302" y="44818"/>
                  </a:lnTo>
                  <a:lnTo>
                    <a:pt x="3688613" y="40055"/>
                  </a:lnTo>
                  <a:lnTo>
                    <a:pt x="3688245" y="33743"/>
                  </a:lnTo>
                  <a:lnTo>
                    <a:pt x="3731234" y="33743"/>
                  </a:lnTo>
                  <a:lnTo>
                    <a:pt x="3731234" y="25501"/>
                  </a:lnTo>
                  <a:lnTo>
                    <a:pt x="3731234" y="24358"/>
                  </a:lnTo>
                  <a:close/>
                </a:path>
                <a:path w="4001135" h="229235">
                  <a:moveTo>
                    <a:pt x="3798405" y="1333"/>
                  </a:moveTo>
                  <a:lnTo>
                    <a:pt x="3782034" y="1333"/>
                  </a:lnTo>
                  <a:lnTo>
                    <a:pt x="3778656" y="2578"/>
                  </a:lnTo>
                  <a:lnTo>
                    <a:pt x="3773601" y="7556"/>
                  </a:lnTo>
                  <a:lnTo>
                    <a:pt x="3772039" y="11366"/>
                  </a:lnTo>
                  <a:lnTo>
                    <a:pt x="3772090" y="12674"/>
                  </a:lnTo>
                  <a:lnTo>
                    <a:pt x="3772027" y="11531"/>
                  </a:lnTo>
                  <a:lnTo>
                    <a:pt x="3771912" y="9575"/>
                  </a:lnTo>
                  <a:lnTo>
                    <a:pt x="3771658" y="5016"/>
                  </a:lnTo>
                  <a:lnTo>
                    <a:pt x="3771519" y="2578"/>
                  </a:lnTo>
                  <a:lnTo>
                    <a:pt x="3771455" y="1333"/>
                  </a:lnTo>
                  <a:lnTo>
                    <a:pt x="3748278" y="1333"/>
                  </a:lnTo>
                  <a:lnTo>
                    <a:pt x="3748278" y="9575"/>
                  </a:lnTo>
                  <a:lnTo>
                    <a:pt x="3763657" y="9575"/>
                  </a:lnTo>
                  <a:lnTo>
                    <a:pt x="3763657" y="52133"/>
                  </a:lnTo>
                  <a:lnTo>
                    <a:pt x="3748278" y="52133"/>
                  </a:lnTo>
                  <a:lnTo>
                    <a:pt x="3748278" y="60375"/>
                  </a:lnTo>
                  <a:lnTo>
                    <a:pt x="3791724" y="60375"/>
                  </a:lnTo>
                  <a:lnTo>
                    <a:pt x="3791724" y="56578"/>
                  </a:lnTo>
                  <a:lnTo>
                    <a:pt x="3791724" y="52133"/>
                  </a:lnTo>
                  <a:lnTo>
                    <a:pt x="3773005" y="52133"/>
                  </a:lnTo>
                  <a:lnTo>
                    <a:pt x="3773005" y="21463"/>
                  </a:lnTo>
                  <a:lnTo>
                    <a:pt x="3773525" y="18732"/>
                  </a:lnTo>
                  <a:lnTo>
                    <a:pt x="3774275" y="17157"/>
                  </a:lnTo>
                  <a:lnTo>
                    <a:pt x="3775608" y="14351"/>
                  </a:lnTo>
                  <a:lnTo>
                    <a:pt x="3777119" y="12674"/>
                  </a:lnTo>
                  <a:lnTo>
                    <a:pt x="3781044" y="10375"/>
                  </a:lnTo>
                  <a:lnTo>
                    <a:pt x="3783482" y="9804"/>
                  </a:lnTo>
                  <a:lnTo>
                    <a:pt x="3798405" y="9804"/>
                  </a:lnTo>
                  <a:lnTo>
                    <a:pt x="3798405" y="1333"/>
                  </a:lnTo>
                  <a:close/>
                </a:path>
                <a:path w="4001135" h="229235">
                  <a:moveTo>
                    <a:pt x="3845191" y="46786"/>
                  </a:moveTo>
                  <a:lnTo>
                    <a:pt x="3831831" y="46786"/>
                  </a:lnTo>
                  <a:lnTo>
                    <a:pt x="3831831" y="60375"/>
                  </a:lnTo>
                  <a:lnTo>
                    <a:pt x="3837838" y="60375"/>
                  </a:lnTo>
                  <a:lnTo>
                    <a:pt x="3831831" y="78422"/>
                  </a:lnTo>
                  <a:lnTo>
                    <a:pt x="3838511" y="78422"/>
                  </a:lnTo>
                  <a:lnTo>
                    <a:pt x="3845191" y="59258"/>
                  </a:lnTo>
                  <a:lnTo>
                    <a:pt x="3845191" y="46786"/>
                  </a:lnTo>
                  <a:close/>
                </a:path>
                <a:path w="4001135" h="229235">
                  <a:moveTo>
                    <a:pt x="4001122" y="60185"/>
                  </a:moveTo>
                  <a:lnTo>
                    <a:pt x="4000030" y="60185"/>
                  </a:lnTo>
                  <a:lnTo>
                    <a:pt x="4000030" y="52133"/>
                  </a:lnTo>
                  <a:lnTo>
                    <a:pt x="3995051" y="52133"/>
                  </a:lnTo>
                  <a:lnTo>
                    <a:pt x="3994162" y="51866"/>
                  </a:lnTo>
                  <a:lnTo>
                    <a:pt x="3993007" y="50863"/>
                  </a:lnTo>
                  <a:lnTo>
                    <a:pt x="3992715" y="50025"/>
                  </a:lnTo>
                  <a:lnTo>
                    <a:pt x="3992676" y="48336"/>
                  </a:lnTo>
                  <a:lnTo>
                    <a:pt x="3992676" y="31851"/>
                  </a:lnTo>
                  <a:lnTo>
                    <a:pt x="3992676" y="16560"/>
                  </a:lnTo>
                  <a:lnTo>
                    <a:pt x="3990708" y="10668"/>
                  </a:lnTo>
                  <a:lnTo>
                    <a:pt x="3989082" y="8915"/>
                  </a:lnTo>
                  <a:lnTo>
                    <a:pt x="3982834" y="2133"/>
                  </a:lnTo>
                  <a:lnTo>
                    <a:pt x="3977297" y="0"/>
                  </a:lnTo>
                  <a:lnTo>
                    <a:pt x="3963492" y="0"/>
                  </a:lnTo>
                  <a:lnTo>
                    <a:pt x="3958044" y="1727"/>
                  </a:lnTo>
                  <a:lnTo>
                    <a:pt x="3949662" y="8636"/>
                  </a:lnTo>
                  <a:lnTo>
                    <a:pt x="3947007" y="13144"/>
                  </a:lnTo>
                  <a:lnTo>
                    <a:pt x="3945877" y="18783"/>
                  </a:lnTo>
                  <a:lnTo>
                    <a:pt x="3946842" y="18783"/>
                  </a:lnTo>
                  <a:lnTo>
                    <a:pt x="3955808" y="19494"/>
                  </a:lnTo>
                  <a:lnTo>
                    <a:pt x="3966083" y="8915"/>
                  </a:lnTo>
                  <a:lnTo>
                    <a:pt x="3974401" y="8915"/>
                  </a:lnTo>
                  <a:lnTo>
                    <a:pt x="3977652" y="10134"/>
                  </a:lnTo>
                  <a:lnTo>
                    <a:pt x="3982186" y="15036"/>
                  </a:lnTo>
                  <a:lnTo>
                    <a:pt x="3983317" y="18783"/>
                  </a:lnTo>
                  <a:lnTo>
                    <a:pt x="3983317" y="23837"/>
                  </a:lnTo>
                  <a:lnTo>
                    <a:pt x="3983317" y="31851"/>
                  </a:lnTo>
                  <a:lnTo>
                    <a:pt x="3969283" y="53467"/>
                  </a:lnTo>
                  <a:lnTo>
                    <a:pt x="3961930" y="53467"/>
                  </a:lnTo>
                  <a:lnTo>
                    <a:pt x="3959568" y="52781"/>
                  </a:lnTo>
                  <a:lnTo>
                    <a:pt x="3959402" y="52781"/>
                  </a:lnTo>
                  <a:lnTo>
                    <a:pt x="3955529" y="49657"/>
                  </a:lnTo>
                  <a:lnTo>
                    <a:pt x="3954576" y="47523"/>
                  </a:lnTo>
                  <a:lnTo>
                    <a:pt x="3954576" y="42329"/>
                  </a:lnTo>
                  <a:lnTo>
                    <a:pt x="3955250" y="40614"/>
                  </a:lnTo>
                  <a:lnTo>
                    <a:pt x="3955351" y="40335"/>
                  </a:lnTo>
                  <a:lnTo>
                    <a:pt x="3958475" y="37299"/>
                  </a:lnTo>
                  <a:lnTo>
                    <a:pt x="3961257" y="36156"/>
                  </a:lnTo>
                  <a:lnTo>
                    <a:pt x="3965270" y="35420"/>
                  </a:lnTo>
                  <a:lnTo>
                    <a:pt x="3983317" y="31851"/>
                  </a:lnTo>
                  <a:lnTo>
                    <a:pt x="3983317" y="23837"/>
                  </a:lnTo>
                  <a:lnTo>
                    <a:pt x="3957028" y="29108"/>
                  </a:lnTo>
                  <a:lnTo>
                    <a:pt x="3952290" y="31127"/>
                  </a:lnTo>
                  <a:lnTo>
                    <a:pt x="3946283" y="36703"/>
                  </a:lnTo>
                  <a:lnTo>
                    <a:pt x="3944886" y="40335"/>
                  </a:lnTo>
                  <a:lnTo>
                    <a:pt x="3944772" y="48856"/>
                  </a:lnTo>
                  <a:lnTo>
                    <a:pt x="3945623" y="51663"/>
                  </a:lnTo>
                  <a:lnTo>
                    <a:pt x="3949039" y="56489"/>
                  </a:lnTo>
                  <a:lnTo>
                    <a:pt x="3951389" y="58369"/>
                  </a:lnTo>
                  <a:lnTo>
                    <a:pt x="3957536" y="61137"/>
                  </a:lnTo>
                  <a:lnTo>
                    <a:pt x="3957790" y="61137"/>
                  </a:lnTo>
                  <a:lnTo>
                    <a:pt x="3960660" y="61709"/>
                  </a:lnTo>
                  <a:lnTo>
                    <a:pt x="3967797" y="61709"/>
                  </a:lnTo>
                  <a:lnTo>
                    <a:pt x="3970985" y="61137"/>
                  </a:lnTo>
                  <a:lnTo>
                    <a:pt x="3976928" y="58826"/>
                  </a:lnTo>
                  <a:lnTo>
                    <a:pt x="3979392" y="57238"/>
                  </a:lnTo>
                  <a:lnTo>
                    <a:pt x="3982897" y="53594"/>
                  </a:lnTo>
                  <a:lnTo>
                    <a:pt x="3983024" y="53467"/>
                  </a:lnTo>
                  <a:lnTo>
                    <a:pt x="3983329" y="53149"/>
                  </a:lnTo>
                  <a:lnTo>
                    <a:pt x="3983532" y="52781"/>
                  </a:lnTo>
                  <a:lnTo>
                    <a:pt x="3983482" y="51663"/>
                  </a:lnTo>
                  <a:lnTo>
                    <a:pt x="3983571" y="52133"/>
                  </a:lnTo>
                  <a:lnTo>
                    <a:pt x="3983659" y="52552"/>
                  </a:lnTo>
                  <a:lnTo>
                    <a:pt x="3983888" y="52133"/>
                  </a:lnTo>
                  <a:lnTo>
                    <a:pt x="3983875" y="53594"/>
                  </a:lnTo>
                  <a:lnTo>
                    <a:pt x="3985653" y="57238"/>
                  </a:lnTo>
                  <a:lnTo>
                    <a:pt x="3986974" y="58547"/>
                  </a:lnTo>
                  <a:lnTo>
                    <a:pt x="3990467" y="60185"/>
                  </a:lnTo>
                  <a:lnTo>
                    <a:pt x="3992600" y="60591"/>
                  </a:lnTo>
                  <a:lnTo>
                    <a:pt x="3998696" y="60591"/>
                  </a:lnTo>
                  <a:lnTo>
                    <a:pt x="4001122" y="6018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4186" y="2992643"/>
              <a:ext cx="250293" cy="9713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16128" y="2992643"/>
              <a:ext cx="384296" cy="8042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81739" y="2998881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4143" y="2992643"/>
              <a:ext cx="115511" cy="8042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45734" y="2992643"/>
              <a:ext cx="259984" cy="8042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137352" y="3058140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254535" y="2992643"/>
              <a:ext cx="248399" cy="8042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584246" y="2992538"/>
              <a:ext cx="520065" cy="96520"/>
            </a:xfrm>
            <a:custGeom>
              <a:avLst/>
              <a:gdLst/>
              <a:ahLst/>
              <a:cxnLst/>
              <a:rect l="l" t="t" r="r" b="b"/>
              <a:pathLst>
                <a:path w="520064" h="96519">
                  <a:moveTo>
                    <a:pt x="52349" y="20269"/>
                  </a:moveTo>
                  <a:lnTo>
                    <a:pt x="43662" y="20269"/>
                  </a:lnTo>
                  <a:lnTo>
                    <a:pt x="43586" y="24765"/>
                  </a:lnTo>
                  <a:lnTo>
                    <a:pt x="43522" y="28752"/>
                  </a:lnTo>
                  <a:lnTo>
                    <a:pt x="43434" y="33528"/>
                  </a:lnTo>
                  <a:lnTo>
                    <a:pt x="43370" y="28257"/>
                  </a:lnTo>
                  <a:lnTo>
                    <a:pt x="43002" y="27736"/>
                  </a:lnTo>
                  <a:lnTo>
                    <a:pt x="42900" y="27597"/>
                  </a:lnTo>
                  <a:lnTo>
                    <a:pt x="42900" y="55105"/>
                  </a:lnTo>
                  <a:lnTo>
                    <a:pt x="42329" y="58547"/>
                  </a:lnTo>
                  <a:lnTo>
                    <a:pt x="39649" y="65087"/>
                  </a:lnTo>
                  <a:lnTo>
                    <a:pt x="37744" y="67538"/>
                  </a:lnTo>
                  <a:lnTo>
                    <a:pt x="32766" y="70802"/>
                  </a:lnTo>
                  <a:lnTo>
                    <a:pt x="29781" y="71628"/>
                  </a:lnTo>
                  <a:lnTo>
                    <a:pt x="21158" y="71628"/>
                  </a:lnTo>
                  <a:lnTo>
                    <a:pt x="17132" y="69697"/>
                  </a:lnTo>
                  <a:lnTo>
                    <a:pt x="11264" y="61963"/>
                  </a:lnTo>
                  <a:lnTo>
                    <a:pt x="9804" y="56591"/>
                  </a:lnTo>
                  <a:lnTo>
                    <a:pt x="9804" y="42773"/>
                  </a:lnTo>
                  <a:lnTo>
                    <a:pt x="11264" y="37388"/>
                  </a:lnTo>
                  <a:lnTo>
                    <a:pt x="17132" y="29667"/>
                  </a:lnTo>
                  <a:lnTo>
                    <a:pt x="21158" y="27736"/>
                  </a:lnTo>
                  <a:lnTo>
                    <a:pt x="29705" y="27736"/>
                  </a:lnTo>
                  <a:lnTo>
                    <a:pt x="42900" y="55105"/>
                  </a:lnTo>
                  <a:lnTo>
                    <a:pt x="42900" y="27597"/>
                  </a:lnTo>
                  <a:lnTo>
                    <a:pt x="40932" y="24765"/>
                  </a:lnTo>
                  <a:lnTo>
                    <a:pt x="34023" y="20015"/>
                  </a:lnTo>
                  <a:lnTo>
                    <a:pt x="29997" y="18821"/>
                  </a:lnTo>
                  <a:lnTo>
                    <a:pt x="19532" y="18821"/>
                  </a:lnTo>
                  <a:lnTo>
                    <a:pt x="0" y="44259"/>
                  </a:lnTo>
                  <a:lnTo>
                    <a:pt x="0" y="55105"/>
                  </a:lnTo>
                  <a:lnTo>
                    <a:pt x="19532" y="80530"/>
                  </a:lnTo>
                  <a:lnTo>
                    <a:pt x="28435" y="80530"/>
                  </a:lnTo>
                  <a:lnTo>
                    <a:pt x="42989" y="71767"/>
                  </a:lnTo>
                  <a:lnTo>
                    <a:pt x="42989" y="71628"/>
                  </a:lnTo>
                  <a:lnTo>
                    <a:pt x="43535" y="70802"/>
                  </a:lnTo>
                  <a:lnTo>
                    <a:pt x="43078" y="71628"/>
                  </a:lnTo>
                  <a:lnTo>
                    <a:pt x="42989" y="95910"/>
                  </a:lnTo>
                  <a:lnTo>
                    <a:pt x="52349" y="95910"/>
                  </a:lnTo>
                  <a:lnTo>
                    <a:pt x="52349" y="66497"/>
                  </a:lnTo>
                  <a:lnTo>
                    <a:pt x="52349" y="33528"/>
                  </a:lnTo>
                  <a:lnTo>
                    <a:pt x="52349" y="20269"/>
                  </a:lnTo>
                  <a:close/>
                </a:path>
                <a:path w="520064" h="96519">
                  <a:moveTo>
                    <a:pt x="117398" y="20154"/>
                  </a:moveTo>
                  <a:lnTo>
                    <a:pt x="108051" y="20154"/>
                  </a:lnTo>
                  <a:lnTo>
                    <a:pt x="108051" y="60629"/>
                  </a:lnTo>
                  <a:lnTo>
                    <a:pt x="106768" y="64604"/>
                  </a:lnTo>
                  <a:lnTo>
                    <a:pt x="106705" y="64770"/>
                  </a:lnTo>
                  <a:lnTo>
                    <a:pt x="101358" y="70789"/>
                  </a:lnTo>
                  <a:lnTo>
                    <a:pt x="97726" y="72288"/>
                  </a:lnTo>
                  <a:lnTo>
                    <a:pt x="88887" y="72288"/>
                  </a:lnTo>
                  <a:lnTo>
                    <a:pt x="85750" y="70942"/>
                  </a:lnTo>
                  <a:lnTo>
                    <a:pt x="81661" y="65519"/>
                  </a:lnTo>
                  <a:lnTo>
                    <a:pt x="80645" y="61302"/>
                  </a:lnTo>
                  <a:lnTo>
                    <a:pt x="80645" y="20154"/>
                  </a:lnTo>
                  <a:lnTo>
                    <a:pt x="71285" y="20154"/>
                  </a:lnTo>
                  <a:lnTo>
                    <a:pt x="71412" y="65519"/>
                  </a:lnTo>
                  <a:lnTo>
                    <a:pt x="84696" y="80530"/>
                  </a:lnTo>
                  <a:lnTo>
                    <a:pt x="95605" y="80530"/>
                  </a:lnTo>
                  <a:lnTo>
                    <a:pt x="99809" y="79209"/>
                  </a:lnTo>
                  <a:lnTo>
                    <a:pt x="106489" y="73939"/>
                  </a:lnTo>
                  <a:lnTo>
                    <a:pt x="107492" y="72288"/>
                  </a:lnTo>
                  <a:lnTo>
                    <a:pt x="108305" y="70942"/>
                  </a:lnTo>
                  <a:lnTo>
                    <a:pt x="108407" y="70789"/>
                  </a:lnTo>
                  <a:lnTo>
                    <a:pt x="108496" y="64604"/>
                  </a:lnTo>
                  <a:lnTo>
                    <a:pt x="108496" y="70637"/>
                  </a:lnTo>
                  <a:lnTo>
                    <a:pt x="108496" y="79209"/>
                  </a:lnTo>
                  <a:lnTo>
                    <a:pt x="117398" y="79209"/>
                  </a:lnTo>
                  <a:lnTo>
                    <a:pt x="117398" y="64604"/>
                  </a:lnTo>
                  <a:lnTo>
                    <a:pt x="117398" y="20154"/>
                  </a:lnTo>
                  <a:close/>
                </a:path>
                <a:path w="520064" h="96519">
                  <a:moveTo>
                    <a:pt x="187909" y="43180"/>
                  </a:moveTo>
                  <a:lnTo>
                    <a:pt x="187045" y="38836"/>
                  </a:lnTo>
                  <a:lnTo>
                    <a:pt x="187007" y="38608"/>
                  </a:lnTo>
                  <a:lnTo>
                    <a:pt x="186880" y="38023"/>
                  </a:lnTo>
                  <a:lnTo>
                    <a:pt x="186804" y="37579"/>
                  </a:lnTo>
                  <a:lnTo>
                    <a:pt x="182346" y="28371"/>
                  </a:lnTo>
                  <a:lnTo>
                    <a:pt x="181787" y="27736"/>
                  </a:lnTo>
                  <a:lnTo>
                    <a:pt x="179260" y="24853"/>
                  </a:lnTo>
                  <a:lnTo>
                    <a:pt x="177660" y="23876"/>
                  </a:lnTo>
                  <a:lnTo>
                    <a:pt x="177660" y="44335"/>
                  </a:lnTo>
                  <a:lnTo>
                    <a:pt x="144919" y="44335"/>
                  </a:lnTo>
                  <a:lnTo>
                    <a:pt x="145732" y="38836"/>
                  </a:lnTo>
                  <a:lnTo>
                    <a:pt x="147612" y="34696"/>
                  </a:lnTo>
                  <a:lnTo>
                    <a:pt x="153479" y="29121"/>
                  </a:lnTo>
                  <a:lnTo>
                    <a:pt x="157200" y="27736"/>
                  </a:lnTo>
                  <a:lnTo>
                    <a:pt x="166116" y="27736"/>
                  </a:lnTo>
                  <a:lnTo>
                    <a:pt x="177660" y="44335"/>
                  </a:lnTo>
                  <a:lnTo>
                    <a:pt x="177660" y="23876"/>
                  </a:lnTo>
                  <a:lnTo>
                    <a:pt x="171513" y="20104"/>
                  </a:lnTo>
                  <a:lnTo>
                    <a:pt x="171665" y="20104"/>
                  </a:lnTo>
                  <a:lnTo>
                    <a:pt x="166865" y="18821"/>
                  </a:lnTo>
                  <a:lnTo>
                    <a:pt x="156311" y="18821"/>
                  </a:lnTo>
                  <a:lnTo>
                    <a:pt x="151612" y="20104"/>
                  </a:lnTo>
                  <a:lnTo>
                    <a:pt x="135115" y="55918"/>
                  </a:lnTo>
                  <a:lnTo>
                    <a:pt x="136207" y="61353"/>
                  </a:lnTo>
                  <a:lnTo>
                    <a:pt x="156616" y="80530"/>
                  </a:lnTo>
                  <a:lnTo>
                    <a:pt x="168414" y="80530"/>
                  </a:lnTo>
                  <a:lnTo>
                    <a:pt x="186905" y="62484"/>
                  </a:lnTo>
                  <a:lnTo>
                    <a:pt x="176885" y="61709"/>
                  </a:lnTo>
                  <a:lnTo>
                    <a:pt x="175920" y="64681"/>
                  </a:lnTo>
                  <a:lnTo>
                    <a:pt x="174193" y="67068"/>
                  </a:lnTo>
                  <a:lnTo>
                    <a:pt x="169214" y="70713"/>
                  </a:lnTo>
                  <a:lnTo>
                    <a:pt x="166039" y="71628"/>
                  </a:lnTo>
                  <a:lnTo>
                    <a:pt x="157060" y="71628"/>
                  </a:lnTo>
                  <a:lnTo>
                    <a:pt x="152996" y="70027"/>
                  </a:lnTo>
                  <a:lnTo>
                    <a:pt x="146977" y="63639"/>
                  </a:lnTo>
                  <a:lnTo>
                    <a:pt x="145288" y="58889"/>
                  </a:lnTo>
                  <a:lnTo>
                    <a:pt x="144919" y="52578"/>
                  </a:lnTo>
                  <a:lnTo>
                    <a:pt x="187909" y="52578"/>
                  </a:lnTo>
                  <a:lnTo>
                    <a:pt x="187909" y="44335"/>
                  </a:lnTo>
                  <a:lnTo>
                    <a:pt x="187909" y="43180"/>
                  </a:lnTo>
                  <a:close/>
                </a:path>
                <a:path w="520064" h="96519">
                  <a:moveTo>
                    <a:pt x="252857" y="60553"/>
                  </a:moveTo>
                  <a:lnTo>
                    <a:pt x="226123" y="45631"/>
                  </a:lnTo>
                  <a:lnTo>
                    <a:pt x="223266" y="44983"/>
                  </a:lnTo>
                  <a:lnTo>
                    <a:pt x="218948" y="43573"/>
                  </a:lnTo>
                  <a:lnTo>
                    <a:pt x="217398" y="42621"/>
                  </a:lnTo>
                  <a:lnTo>
                    <a:pt x="215468" y="40246"/>
                  </a:lnTo>
                  <a:lnTo>
                    <a:pt x="214985" y="38646"/>
                  </a:lnTo>
                  <a:lnTo>
                    <a:pt x="214985" y="34124"/>
                  </a:lnTo>
                  <a:lnTo>
                    <a:pt x="216014" y="32004"/>
                  </a:lnTo>
                  <a:lnTo>
                    <a:pt x="220179" y="28587"/>
                  </a:lnTo>
                  <a:lnTo>
                    <a:pt x="223367" y="27736"/>
                  </a:lnTo>
                  <a:lnTo>
                    <a:pt x="230352" y="27736"/>
                  </a:lnTo>
                  <a:lnTo>
                    <a:pt x="241935" y="38430"/>
                  </a:lnTo>
                  <a:lnTo>
                    <a:pt x="251739" y="37757"/>
                  </a:lnTo>
                  <a:lnTo>
                    <a:pt x="232689" y="18821"/>
                  </a:lnTo>
                  <a:lnTo>
                    <a:pt x="222961" y="18821"/>
                  </a:lnTo>
                  <a:lnTo>
                    <a:pt x="205397" y="33235"/>
                  </a:lnTo>
                  <a:lnTo>
                    <a:pt x="205397" y="39839"/>
                  </a:lnTo>
                  <a:lnTo>
                    <a:pt x="231990" y="55206"/>
                  </a:lnTo>
                  <a:lnTo>
                    <a:pt x="235254" y="55968"/>
                  </a:lnTo>
                  <a:lnTo>
                    <a:pt x="239712" y="57531"/>
                  </a:lnTo>
                  <a:lnTo>
                    <a:pt x="241236" y="58483"/>
                  </a:lnTo>
                  <a:lnTo>
                    <a:pt x="242862" y="60706"/>
                  </a:lnTo>
                  <a:lnTo>
                    <a:pt x="243268" y="62115"/>
                  </a:lnTo>
                  <a:lnTo>
                    <a:pt x="243268" y="66497"/>
                  </a:lnTo>
                  <a:lnTo>
                    <a:pt x="242062" y="68465"/>
                  </a:lnTo>
                  <a:lnTo>
                    <a:pt x="237236" y="70993"/>
                  </a:lnTo>
                  <a:lnTo>
                    <a:pt x="233845" y="71628"/>
                  </a:lnTo>
                  <a:lnTo>
                    <a:pt x="224777" y="71628"/>
                  </a:lnTo>
                  <a:lnTo>
                    <a:pt x="221119" y="70586"/>
                  </a:lnTo>
                  <a:lnTo>
                    <a:pt x="215849" y="66421"/>
                  </a:lnTo>
                  <a:lnTo>
                    <a:pt x="214236" y="63563"/>
                  </a:lnTo>
                  <a:lnTo>
                    <a:pt x="213639" y="59931"/>
                  </a:lnTo>
                  <a:lnTo>
                    <a:pt x="203847" y="60591"/>
                  </a:lnTo>
                  <a:lnTo>
                    <a:pt x="224332" y="80530"/>
                  </a:lnTo>
                  <a:lnTo>
                    <a:pt x="229463" y="80530"/>
                  </a:lnTo>
                  <a:lnTo>
                    <a:pt x="233921" y="80530"/>
                  </a:lnTo>
                  <a:lnTo>
                    <a:pt x="252857" y="67310"/>
                  </a:lnTo>
                  <a:lnTo>
                    <a:pt x="252857" y="60553"/>
                  </a:lnTo>
                  <a:close/>
                </a:path>
                <a:path w="520064" h="96519">
                  <a:moveTo>
                    <a:pt x="319684" y="20154"/>
                  </a:moveTo>
                  <a:lnTo>
                    <a:pt x="296189" y="20154"/>
                  </a:lnTo>
                  <a:lnTo>
                    <a:pt x="296189" y="6350"/>
                  </a:lnTo>
                  <a:lnTo>
                    <a:pt x="286829" y="6350"/>
                  </a:lnTo>
                  <a:lnTo>
                    <a:pt x="286829" y="20154"/>
                  </a:lnTo>
                  <a:lnTo>
                    <a:pt x="267335" y="20154"/>
                  </a:lnTo>
                  <a:lnTo>
                    <a:pt x="267335" y="28397"/>
                  </a:lnTo>
                  <a:lnTo>
                    <a:pt x="286829" y="28397"/>
                  </a:lnTo>
                  <a:lnTo>
                    <a:pt x="286829" y="68427"/>
                  </a:lnTo>
                  <a:lnTo>
                    <a:pt x="288239" y="72517"/>
                  </a:lnTo>
                  <a:lnTo>
                    <a:pt x="293878" y="77863"/>
                  </a:lnTo>
                  <a:lnTo>
                    <a:pt x="298157" y="79197"/>
                  </a:lnTo>
                  <a:lnTo>
                    <a:pt x="319684" y="79197"/>
                  </a:lnTo>
                  <a:lnTo>
                    <a:pt x="319684" y="70954"/>
                  </a:lnTo>
                  <a:lnTo>
                    <a:pt x="301269" y="70954"/>
                  </a:lnTo>
                  <a:lnTo>
                    <a:pt x="299339" y="70307"/>
                  </a:lnTo>
                  <a:lnTo>
                    <a:pt x="296811" y="67703"/>
                  </a:lnTo>
                  <a:lnTo>
                    <a:pt x="296189" y="65684"/>
                  </a:lnTo>
                  <a:lnTo>
                    <a:pt x="296189" y="28397"/>
                  </a:lnTo>
                  <a:lnTo>
                    <a:pt x="319684" y="28397"/>
                  </a:lnTo>
                  <a:lnTo>
                    <a:pt x="319684" y="20154"/>
                  </a:lnTo>
                  <a:close/>
                </a:path>
                <a:path w="520064" h="96519">
                  <a:moveTo>
                    <a:pt x="370141" y="0"/>
                  </a:moveTo>
                  <a:lnTo>
                    <a:pt x="360349" y="0"/>
                  </a:lnTo>
                  <a:lnTo>
                    <a:pt x="360349" y="10909"/>
                  </a:lnTo>
                  <a:lnTo>
                    <a:pt x="370141" y="10909"/>
                  </a:lnTo>
                  <a:lnTo>
                    <a:pt x="370141" y="0"/>
                  </a:lnTo>
                  <a:close/>
                </a:path>
                <a:path w="520064" h="96519">
                  <a:moveTo>
                    <a:pt x="390982" y="70954"/>
                  </a:moveTo>
                  <a:lnTo>
                    <a:pt x="370598" y="70954"/>
                  </a:lnTo>
                  <a:lnTo>
                    <a:pt x="370598" y="28397"/>
                  </a:lnTo>
                  <a:lnTo>
                    <a:pt x="370598" y="23837"/>
                  </a:lnTo>
                  <a:lnTo>
                    <a:pt x="370598" y="20154"/>
                  </a:lnTo>
                  <a:lnTo>
                    <a:pt x="338620" y="20154"/>
                  </a:lnTo>
                  <a:lnTo>
                    <a:pt x="338620" y="28397"/>
                  </a:lnTo>
                  <a:lnTo>
                    <a:pt x="361238" y="28397"/>
                  </a:lnTo>
                  <a:lnTo>
                    <a:pt x="361238" y="70954"/>
                  </a:lnTo>
                  <a:lnTo>
                    <a:pt x="337515" y="70954"/>
                  </a:lnTo>
                  <a:lnTo>
                    <a:pt x="337515" y="79197"/>
                  </a:lnTo>
                  <a:lnTo>
                    <a:pt x="390982" y="79197"/>
                  </a:lnTo>
                  <a:lnTo>
                    <a:pt x="390982" y="70954"/>
                  </a:lnTo>
                  <a:close/>
                </a:path>
                <a:path w="520064" h="96519">
                  <a:moveTo>
                    <a:pt x="455701" y="42849"/>
                  </a:moveTo>
                  <a:lnTo>
                    <a:pt x="454698" y="37909"/>
                  </a:lnTo>
                  <a:lnTo>
                    <a:pt x="450240" y="28702"/>
                  </a:lnTo>
                  <a:lnTo>
                    <a:pt x="449389" y="27736"/>
                  </a:lnTo>
                  <a:lnTo>
                    <a:pt x="447103" y="25133"/>
                  </a:lnTo>
                  <a:lnTo>
                    <a:pt x="445998" y="24447"/>
                  </a:lnTo>
                  <a:lnTo>
                    <a:pt x="445998" y="42849"/>
                  </a:lnTo>
                  <a:lnTo>
                    <a:pt x="445998" y="56515"/>
                  </a:lnTo>
                  <a:lnTo>
                    <a:pt x="444500" y="61874"/>
                  </a:lnTo>
                  <a:lnTo>
                    <a:pt x="438480" y="69672"/>
                  </a:lnTo>
                  <a:lnTo>
                    <a:pt x="434276" y="71628"/>
                  </a:lnTo>
                  <a:lnTo>
                    <a:pt x="423430" y="71628"/>
                  </a:lnTo>
                  <a:lnTo>
                    <a:pt x="419214" y="69672"/>
                  </a:lnTo>
                  <a:lnTo>
                    <a:pt x="413194" y="61874"/>
                  </a:lnTo>
                  <a:lnTo>
                    <a:pt x="411695" y="56515"/>
                  </a:lnTo>
                  <a:lnTo>
                    <a:pt x="411695" y="42849"/>
                  </a:lnTo>
                  <a:lnTo>
                    <a:pt x="413080" y="37909"/>
                  </a:lnTo>
                  <a:lnTo>
                    <a:pt x="413194" y="37477"/>
                  </a:lnTo>
                  <a:lnTo>
                    <a:pt x="419214" y="29679"/>
                  </a:lnTo>
                  <a:lnTo>
                    <a:pt x="423430" y="27736"/>
                  </a:lnTo>
                  <a:lnTo>
                    <a:pt x="434276" y="27736"/>
                  </a:lnTo>
                  <a:lnTo>
                    <a:pt x="438480" y="29679"/>
                  </a:lnTo>
                  <a:lnTo>
                    <a:pt x="444500" y="37477"/>
                  </a:lnTo>
                  <a:lnTo>
                    <a:pt x="445998" y="42849"/>
                  </a:lnTo>
                  <a:lnTo>
                    <a:pt x="445998" y="24447"/>
                  </a:lnTo>
                  <a:lnTo>
                    <a:pt x="439000" y="20091"/>
                  </a:lnTo>
                  <a:lnTo>
                    <a:pt x="434276" y="18821"/>
                  </a:lnTo>
                  <a:lnTo>
                    <a:pt x="423430" y="18821"/>
                  </a:lnTo>
                  <a:lnTo>
                    <a:pt x="401993" y="42849"/>
                  </a:lnTo>
                  <a:lnTo>
                    <a:pt x="402018" y="56515"/>
                  </a:lnTo>
                  <a:lnTo>
                    <a:pt x="423430" y="80530"/>
                  </a:lnTo>
                  <a:lnTo>
                    <a:pt x="434276" y="80530"/>
                  </a:lnTo>
                  <a:lnTo>
                    <a:pt x="455688" y="56515"/>
                  </a:lnTo>
                  <a:lnTo>
                    <a:pt x="455701" y="42849"/>
                  </a:lnTo>
                  <a:close/>
                </a:path>
                <a:path w="520064" h="96519">
                  <a:moveTo>
                    <a:pt x="519747" y="37058"/>
                  </a:moveTo>
                  <a:lnTo>
                    <a:pt x="518960" y="33286"/>
                  </a:lnTo>
                  <a:lnTo>
                    <a:pt x="516089" y="27063"/>
                  </a:lnTo>
                  <a:lnTo>
                    <a:pt x="515848" y="26530"/>
                  </a:lnTo>
                  <a:lnTo>
                    <a:pt x="513562" y="23837"/>
                  </a:lnTo>
                  <a:lnTo>
                    <a:pt x="507542" y="19824"/>
                  </a:lnTo>
                  <a:lnTo>
                    <a:pt x="503783" y="18821"/>
                  </a:lnTo>
                  <a:lnTo>
                    <a:pt x="496201" y="18821"/>
                  </a:lnTo>
                  <a:lnTo>
                    <a:pt x="480415" y="30162"/>
                  </a:lnTo>
                  <a:lnTo>
                    <a:pt x="480415" y="30340"/>
                  </a:lnTo>
                  <a:lnTo>
                    <a:pt x="480161" y="30708"/>
                  </a:lnTo>
                  <a:lnTo>
                    <a:pt x="480199" y="20154"/>
                  </a:lnTo>
                  <a:lnTo>
                    <a:pt x="471627" y="20154"/>
                  </a:lnTo>
                  <a:lnTo>
                    <a:pt x="471627" y="79197"/>
                  </a:lnTo>
                  <a:lnTo>
                    <a:pt x="480974" y="79197"/>
                  </a:lnTo>
                  <a:lnTo>
                    <a:pt x="480974" y="40246"/>
                  </a:lnTo>
                  <a:lnTo>
                    <a:pt x="481698" y="37185"/>
                  </a:lnTo>
                  <a:lnTo>
                    <a:pt x="482854" y="35204"/>
                  </a:lnTo>
                  <a:lnTo>
                    <a:pt x="484606" y="32207"/>
                  </a:lnTo>
                  <a:lnTo>
                    <a:pt x="486549" y="30314"/>
                  </a:lnTo>
                  <a:lnTo>
                    <a:pt x="491236" y="27825"/>
                  </a:lnTo>
                  <a:lnTo>
                    <a:pt x="490982" y="27825"/>
                  </a:lnTo>
                  <a:lnTo>
                    <a:pt x="494195" y="27063"/>
                  </a:lnTo>
                  <a:lnTo>
                    <a:pt x="501700" y="27063"/>
                  </a:lnTo>
                  <a:lnTo>
                    <a:pt x="505002" y="28498"/>
                  </a:lnTo>
                  <a:lnTo>
                    <a:pt x="509308" y="34213"/>
                  </a:lnTo>
                  <a:lnTo>
                    <a:pt x="510387" y="38392"/>
                  </a:lnTo>
                  <a:lnTo>
                    <a:pt x="510387" y="79197"/>
                  </a:lnTo>
                  <a:lnTo>
                    <a:pt x="519747" y="79197"/>
                  </a:lnTo>
                  <a:lnTo>
                    <a:pt x="519747" y="370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189098" y="2992643"/>
              <a:ext cx="516850" cy="9579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89490" y="2992643"/>
              <a:ext cx="182012" cy="804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992221" y="3012694"/>
              <a:ext cx="50165" cy="59055"/>
            </a:xfrm>
            <a:custGeom>
              <a:avLst/>
              <a:gdLst/>
              <a:ahLst/>
              <a:cxnLst/>
              <a:rect l="l" t="t" r="r" b="b"/>
              <a:pathLst>
                <a:path w="50164" h="59055">
                  <a:moveTo>
                    <a:pt x="15372" y="50793"/>
                  </a:moveTo>
                  <a:lnTo>
                    <a:pt x="0" y="50793"/>
                  </a:lnTo>
                  <a:lnTo>
                    <a:pt x="0" y="59037"/>
                  </a:lnTo>
                  <a:lnTo>
                    <a:pt x="43442" y="59037"/>
                  </a:lnTo>
                  <a:lnTo>
                    <a:pt x="43442" y="55248"/>
                  </a:lnTo>
                  <a:lnTo>
                    <a:pt x="15372" y="55248"/>
                  </a:lnTo>
                  <a:lnTo>
                    <a:pt x="15372" y="50793"/>
                  </a:lnTo>
                  <a:close/>
                </a:path>
                <a:path w="50164" h="59055">
                  <a:moveTo>
                    <a:pt x="15372" y="3675"/>
                  </a:moveTo>
                  <a:lnTo>
                    <a:pt x="15372" y="55248"/>
                  </a:lnTo>
                  <a:lnTo>
                    <a:pt x="19938" y="50793"/>
                  </a:lnTo>
                  <a:lnTo>
                    <a:pt x="24729" y="50793"/>
                  </a:lnTo>
                  <a:lnTo>
                    <a:pt x="24729" y="20124"/>
                  </a:lnTo>
                  <a:lnTo>
                    <a:pt x="25248" y="17395"/>
                  </a:lnTo>
                  <a:lnTo>
                    <a:pt x="25997" y="15817"/>
                  </a:lnTo>
                  <a:lnTo>
                    <a:pt x="24060" y="15817"/>
                  </a:lnTo>
                  <a:lnTo>
                    <a:pt x="23169" y="15148"/>
                  </a:lnTo>
                  <a:lnTo>
                    <a:pt x="23743" y="10200"/>
                  </a:lnTo>
                  <a:lnTo>
                    <a:pt x="23633" y="8242"/>
                  </a:lnTo>
                  <a:lnTo>
                    <a:pt x="19938" y="8242"/>
                  </a:lnTo>
                  <a:lnTo>
                    <a:pt x="15372" y="3675"/>
                  </a:lnTo>
                  <a:close/>
                </a:path>
                <a:path w="50164" h="59055">
                  <a:moveTo>
                    <a:pt x="20273" y="50793"/>
                  </a:moveTo>
                  <a:lnTo>
                    <a:pt x="19938" y="50793"/>
                  </a:lnTo>
                  <a:lnTo>
                    <a:pt x="15372" y="55248"/>
                  </a:lnTo>
                  <a:lnTo>
                    <a:pt x="24729" y="55248"/>
                  </a:lnTo>
                  <a:lnTo>
                    <a:pt x="20273" y="50793"/>
                  </a:lnTo>
                  <a:close/>
                </a:path>
                <a:path w="50164" h="59055">
                  <a:moveTo>
                    <a:pt x="24729" y="50793"/>
                  </a:moveTo>
                  <a:lnTo>
                    <a:pt x="20273" y="50793"/>
                  </a:lnTo>
                  <a:lnTo>
                    <a:pt x="24729" y="55248"/>
                  </a:lnTo>
                  <a:lnTo>
                    <a:pt x="24729" y="50793"/>
                  </a:lnTo>
                  <a:close/>
                </a:path>
                <a:path w="50164" h="59055">
                  <a:moveTo>
                    <a:pt x="43442" y="50793"/>
                  </a:moveTo>
                  <a:lnTo>
                    <a:pt x="24729" y="50793"/>
                  </a:lnTo>
                  <a:lnTo>
                    <a:pt x="24729" y="55248"/>
                  </a:lnTo>
                  <a:lnTo>
                    <a:pt x="43442" y="55248"/>
                  </a:lnTo>
                  <a:lnTo>
                    <a:pt x="43442" y="50793"/>
                  </a:lnTo>
                  <a:close/>
                </a:path>
                <a:path w="50164" h="59055">
                  <a:moveTo>
                    <a:pt x="23743" y="10200"/>
                  </a:moveTo>
                  <a:lnTo>
                    <a:pt x="23169" y="15148"/>
                  </a:lnTo>
                  <a:lnTo>
                    <a:pt x="24060" y="15817"/>
                  </a:lnTo>
                  <a:lnTo>
                    <a:pt x="24022" y="15148"/>
                  </a:lnTo>
                  <a:lnTo>
                    <a:pt x="23902" y="13013"/>
                  </a:lnTo>
                  <a:lnTo>
                    <a:pt x="23808" y="11343"/>
                  </a:lnTo>
                  <a:lnTo>
                    <a:pt x="23743" y="10200"/>
                  </a:lnTo>
                  <a:close/>
                </a:path>
                <a:path w="50164" h="59055">
                  <a:moveTo>
                    <a:pt x="50125" y="0"/>
                  </a:moveTo>
                  <a:lnTo>
                    <a:pt x="33751" y="0"/>
                  </a:lnTo>
                  <a:lnTo>
                    <a:pt x="30373" y="1243"/>
                  </a:lnTo>
                  <a:lnTo>
                    <a:pt x="25323" y="6219"/>
                  </a:lnTo>
                  <a:lnTo>
                    <a:pt x="23764" y="10025"/>
                  </a:lnTo>
                  <a:lnTo>
                    <a:pt x="23808" y="11343"/>
                  </a:lnTo>
                  <a:lnTo>
                    <a:pt x="23902" y="13013"/>
                  </a:lnTo>
                  <a:lnTo>
                    <a:pt x="24022" y="15148"/>
                  </a:lnTo>
                  <a:lnTo>
                    <a:pt x="24060" y="15817"/>
                  </a:lnTo>
                  <a:lnTo>
                    <a:pt x="25997" y="15817"/>
                  </a:lnTo>
                  <a:lnTo>
                    <a:pt x="27327" y="13013"/>
                  </a:lnTo>
                  <a:lnTo>
                    <a:pt x="28831" y="11343"/>
                  </a:lnTo>
                  <a:lnTo>
                    <a:pt x="32767" y="9041"/>
                  </a:lnTo>
                  <a:lnTo>
                    <a:pt x="35199" y="8465"/>
                  </a:lnTo>
                  <a:lnTo>
                    <a:pt x="50125" y="8465"/>
                  </a:lnTo>
                  <a:lnTo>
                    <a:pt x="50125" y="0"/>
                  </a:lnTo>
                  <a:close/>
                </a:path>
                <a:path w="50164" h="59055">
                  <a:moveTo>
                    <a:pt x="23169" y="0"/>
                  </a:moveTo>
                  <a:lnTo>
                    <a:pt x="0" y="0"/>
                  </a:lnTo>
                  <a:lnTo>
                    <a:pt x="0" y="8242"/>
                  </a:lnTo>
                  <a:lnTo>
                    <a:pt x="15372" y="8242"/>
                  </a:lnTo>
                  <a:lnTo>
                    <a:pt x="15372" y="3675"/>
                  </a:lnTo>
                  <a:lnTo>
                    <a:pt x="23376" y="3675"/>
                  </a:lnTo>
                  <a:lnTo>
                    <a:pt x="23239" y="1243"/>
                  </a:lnTo>
                  <a:lnTo>
                    <a:pt x="23169" y="0"/>
                  </a:lnTo>
                  <a:close/>
                </a:path>
                <a:path w="50164" h="59055">
                  <a:moveTo>
                    <a:pt x="23376" y="3675"/>
                  </a:moveTo>
                  <a:lnTo>
                    <a:pt x="15372" y="3675"/>
                  </a:lnTo>
                  <a:lnTo>
                    <a:pt x="19938" y="8242"/>
                  </a:lnTo>
                  <a:lnTo>
                    <a:pt x="23633" y="8242"/>
                  </a:lnTo>
                  <a:lnTo>
                    <a:pt x="23376" y="367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21434" y="2992532"/>
              <a:ext cx="456476" cy="9590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6238" y="3178443"/>
              <a:ext cx="383181" cy="6170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80735" y="3159617"/>
              <a:ext cx="190493" cy="8053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448071" y="3165966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520474" y="3159728"/>
              <a:ext cx="115511" cy="8042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14294" y="3157946"/>
              <a:ext cx="322696" cy="8265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118639" y="3159728"/>
              <a:ext cx="588585" cy="8042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738860" y="3225226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1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1" y="1359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556950" y="3506152"/>
            <a:ext cx="4399915" cy="952500"/>
            <a:chOff x="556950" y="3506152"/>
            <a:chExt cx="4399915" cy="952500"/>
          </a:xfrm>
        </p:grpSpPr>
        <p:sp>
          <p:nvSpPr>
            <p:cNvPr id="68" name="object 68"/>
            <p:cNvSpPr/>
            <p:nvPr/>
          </p:nvSpPr>
          <p:spPr>
            <a:xfrm>
              <a:off x="570874" y="3506152"/>
              <a:ext cx="4386580" cy="952500"/>
            </a:xfrm>
            <a:custGeom>
              <a:avLst/>
              <a:gdLst/>
              <a:ahLst/>
              <a:cxnLst/>
              <a:rect l="l" t="t" r="r" b="b"/>
              <a:pathLst>
                <a:path w="4386580" h="952500">
                  <a:moveTo>
                    <a:pt x="4347336" y="0"/>
                  </a:moveTo>
                  <a:lnTo>
                    <a:pt x="0" y="0"/>
                  </a:lnTo>
                  <a:lnTo>
                    <a:pt x="0" y="952384"/>
                  </a:lnTo>
                  <a:lnTo>
                    <a:pt x="4347336" y="952384"/>
                  </a:lnTo>
                  <a:lnTo>
                    <a:pt x="4353021" y="951252"/>
                  </a:lnTo>
                  <a:lnTo>
                    <a:pt x="4384853" y="919419"/>
                  </a:lnTo>
                  <a:lnTo>
                    <a:pt x="4385985" y="913737"/>
                  </a:lnTo>
                  <a:lnTo>
                    <a:pt x="4385985" y="38646"/>
                  </a:lnTo>
                  <a:lnTo>
                    <a:pt x="4363938" y="5651"/>
                  </a:lnTo>
                  <a:lnTo>
                    <a:pt x="434733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56950" y="3506152"/>
              <a:ext cx="27940" cy="952500"/>
            </a:xfrm>
            <a:custGeom>
              <a:avLst/>
              <a:gdLst/>
              <a:ahLst/>
              <a:cxnLst/>
              <a:rect l="l" t="t" r="r" b="b"/>
              <a:pathLst>
                <a:path w="27940" h="952500">
                  <a:moveTo>
                    <a:pt x="27847" y="0"/>
                  </a:moveTo>
                  <a:lnTo>
                    <a:pt x="0" y="0"/>
                  </a:lnTo>
                  <a:lnTo>
                    <a:pt x="0" y="952384"/>
                  </a:lnTo>
                  <a:lnTo>
                    <a:pt x="27847" y="952384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14006" y="3655059"/>
              <a:ext cx="86995" cy="118110"/>
            </a:xfrm>
            <a:custGeom>
              <a:avLst/>
              <a:gdLst/>
              <a:ahLst/>
              <a:cxnLst/>
              <a:rect l="l" t="t" r="r" b="b"/>
              <a:pathLst>
                <a:path w="86995" h="118110">
                  <a:moveTo>
                    <a:pt x="86880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1546" y="21590"/>
                  </a:lnTo>
                  <a:lnTo>
                    <a:pt x="31546" y="118110"/>
                  </a:lnTo>
                  <a:lnTo>
                    <a:pt x="55333" y="118110"/>
                  </a:lnTo>
                  <a:lnTo>
                    <a:pt x="55333" y="21590"/>
                  </a:lnTo>
                  <a:lnTo>
                    <a:pt x="86880" y="21590"/>
                  </a:lnTo>
                  <a:lnTo>
                    <a:pt x="8688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20677" y="3654858"/>
              <a:ext cx="75386" cy="11863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15846" y="3681925"/>
              <a:ext cx="84210" cy="9356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22360" y="3654858"/>
              <a:ext cx="378944" cy="12063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21755" y="3683931"/>
              <a:ext cx="74987" cy="91561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17191" y="3662912"/>
              <a:ext cx="181521" cy="11258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21433" y="3653186"/>
              <a:ext cx="181452" cy="12230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022602" y="3681925"/>
              <a:ext cx="76189" cy="91563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216416" y="3652184"/>
              <a:ext cx="288995" cy="14636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12228" y="3898690"/>
              <a:ext cx="519746" cy="8265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18859" y="3900473"/>
              <a:ext cx="649403" cy="8042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049578" y="3906710"/>
              <a:ext cx="252855" cy="7418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387089" y="3900361"/>
              <a:ext cx="116960" cy="79198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584250" y="3906710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656654" y="3900473"/>
              <a:ext cx="115511" cy="80422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2852026" y="3919194"/>
              <a:ext cx="388620" cy="62230"/>
            </a:xfrm>
            <a:custGeom>
              <a:avLst/>
              <a:gdLst/>
              <a:ahLst/>
              <a:cxnLst/>
              <a:rect l="l" t="t" r="r" b="b"/>
              <a:pathLst>
                <a:path w="388619" h="62229">
                  <a:moveTo>
                    <a:pt x="56375" y="60185"/>
                  </a:moveTo>
                  <a:lnTo>
                    <a:pt x="55245" y="60185"/>
                  </a:lnTo>
                  <a:lnTo>
                    <a:pt x="55245" y="52133"/>
                  </a:lnTo>
                  <a:lnTo>
                    <a:pt x="50279" y="52133"/>
                  </a:lnTo>
                  <a:lnTo>
                    <a:pt x="49377" y="51866"/>
                  </a:lnTo>
                  <a:lnTo>
                    <a:pt x="48234" y="50863"/>
                  </a:lnTo>
                  <a:lnTo>
                    <a:pt x="47942" y="50025"/>
                  </a:lnTo>
                  <a:lnTo>
                    <a:pt x="47891" y="48336"/>
                  </a:lnTo>
                  <a:lnTo>
                    <a:pt x="47891" y="31851"/>
                  </a:lnTo>
                  <a:lnTo>
                    <a:pt x="47891" y="16560"/>
                  </a:lnTo>
                  <a:lnTo>
                    <a:pt x="45935" y="10668"/>
                  </a:lnTo>
                  <a:lnTo>
                    <a:pt x="44297" y="8902"/>
                  </a:lnTo>
                  <a:lnTo>
                    <a:pt x="38061" y="2133"/>
                  </a:lnTo>
                  <a:lnTo>
                    <a:pt x="32524" y="0"/>
                  </a:lnTo>
                  <a:lnTo>
                    <a:pt x="18719" y="0"/>
                  </a:lnTo>
                  <a:lnTo>
                    <a:pt x="13271" y="1727"/>
                  </a:lnTo>
                  <a:lnTo>
                    <a:pt x="4876" y="8636"/>
                  </a:lnTo>
                  <a:lnTo>
                    <a:pt x="2222" y="13144"/>
                  </a:lnTo>
                  <a:lnTo>
                    <a:pt x="1104" y="18783"/>
                  </a:lnTo>
                  <a:lnTo>
                    <a:pt x="2044" y="18783"/>
                  </a:lnTo>
                  <a:lnTo>
                    <a:pt x="11023" y="19494"/>
                  </a:lnTo>
                  <a:lnTo>
                    <a:pt x="11798" y="16560"/>
                  </a:lnTo>
                  <a:lnTo>
                    <a:pt x="11925" y="16078"/>
                  </a:lnTo>
                  <a:lnTo>
                    <a:pt x="13512" y="13462"/>
                  </a:lnTo>
                  <a:lnTo>
                    <a:pt x="18122" y="9817"/>
                  </a:lnTo>
                  <a:lnTo>
                    <a:pt x="21310" y="8902"/>
                  </a:lnTo>
                  <a:lnTo>
                    <a:pt x="29629" y="8902"/>
                  </a:lnTo>
                  <a:lnTo>
                    <a:pt x="32880" y="10134"/>
                  </a:lnTo>
                  <a:lnTo>
                    <a:pt x="37414" y="15036"/>
                  </a:lnTo>
                  <a:lnTo>
                    <a:pt x="38544" y="18783"/>
                  </a:lnTo>
                  <a:lnTo>
                    <a:pt x="38544" y="23837"/>
                  </a:lnTo>
                  <a:lnTo>
                    <a:pt x="38544" y="31851"/>
                  </a:lnTo>
                  <a:lnTo>
                    <a:pt x="24511" y="53467"/>
                  </a:lnTo>
                  <a:lnTo>
                    <a:pt x="17157" y="53467"/>
                  </a:lnTo>
                  <a:lnTo>
                    <a:pt x="14795" y="52781"/>
                  </a:lnTo>
                  <a:lnTo>
                    <a:pt x="14630" y="52781"/>
                  </a:lnTo>
                  <a:lnTo>
                    <a:pt x="10744" y="49657"/>
                  </a:lnTo>
                  <a:lnTo>
                    <a:pt x="9804" y="47523"/>
                  </a:lnTo>
                  <a:lnTo>
                    <a:pt x="9804" y="42329"/>
                  </a:lnTo>
                  <a:lnTo>
                    <a:pt x="10477" y="40614"/>
                  </a:lnTo>
                  <a:lnTo>
                    <a:pt x="10579" y="40335"/>
                  </a:lnTo>
                  <a:lnTo>
                    <a:pt x="13703" y="37299"/>
                  </a:lnTo>
                  <a:lnTo>
                    <a:pt x="16484" y="36156"/>
                  </a:lnTo>
                  <a:lnTo>
                    <a:pt x="20497" y="35420"/>
                  </a:lnTo>
                  <a:lnTo>
                    <a:pt x="38544" y="31851"/>
                  </a:lnTo>
                  <a:lnTo>
                    <a:pt x="38544" y="23837"/>
                  </a:lnTo>
                  <a:lnTo>
                    <a:pt x="12255" y="29108"/>
                  </a:lnTo>
                  <a:lnTo>
                    <a:pt x="7518" y="31127"/>
                  </a:lnTo>
                  <a:lnTo>
                    <a:pt x="1498" y="36703"/>
                  </a:lnTo>
                  <a:lnTo>
                    <a:pt x="101" y="40335"/>
                  </a:lnTo>
                  <a:lnTo>
                    <a:pt x="0" y="48856"/>
                  </a:lnTo>
                  <a:lnTo>
                    <a:pt x="850" y="51663"/>
                  </a:lnTo>
                  <a:lnTo>
                    <a:pt x="4267" y="56489"/>
                  </a:lnTo>
                  <a:lnTo>
                    <a:pt x="6604" y="58369"/>
                  </a:lnTo>
                  <a:lnTo>
                    <a:pt x="12750" y="61137"/>
                  </a:lnTo>
                  <a:lnTo>
                    <a:pt x="13017" y="61137"/>
                  </a:lnTo>
                  <a:lnTo>
                    <a:pt x="15887" y="61709"/>
                  </a:lnTo>
                  <a:lnTo>
                    <a:pt x="23025" y="61709"/>
                  </a:lnTo>
                  <a:lnTo>
                    <a:pt x="26212" y="61137"/>
                  </a:lnTo>
                  <a:lnTo>
                    <a:pt x="32156" y="58826"/>
                  </a:lnTo>
                  <a:lnTo>
                    <a:pt x="34620" y="57238"/>
                  </a:lnTo>
                  <a:lnTo>
                    <a:pt x="38125" y="53594"/>
                  </a:lnTo>
                  <a:lnTo>
                    <a:pt x="38252" y="53467"/>
                  </a:lnTo>
                  <a:lnTo>
                    <a:pt x="38557" y="53149"/>
                  </a:lnTo>
                  <a:lnTo>
                    <a:pt x="38760" y="52781"/>
                  </a:lnTo>
                  <a:lnTo>
                    <a:pt x="38696" y="51663"/>
                  </a:lnTo>
                  <a:lnTo>
                    <a:pt x="38798" y="52133"/>
                  </a:lnTo>
                  <a:lnTo>
                    <a:pt x="38887" y="52552"/>
                  </a:lnTo>
                  <a:lnTo>
                    <a:pt x="39116" y="52133"/>
                  </a:lnTo>
                  <a:lnTo>
                    <a:pt x="39103" y="53594"/>
                  </a:lnTo>
                  <a:lnTo>
                    <a:pt x="40881" y="57238"/>
                  </a:lnTo>
                  <a:lnTo>
                    <a:pt x="42202" y="58547"/>
                  </a:lnTo>
                  <a:lnTo>
                    <a:pt x="45694" y="60185"/>
                  </a:lnTo>
                  <a:lnTo>
                    <a:pt x="47828" y="60591"/>
                  </a:lnTo>
                  <a:lnTo>
                    <a:pt x="53898" y="60591"/>
                  </a:lnTo>
                  <a:lnTo>
                    <a:pt x="56375" y="60185"/>
                  </a:lnTo>
                  <a:close/>
                </a:path>
                <a:path w="388619" h="62229">
                  <a:moveTo>
                    <a:pt x="118300" y="18224"/>
                  </a:moveTo>
                  <a:lnTo>
                    <a:pt x="117513" y="14465"/>
                  </a:lnTo>
                  <a:lnTo>
                    <a:pt x="114642" y="8242"/>
                  </a:lnTo>
                  <a:lnTo>
                    <a:pt x="114401" y="7696"/>
                  </a:lnTo>
                  <a:lnTo>
                    <a:pt x="112115" y="5016"/>
                  </a:lnTo>
                  <a:lnTo>
                    <a:pt x="106095" y="1003"/>
                  </a:lnTo>
                  <a:lnTo>
                    <a:pt x="102336" y="0"/>
                  </a:lnTo>
                  <a:lnTo>
                    <a:pt x="94754" y="0"/>
                  </a:lnTo>
                  <a:lnTo>
                    <a:pt x="78968" y="11328"/>
                  </a:lnTo>
                  <a:lnTo>
                    <a:pt x="78968" y="11506"/>
                  </a:lnTo>
                  <a:lnTo>
                    <a:pt x="78714" y="11874"/>
                  </a:lnTo>
                  <a:lnTo>
                    <a:pt x="78752" y="1333"/>
                  </a:lnTo>
                  <a:lnTo>
                    <a:pt x="70180" y="1333"/>
                  </a:lnTo>
                  <a:lnTo>
                    <a:pt x="70180" y="60375"/>
                  </a:lnTo>
                  <a:lnTo>
                    <a:pt x="79527" y="60375"/>
                  </a:lnTo>
                  <a:lnTo>
                    <a:pt x="79527" y="21424"/>
                  </a:lnTo>
                  <a:lnTo>
                    <a:pt x="80251" y="18364"/>
                  </a:lnTo>
                  <a:lnTo>
                    <a:pt x="81407" y="16370"/>
                  </a:lnTo>
                  <a:lnTo>
                    <a:pt x="83146" y="13385"/>
                  </a:lnTo>
                  <a:lnTo>
                    <a:pt x="85102" y="11493"/>
                  </a:lnTo>
                  <a:lnTo>
                    <a:pt x="89789" y="9004"/>
                  </a:lnTo>
                  <a:lnTo>
                    <a:pt x="89535" y="9004"/>
                  </a:lnTo>
                  <a:lnTo>
                    <a:pt x="92748" y="8242"/>
                  </a:lnTo>
                  <a:lnTo>
                    <a:pt x="100253" y="8242"/>
                  </a:lnTo>
                  <a:lnTo>
                    <a:pt x="103555" y="9664"/>
                  </a:lnTo>
                  <a:lnTo>
                    <a:pt x="107861" y="15392"/>
                  </a:lnTo>
                  <a:lnTo>
                    <a:pt x="108940" y="19570"/>
                  </a:lnTo>
                  <a:lnTo>
                    <a:pt x="108940" y="60375"/>
                  </a:lnTo>
                  <a:lnTo>
                    <a:pt x="118300" y="60375"/>
                  </a:lnTo>
                  <a:lnTo>
                    <a:pt x="118300" y="18224"/>
                  </a:lnTo>
                  <a:close/>
                </a:path>
                <a:path w="388619" h="62229">
                  <a:moveTo>
                    <a:pt x="185572" y="41732"/>
                  </a:moveTo>
                  <a:lnTo>
                    <a:pt x="158838" y="26809"/>
                  </a:lnTo>
                  <a:lnTo>
                    <a:pt x="155981" y="26162"/>
                  </a:lnTo>
                  <a:lnTo>
                    <a:pt x="151676" y="24739"/>
                  </a:lnTo>
                  <a:lnTo>
                    <a:pt x="150114" y="23799"/>
                  </a:lnTo>
                  <a:lnTo>
                    <a:pt x="148183" y="21424"/>
                  </a:lnTo>
                  <a:lnTo>
                    <a:pt x="147701" y="19824"/>
                  </a:lnTo>
                  <a:lnTo>
                    <a:pt x="147701" y="15290"/>
                  </a:lnTo>
                  <a:lnTo>
                    <a:pt x="148742" y="13182"/>
                  </a:lnTo>
                  <a:lnTo>
                    <a:pt x="152908" y="9766"/>
                  </a:lnTo>
                  <a:lnTo>
                    <a:pt x="156095" y="8902"/>
                  </a:lnTo>
                  <a:lnTo>
                    <a:pt x="163080" y="8902"/>
                  </a:lnTo>
                  <a:lnTo>
                    <a:pt x="174663" y="19596"/>
                  </a:lnTo>
                  <a:lnTo>
                    <a:pt x="184467" y="18935"/>
                  </a:lnTo>
                  <a:lnTo>
                    <a:pt x="165417" y="0"/>
                  </a:lnTo>
                  <a:lnTo>
                    <a:pt x="155689" y="0"/>
                  </a:lnTo>
                  <a:lnTo>
                    <a:pt x="138125" y="14401"/>
                  </a:lnTo>
                  <a:lnTo>
                    <a:pt x="138125" y="21018"/>
                  </a:lnTo>
                  <a:lnTo>
                    <a:pt x="164706" y="36385"/>
                  </a:lnTo>
                  <a:lnTo>
                    <a:pt x="167970" y="37147"/>
                  </a:lnTo>
                  <a:lnTo>
                    <a:pt x="172427" y="38709"/>
                  </a:lnTo>
                  <a:lnTo>
                    <a:pt x="173951" y="39649"/>
                  </a:lnTo>
                  <a:lnTo>
                    <a:pt x="175590" y="41884"/>
                  </a:lnTo>
                  <a:lnTo>
                    <a:pt x="175996" y="43294"/>
                  </a:lnTo>
                  <a:lnTo>
                    <a:pt x="175996" y="47675"/>
                  </a:lnTo>
                  <a:lnTo>
                    <a:pt x="174790" y="49644"/>
                  </a:lnTo>
                  <a:lnTo>
                    <a:pt x="169964" y="52171"/>
                  </a:lnTo>
                  <a:lnTo>
                    <a:pt x="166560" y="52793"/>
                  </a:lnTo>
                  <a:lnTo>
                    <a:pt x="157505" y="52793"/>
                  </a:lnTo>
                  <a:lnTo>
                    <a:pt x="153847" y="51752"/>
                  </a:lnTo>
                  <a:lnTo>
                    <a:pt x="148577" y="47599"/>
                  </a:lnTo>
                  <a:lnTo>
                    <a:pt x="146964" y="44742"/>
                  </a:lnTo>
                  <a:lnTo>
                    <a:pt x="146367" y="41097"/>
                  </a:lnTo>
                  <a:lnTo>
                    <a:pt x="136563" y="41770"/>
                  </a:lnTo>
                  <a:lnTo>
                    <a:pt x="157060" y="61709"/>
                  </a:lnTo>
                  <a:lnTo>
                    <a:pt x="162179" y="61709"/>
                  </a:lnTo>
                  <a:lnTo>
                    <a:pt x="166636" y="61709"/>
                  </a:lnTo>
                  <a:lnTo>
                    <a:pt x="185572" y="48488"/>
                  </a:lnTo>
                  <a:lnTo>
                    <a:pt x="185572" y="41732"/>
                  </a:lnTo>
                  <a:close/>
                </a:path>
                <a:path w="388619" h="62229">
                  <a:moveTo>
                    <a:pt x="259092" y="1333"/>
                  </a:moveTo>
                  <a:lnTo>
                    <a:pt x="248843" y="1333"/>
                  </a:lnTo>
                  <a:lnTo>
                    <a:pt x="241160" y="50571"/>
                  </a:lnTo>
                  <a:lnTo>
                    <a:pt x="232473" y="9575"/>
                  </a:lnTo>
                  <a:lnTo>
                    <a:pt x="223342" y="9575"/>
                  </a:lnTo>
                  <a:lnTo>
                    <a:pt x="214642" y="50571"/>
                  </a:lnTo>
                  <a:lnTo>
                    <a:pt x="206959" y="1333"/>
                  </a:lnTo>
                  <a:lnTo>
                    <a:pt x="196710" y="1333"/>
                  </a:lnTo>
                  <a:lnTo>
                    <a:pt x="208407" y="60375"/>
                  </a:lnTo>
                  <a:lnTo>
                    <a:pt x="220103" y="60375"/>
                  </a:lnTo>
                  <a:lnTo>
                    <a:pt x="227901" y="23164"/>
                  </a:lnTo>
                  <a:lnTo>
                    <a:pt x="235699" y="60375"/>
                  </a:lnTo>
                  <a:lnTo>
                    <a:pt x="247510" y="60375"/>
                  </a:lnTo>
                  <a:lnTo>
                    <a:pt x="259092" y="1333"/>
                  </a:lnTo>
                  <a:close/>
                </a:path>
                <a:path w="388619" h="62229">
                  <a:moveTo>
                    <a:pt x="321132" y="24358"/>
                  </a:moveTo>
                  <a:lnTo>
                    <a:pt x="320268" y="20015"/>
                  </a:lnTo>
                  <a:lnTo>
                    <a:pt x="320230" y="19786"/>
                  </a:lnTo>
                  <a:lnTo>
                    <a:pt x="320116" y="19189"/>
                  </a:lnTo>
                  <a:lnTo>
                    <a:pt x="310896" y="5067"/>
                  </a:lnTo>
                  <a:lnTo>
                    <a:pt x="310896" y="25501"/>
                  </a:lnTo>
                  <a:lnTo>
                    <a:pt x="278142" y="25501"/>
                  </a:lnTo>
                  <a:lnTo>
                    <a:pt x="278955" y="20015"/>
                  </a:lnTo>
                  <a:lnTo>
                    <a:pt x="280835" y="15875"/>
                  </a:lnTo>
                  <a:lnTo>
                    <a:pt x="286702" y="10299"/>
                  </a:lnTo>
                  <a:lnTo>
                    <a:pt x="290436" y="8902"/>
                  </a:lnTo>
                  <a:lnTo>
                    <a:pt x="299339" y="8902"/>
                  </a:lnTo>
                  <a:lnTo>
                    <a:pt x="310794" y="24358"/>
                  </a:lnTo>
                  <a:lnTo>
                    <a:pt x="310896" y="25501"/>
                  </a:lnTo>
                  <a:lnTo>
                    <a:pt x="310896" y="5067"/>
                  </a:lnTo>
                  <a:lnTo>
                    <a:pt x="304736" y="1282"/>
                  </a:lnTo>
                  <a:lnTo>
                    <a:pt x="304888" y="1282"/>
                  </a:lnTo>
                  <a:lnTo>
                    <a:pt x="300088" y="0"/>
                  </a:lnTo>
                  <a:lnTo>
                    <a:pt x="289534" y="0"/>
                  </a:lnTo>
                  <a:lnTo>
                    <a:pt x="268338" y="37096"/>
                  </a:lnTo>
                  <a:lnTo>
                    <a:pt x="269430" y="42532"/>
                  </a:lnTo>
                  <a:lnTo>
                    <a:pt x="289839" y="61709"/>
                  </a:lnTo>
                  <a:lnTo>
                    <a:pt x="301650" y="61709"/>
                  </a:lnTo>
                  <a:lnTo>
                    <a:pt x="306933" y="60020"/>
                  </a:lnTo>
                  <a:lnTo>
                    <a:pt x="315620" y="53263"/>
                  </a:lnTo>
                  <a:lnTo>
                    <a:pt x="315937" y="52793"/>
                  </a:lnTo>
                  <a:lnTo>
                    <a:pt x="318579" y="48933"/>
                  </a:lnTo>
                  <a:lnTo>
                    <a:pt x="320141" y="43662"/>
                  </a:lnTo>
                  <a:lnTo>
                    <a:pt x="310108" y="42887"/>
                  </a:lnTo>
                  <a:lnTo>
                    <a:pt x="309143" y="45847"/>
                  </a:lnTo>
                  <a:lnTo>
                    <a:pt x="307416" y="48247"/>
                  </a:lnTo>
                  <a:lnTo>
                    <a:pt x="302437" y="51892"/>
                  </a:lnTo>
                  <a:lnTo>
                    <a:pt x="299262" y="52793"/>
                  </a:lnTo>
                  <a:lnTo>
                    <a:pt x="290283" y="52793"/>
                  </a:lnTo>
                  <a:lnTo>
                    <a:pt x="286219" y="51193"/>
                  </a:lnTo>
                  <a:lnTo>
                    <a:pt x="280200" y="44818"/>
                  </a:lnTo>
                  <a:lnTo>
                    <a:pt x="278511" y="40055"/>
                  </a:lnTo>
                  <a:lnTo>
                    <a:pt x="278142" y="33743"/>
                  </a:lnTo>
                  <a:lnTo>
                    <a:pt x="321132" y="33743"/>
                  </a:lnTo>
                  <a:lnTo>
                    <a:pt x="321132" y="25501"/>
                  </a:lnTo>
                  <a:lnTo>
                    <a:pt x="321132" y="24358"/>
                  </a:lnTo>
                  <a:close/>
                </a:path>
                <a:path w="388619" h="62229">
                  <a:moveTo>
                    <a:pt x="388302" y="1333"/>
                  </a:moveTo>
                  <a:lnTo>
                    <a:pt x="371932" y="1333"/>
                  </a:lnTo>
                  <a:lnTo>
                    <a:pt x="368554" y="2578"/>
                  </a:lnTo>
                  <a:lnTo>
                    <a:pt x="363499" y="7556"/>
                  </a:lnTo>
                  <a:lnTo>
                    <a:pt x="361950" y="11353"/>
                  </a:lnTo>
                  <a:lnTo>
                    <a:pt x="361988" y="12674"/>
                  </a:lnTo>
                  <a:lnTo>
                    <a:pt x="361924" y="11531"/>
                  </a:lnTo>
                  <a:lnTo>
                    <a:pt x="361810" y="9575"/>
                  </a:lnTo>
                  <a:lnTo>
                    <a:pt x="361556" y="5016"/>
                  </a:lnTo>
                  <a:lnTo>
                    <a:pt x="361416" y="2578"/>
                  </a:lnTo>
                  <a:lnTo>
                    <a:pt x="361353" y="1333"/>
                  </a:lnTo>
                  <a:lnTo>
                    <a:pt x="338175" y="1333"/>
                  </a:lnTo>
                  <a:lnTo>
                    <a:pt x="338175" y="9575"/>
                  </a:lnTo>
                  <a:lnTo>
                    <a:pt x="353555" y="9575"/>
                  </a:lnTo>
                  <a:lnTo>
                    <a:pt x="353555" y="52133"/>
                  </a:lnTo>
                  <a:lnTo>
                    <a:pt x="338175" y="52133"/>
                  </a:lnTo>
                  <a:lnTo>
                    <a:pt x="338175" y="60375"/>
                  </a:lnTo>
                  <a:lnTo>
                    <a:pt x="381622" y="60375"/>
                  </a:lnTo>
                  <a:lnTo>
                    <a:pt x="381622" y="56578"/>
                  </a:lnTo>
                  <a:lnTo>
                    <a:pt x="381622" y="52133"/>
                  </a:lnTo>
                  <a:lnTo>
                    <a:pt x="362915" y="52133"/>
                  </a:lnTo>
                  <a:lnTo>
                    <a:pt x="362915" y="21463"/>
                  </a:lnTo>
                  <a:lnTo>
                    <a:pt x="363423" y="18732"/>
                  </a:lnTo>
                  <a:lnTo>
                    <a:pt x="364172" y="17157"/>
                  </a:lnTo>
                  <a:lnTo>
                    <a:pt x="365506" y="14351"/>
                  </a:lnTo>
                  <a:lnTo>
                    <a:pt x="367017" y="12674"/>
                  </a:lnTo>
                  <a:lnTo>
                    <a:pt x="370941" y="10375"/>
                  </a:lnTo>
                  <a:lnTo>
                    <a:pt x="373380" y="9804"/>
                  </a:lnTo>
                  <a:lnTo>
                    <a:pt x="388302" y="9804"/>
                  </a:lnTo>
                  <a:lnTo>
                    <a:pt x="388302" y="133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322766" y="3900361"/>
              <a:ext cx="115845" cy="8053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522154" y="3906710"/>
              <a:ext cx="451130" cy="74185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4051258" y="3942689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192055" y="3906710"/>
              <a:ext cx="182233" cy="7418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452261" y="3900473"/>
              <a:ext cx="192482" cy="9579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16238" y="4067446"/>
              <a:ext cx="115845" cy="7919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16740" y="4067558"/>
              <a:ext cx="582570" cy="8042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1582724" y="4086275"/>
              <a:ext cx="120650" cy="62230"/>
            </a:xfrm>
            <a:custGeom>
              <a:avLst/>
              <a:gdLst/>
              <a:ahLst/>
              <a:cxnLst/>
              <a:rect l="l" t="t" r="r" b="b"/>
              <a:pathLst>
                <a:path w="120650" h="62229">
                  <a:moveTo>
                    <a:pt x="53708" y="24028"/>
                  </a:moveTo>
                  <a:lnTo>
                    <a:pt x="52705" y="19088"/>
                  </a:lnTo>
                  <a:lnTo>
                    <a:pt x="48247" y="9880"/>
                  </a:lnTo>
                  <a:lnTo>
                    <a:pt x="47396" y="8915"/>
                  </a:lnTo>
                  <a:lnTo>
                    <a:pt x="45110" y="6311"/>
                  </a:lnTo>
                  <a:lnTo>
                    <a:pt x="44005" y="5626"/>
                  </a:lnTo>
                  <a:lnTo>
                    <a:pt x="44005" y="24028"/>
                  </a:lnTo>
                  <a:lnTo>
                    <a:pt x="44005" y="37693"/>
                  </a:lnTo>
                  <a:lnTo>
                    <a:pt x="42506" y="43053"/>
                  </a:lnTo>
                  <a:lnTo>
                    <a:pt x="36487" y="50850"/>
                  </a:lnTo>
                  <a:lnTo>
                    <a:pt x="32283" y="52806"/>
                  </a:lnTo>
                  <a:lnTo>
                    <a:pt x="21437" y="52806"/>
                  </a:lnTo>
                  <a:lnTo>
                    <a:pt x="17221" y="50850"/>
                  </a:lnTo>
                  <a:lnTo>
                    <a:pt x="11201" y="43053"/>
                  </a:lnTo>
                  <a:lnTo>
                    <a:pt x="9702" y="37693"/>
                  </a:lnTo>
                  <a:lnTo>
                    <a:pt x="9702" y="24028"/>
                  </a:lnTo>
                  <a:lnTo>
                    <a:pt x="11087" y="19088"/>
                  </a:lnTo>
                  <a:lnTo>
                    <a:pt x="11201" y="18656"/>
                  </a:lnTo>
                  <a:lnTo>
                    <a:pt x="17221" y="10858"/>
                  </a:lnTo>
                  <a:lnTo>
                    <a:pt x="21437" y="8915"/>
                  </a:lnTo>
                  <a:lnTo>
                    <a:pt x="32283" y="8915"/>
                  </a:lnTo>
                  <a:lnTo>
                    <a:pt x="36487" y="10858"/>
                  </a:lnTo>
                  <a:lnTo>
                    <a:pt x="42506" y="18656"/>
                  </a:lnTo>
                  <a:lnTo>
                    <a:pt x="44005" y="24028"/>
                  </a:lnTo>
                  <a:lnTo>
                    <a:pt x="44005" y="5626"/>
                  </a:lnTo>
                  <a:lnTo>
                    <a:pt x="37007" y="1270"/>
                  </a:lnTo>
                  <a:lnTo>
                    <a:pt x="32283" y="0"/>
                  </a:lnTo>
                  <a:lnTo>
                    <a:pt x="21437" y="0"/>
                  </a:lnTo>
                  <a:lnTo>
                    <a:pt x="0" y="24028"/>
                  </a:lnTo>
                  <a:lnTo>
                    <a:pt x="25" y="37693"/>
                  </a:lnTo>
                  <a:lnTo>
                    <a:pt x="21437" y="61709"/>
                  </a:lnTo>
                  <a:lnTo>
                    <a:pt x="32283" y="61709"/>
                  </a:lnTo>
                  <a:lnTo>
                    <a:pt x="53695" y="37693"/>
                  </a:lnTo>
                  <a:lnTo>
                    <a:pt x="53708" y="24028"/>
                  </a:lnTo>
                  <a:close/>
                </a:path>
                <a:path w="120650" h="62229">
                  <a:moveTo>
                    <a:pt x="120421" y="1333"/>
                  </a:moveTo>
                  <a:lnTo>
                    <a:pt x="104051" y="1333"/>
                  </a:lnTo>
                  <a:lnTo>
                    <a:pt x="100672" y="2578"/>
                  </a:lnTo>
                  <a:lnTo>
                    <a:pt x="95618" y="7556"/>
                  </a:lnTo>
                  <a:lnTo>
                    <a:pt x="94056" y="11366"/>
                  </a:lnTo>
                  <a:lnTo>
                    <a:pt x="94107" y="12687"/>
                  </a:lnTo>
                  <a:lnTo>
                    <a:pt x="94043" y="11531"/>
                  </a:lnTo>
                  <a:lnTo>
                    <a:pt x="93929" y="9575"/>
                  </a:lnTo>
                  <a:lnTo>
                    <a:pt x="93675" y="5016"/>
                  </a:lnTo>
                  <a:lnTo>
                    <a:pt x="93535" y="2578"/>
                  </a:lnTo>
                  <a:lnTo>
                    <a:pt x="93472" y="1333"/>
                  </a:lnTo>
                  <a:lnTo>
                    <a:pt x="70294" y="1333"/>
                  </a:lnTo>
                  <a:lnTo>
                    <a:pt x="70294" y="9575"/>
                  </a:lnTo>
                  <a:lnTo>
                    <a:pt x="85674" y="9575"/>
                  </a:lnTo>
                  <a:lnTo>
                    <a:pt x="85674" y="52133"/>
                  </a:lnTo>
                  <a:lnTo>
                    <a:pt x="70294" y="52133"/>
                  </a:lnTo>
                  <a:lnTo>
                    <a:pt x="70294" y="60375"/>
                  </a:lnTo>
                  <a:lnTo>
                    <a:pt x="113741" y="60375"/>
                  </a:lnTo>
                  <a:lnTo>
                    <a:pt x="113741" y="56591"/>
                  </a:lnTo>
                  <a:lnTo>
                    <a:pt x="113741" y="52133"/>
                  </a:lnTo>
                  <a:lnTo>
                    <a:pt x="95021" y="52133"/>
                  </a:lnTo>
                  <a:lnTo>
                    <a:pt x="95021" y="21463"/>
                  </a:lnTo>
                  <a:lnTo>
                    <a:pt x="95542" y="18732"/>
                  </a:lnTo>
                  <a:lnTo>
                    <a:pt x="96291" y="17157"/>
                  </a:lnTo>
                  <a:lnTo>
                    <a:pt x="97624" y="14351"/>
                  </a:lnTo>
                  <a:lnTo>
                    <a:pt x="99136" y="12687"/>
                  </a:lnTo>
                  <a:lnTo>
                    <a:pt x="103060" y="10375"/>
                  </a:lnTo>
                  <a:lnTo>
                    <a:pt x="105498" y="9804"/>
                  </a:lnTo>
                  <a:lnTo>
                    <a:pt x="120421" y="9804"/>
                  </a:lnTo>
                  <a:lnTo>
                    <a:pt x="120421" y="133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784469" y="4067446"/>
              <a:ext cx="383181" cy="8053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204187" y="413305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1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1" y="1359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314686" y="4067558"/>
              <a:ext cx="123308" cy="80422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521204" y="4067558"/>
              <a:ext cx="247953" cy="8042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850473" y="4067446"/>
              <a:ext cx="454470" cy="8053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3386259" y="4073795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458662" y="4067558"/>
              <a:ext cx="180453" cy="80422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719399" y="4067446"/>
              <a:ext cx="523115" cy="97243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4321935" y="4073795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394339" y="4067558"/>
              <a:ext cx="115511" cy="80422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716229" y="4234535"/>
              <a:ext cx="566420" cy="96520"/>
            </a:xfrm>
            <a:custGeom>
              <a:avLst/>
              <a:gdLst/>
              <a:ahLst/>
              <a:cxnLst/>
              <a:rect l="l" t="t" r="r" b="b"/>
              <a:pathLst>
                <a:path w="566419" h="96520">
                  <a:moveTo>
                    <a:pt x="52362" y="44259"/>
                  </a:moveTo>
                  <a:lnTo>
                    <a:pt x="42557" y="24091"/>
                  </a:lnTo>
                  <a:lnTo>
                    <a:pt x="42557" y="42773"/>
                  </a:lnTo>
                  <a:lnTo>
                    <a:pt x="42557" y="56591"/>
                  </a:lnTo>
                  <a:lnTo>
                    <a:pt x="41084" y="61976"/>
                  </a:lnTo>
                  <a:lnTo>
                    <a:pt x="35217" y="69697"/>
                  </a:lnTo>
                  <a:lnTo>
                    <a:pt x="31191" y="71628"/>
                  </a:lnTo>
                  <a:lnTo>
                    <a:pt x="22656" y="71628"/>
                  </a:lnTo>
                  <a:lnTo>
                    <a:pt x="19685" y="70815"/>
                  </a:lnTo>
                  <a:lnTo>
                    <a:pt x="14630" y="67538"/>
                  </a:lnTo>
                  <a:lnTo>
                    <a:pt x="13817" y="66497"/>
                  </a:lnTo>
                  <a:lnTo>
                    <a:pt x="12700" y="65087"/>
                  </a:lnTo>
                  <a:lnTo>
                    <a:pt x="10033" y="58559"/>
                  </a:lnTo>
                  <a:lnTo>
                    <a:pt x="9461" y="55105"/>
                  </a:lnTo>
                  <a:lnTo>
                    <a:pt x="9461" y="44259"/>
                  </a:lnTo>
                  <a:lnTo>
                    <a:pt x="10045" y="40805"/>
                  </a:lnTo>
                  <a:lnTo>
                    <a:pt x="12788" y="34277"/>
                  </a:lnTo>
                  <a:lnTo>
                    <a:pt x="13385" y="33528"/>
                  </a:lnTo>
                  <a:lnTo>
                    <a:pt x="14719" y="31826"/>
                  </a:lnTo>
                  <a:lnTo>
                    <a:pt x="19697" y="28549"/>
                  </a:lnTo>
                  <a:lnTo>
                    <a:pt x="22656" y="27736"/>
                  </a:lnTo>
                  <a:lnTo>
                    <a:pt x="31191" y="27736"/>
                  </a:lnTo>
                  <a:lnTo>
                    <a:pt x="35217" y="29667"/>
                  </a:lnTo>
                  <a:lnTo>
                    <a:pt x="41084" y="37388"/>
                  </a:lnTo>
                  <a:lnTo>
                    <a:pt x="42557" y="42773"/>
                  </a:lnTo>
                  <a:lnTo>
                    <a:pt x="42557" y="24091"/>
                  </a:lnTo>
                  <a:lnTo>
                    <a:pt x="37630" y="20269"/>
                  </a:lnTo>
                  <a:lnTo>
                    <a:pt x="32829" y="18834"/>
                  </a:lnTo>
                  <a:lnTo>
                    <a:pt x="22428" y="18834"/>
                  </a:lnTo>
                  <a:lnTo>
                    <a:pt x="8915" y="33528"/>
                  </a:lnTo>
                  <a:lnTo>
                    <a:pt x="8839" y="28956"/>
                  </a:lnTo>
                  <a:lnTo>
                    <a:pt x="8763" y="24765"/>
                  </a:lnTo>
                  <a:lnTo>
                    <a:pt x="8686" y="20269"/>
                  </a:lnTo>
                  <a:lnTo>
                    <a:pt x="0" y="20269"/>
                  </a:lnTo>
                  <a:lnTo>
                    <a:pt x="0" y="95910"/>
                  </a:lnTo>
                  <a:lnTo>
                    <a:pt x="9359" y="95910"/>
                  </a:lnTo>
                  <a:lnTo>
                    <a:pt x="9283" y="71628"/>
                  </a:lnTo>
                  <a:lnTo>
                    <a:pt x="9359" y="66497"/>
                  </a:lnTo>
                  <a:lnTo>
                    <a:pt x="9359" y="71767"/>
                  </a:lnTo>
                  <a:lnTo>
                    <a:pt x="9931" y="72771"/>
                  </a:lnTo>
                  <a:lnTo>
                    <a:pt x="13576" y="76492"/>
                  </a:lnTo>
                  <a:lnTo>
                    <a:pt x="15798" y="77939"/>
                  </a:lnTo>
                  <a:lnTo>
                    <a:pt x="21069" y="80022"/>
                  </a:lnTo>
                  <a:lnTo>
                    <a:pt x="23914" y="80543"/>
                  </a:lnTo>
                  <a:lnTo>
                    <a:pt x="32829" y="80543"/>
                  </a:lnTo>
                  <a:lnTo>
                    <a:pt x="37630" y="79082"/>
                  </a:lnTo>
                  <a:lnTo>
                    <a:pt x="45135" y="73291"/>
                  </a:lnTo>
                  <a:lnTo>
                    <a:pt x="46253" y="71767"/>
                  </a:lnTo>
                  <a:lnTo>
                    <a:pt x="46355" y="71628"/>
                  </a:lnTo>
                  <a:lnTo>
                    <a:pt x="47904" y="69507"/>
                  </a:lnTo>
                  <a:lnTo>
                    <a:pt x="51460" y="60147"/>
                  </a:lnTo>
                  <a:lnTo>
                    <a:pt x="52362" y="55105"/>
                  </a:lnTo>
                  <a:lnTo>
                    <a:pt x="52362" y="44259"/>
                  </a:lnTo>
                  <a:close/>
                </a:path>
                <a:path w="566419" h="96520">
                  <a:moveTo>
                    <a:pt x="99479" y="0"/>
                  </a:moveTo>
                  <a:lnTo>
                    <a:pt x="89674" y="0"/>
                  </a:lnTo>
                  <a:lnTo>
                    <a:pt x="89674" y="10922"/>
                  </a:lnTo>
                  <a:lnTo>
                    <a:pt x="99479" y="10922"/>
                  </a:lnTo>
                  <a:lnTo>
                    <a:pt x="99479" y="0"/>
                  </a:lnTo>
                  <a:close/>
                </a:path>
                <a:path w="566419" h="96520">
                  <a:moveTo>
                    <a:pt x="120307" y="70954"/>
                  </a:moveTo>
                  <a:lnTo>
                    <a:pt x="99923" y="70954"/>
                  </a:lnTo>
                  <a:lnTo>
                    <a:pt x="99923" y="28409"/>
                  </a:lnTo>
                  <a:lnTo>
                    <a:pt x="99923" y="23837"/>
                  </a:lnTo>
                  <a:lnTo>
                    <a:pt x="99923" y="20167"/>
                  </a:lnTo>
                  <a:lnTo>
                    <a:pt x="67945" y="20167"/>
                  </a:lnTo>
                  <a:lnTo>
                    <a:pt x="67945" y="28409"/>
                  </a:lnTo>
                  <a:lnTo>
                    <a:pt x="90563" y="28409"/>
                  </a:lnTo>
                  <a:lnTo>
                    <a:pt x="90563" y="70954"/>
                  </a:lnTo>
                  <a:lnTo>
                    <a:pt x="66840" y="70954"/>
                  </a:lnTo>
                  <a:lnTo>
                    <a:pt x="66840" y="79197"/>
                  </a:lnTo>
                  <a:lnTo>
                    <a:pt x="120307" y="79197"/>
                  </a:lnTo>
                  <a:lnTo>
                    <a:pt x="120307" y="70954"/>
                  </a:lnTo>
                  <a:close/>
                </a:path>
                <a:path w="566419" h="96520">
                  <a:moveTo>
                    <a:pt x="186029" y="44259"/>
                  </a:moveTo>
                  <a:lnTo>
                    <a:pt x="176225" y="24091"/>
                  </a:lnTo>
                  <a:lnTo>
                    <a:pt x="176225" y="42773"/>
                  </a:lnTo>
                  <a:lnTo>
                    <a:pt x="176225" y="56591"/>
                  </a:lnTo>
                  <a:lnTo>
                    <a:pt x="174752" y="61976"/>
                  </a:lnTo>
                  <a:lnTo>
                    <a:pt x="168884" y="69697"/>
                  </a:lnTo>
                  <a:lnTo>
                    <a:pt x="164858" y="71628"/>
                  </a:lnTo>
                  <a:lnTo>
                    <a:pt x="156324" y="71628"/>
                  </a:lnTo>
                  <a:lnTo>
                    <a:pt x="153352" y="70815"/>
                  </a:lnTo>
                  <a:lnTo>
                    <a:pt x="148297" y="67538"/>
                  </a:lnTo>
                  <a:lnTo>
                    <a:pt x="147485" y="66497"/>
                  </a:lnTo>
                  <a:lnTo>
                    <a:pt x="146367" y="65087"/>
                  </a:lnTo>
                  <a:lnTo>
                    <a:pt x="143700" y="58559"/>
                  </a:lnTo>
                  <a:lnTo>
                    <a:pt x="143129" y="55105"/>
                  </a:lnTo>
                  <a:lnTo>
                    <a:pt x="143129" y="44259"/>
                  </a:lnTo>
                  <a:lnTo>
                    <a:pt x="143713" y="40805"/>
                  </a:lnTo>
                  <a:lnTo>
                    <a:pt x="146456" y="34277"/>
                  </a:lnTo>
                  <a:lnTo>
                    <a:pt x="147053" y="33528"/>
                  </a:lnTo>
                  <a:lnTo>
                    <a:pt x="148386" y="31826"/>
                  </a:lnTo>
                  <a:lnTo>
                    <a:pt x="153365" y="28549"/>
                  </a:lnTo>
                  <a:lnTo>
                    <a:pt x="156324" y="27736"/>
                  </a:lnTo>
                  <a:lnTo>
                    <a:pt x="164858" y="27736"/>
                  </a:lnTo>
                  <a:lnTo>
                    <a:pt x="168884" y="29667"/>
                  </a:lnTo>
                  <a:lnTo>
                    <a:pt x="174752" y="37388"/>
                  </a:lnTo>
                  <a:lnTo>
                    <a:pt x="176225" y="42773"/>
                  </a:lnTo>
                  <a:lnTo>
                    <a:pt x="176225" y="24091"/>
                  </a:lnTo>
                  <a:lnTo>
                    <a:pt x="171297" y="20269"/>
                  </a:lnTo>
                  <a:lnTo>
                    <a:pt x="166497" y="18834"/>
                  </a:lnTo>
                  <a:lnTo>
                    <a:pt x="156095" y="18834"/>
                  </a:lnTo>
                  <a:lnTo>
                    <a:pt x="142582" y="33528"/>
                  </a:lnTo>
                  <a:lnTo>
                    <a:pt x="142506" y="28956"/>
                  </a:lnTo>
                  <a:lnTo>
                    <a:pt x="142430" y="24765"/>
                  </a:lnTo>
                  <a:lnTo>
                    <a:pt x="142367" y="20269"/>
                  </a:lnTo>
                  <a:lnTo>
                    <a:pt x="133667" y="20269"/>
                  </a:lnTo>
                  <a:lnTo>
                    <a:pt x="133667" y="95910"/>
                  </a:lnTo>
                  <a:lnTo>
                    <a:pt x="143027" y="95910"/>
                  </a:lnTo>
                  <a:lnTo>
                    <a:pt x="142951" y="71628"/>
                  </a:lnTo>
                  <a:lnTo>
                    <a:pt x="143027" y="66497"/>
                  </a:lnTo>
                  <a:lnTo>
                    <a:pt x="143027" y="71767"/>
                  </a:lnTo>
                  <a:lnTo>
                    <a:pt x="143598" y="72771"/>
                  </a:lnTo>
                  <a:lnTo>
                    <a:pt x="147243" y="76492"/>
                  </a:lnTo>
                  <a:lnTo>
                    <a:pt x="149466" y="77939"/>
                  </a:lnTo>
                  <a:lnTo>
                    <a:pt x="154736" y="80022"/>
                  </a:lnTo>
                  <a:lnTo>
                    <a:pt x="157581" y="80543"/>
                  </a:lnTo>
                  <a:lnTo>
                    <a:pt x="166497" y="80543"/>
                  </a:lnTo>
                  <a:lnTo>
                    <a:pt x="171297" y="79082"/>
                  </a:lnTo>
                  <a:lnTo>
                    <a:pt x="178803" y="73291"/>
                  </a:lnTo>
                  <a:lnTo>
                    <a:pt x="179920" y="71767"/>
                  </a:lnTo>
                  <a:lnTo>
                    <a:pt x="180022" y="71628"/>
                  </a:lnTo>
                  <a:lnTo>
                    <a:pt x="181571" y="69507"/>
                  </a:lnTo>
                  <a:lnTo>
                    <a:pt x="185127" y="60147"/>
                  </a:lnTo>
                  <a:lnTo>
                    <a:pt x="186029" y="55105"/>
                  </a:lnTo>
                  <a:lnTo>
                    <a:pt x="186029" y="44259"/>
                  </a:lnTo>
                  <a:close/>
                </a:path>
                <a:path w="566419" h="96520">
                  <a:moveTo>
                    <a:pt x="251409" y="43180"/>
                  </a:moveTo>
                  <a:lnTo>
                    <a:pt x="250545" y="38836"/>
                  </a:lnTo>
                  <a:lnTo>
                    <a:pt x="250507" y="38620"/>
                  </a:lnTo>
                  <a:lnTo>
                    <a:pt x="250380" y="38023"/>
                  </a:lnTo>
                  <a:lnTo>
                    <a:pt x="241160" y="23888"/>
                  </a:lnTo>
                  <a:lnTo>
                    <a:pt x="241160" y="44335"/>
                  </a:lnTo>
                  <a:lnTo>
                    <a:pt x="208419" y="44335"/>
                  </a:lnTo>
                  <a:lnTo>
                    <a:pt x="209232" y="38836"/>
                  </a:lnTo>
                  <a:lnTo>
                    <a:pt x="211099" y="34696"/>
                  </a:lnTo>
                  <a:lnTo>
                    <a:pt x="216966" y="29133"/>
                  </a:lnTo>
                  <a:lnTo>
                    <a:pt x="220700" y="27736"/>
                  </a:lnTo>
                  <a:lnTo>
                    <a:pt x="229616" y="27736"/>
                  </a:lnTo>
                  <a:lnTo>
                    <a:pt x="241160" y="44335"/>
                  </a:lnTo>
                  <a:lnTo>
                    <a:pt x="241160" y="23888"/>
                  </a:lnTo>
                  <a:lnTo>
                    <a:pt x="235013" y="20104"/>
                  </a:lnTo>
                  <a:lnTo>
                    <a:pt x="235165" y="20104"/>
                  </a:lnTo>
                  <a:lnTo>
                    <a:pt x="230352" y="18834"/>
                  </a:lnTo>
                  <a:lnTo>
                    <a:pt x="219811" y="18834"/>
                  </a:lnTo>
                  <a:lnTo>
                    <a:pt x="215112" y="20104"/>
                  </a:lnTo>
                  <a:lnTo>
                    <a:pt x="198615" y="55918"/>
                  </a:lnTo>
                  <a:lnTo>
                    <a:pt x="199707" y="61353"/>
                  </a:lnTo>
                  <a:lnTo>
                    <a:pt x="220103" y="80543"/>
                  </a:lnTo>
                  <a:lnTo>
                    <a:pt x="231914" y="80543"/>
                  </a:lnTo>
                  <a:lnTo>
                    <a:pt x="250405" y="62496"/>
                  </a:lnTo>
                  <a:lnTo>
                    <a:pt x="240385" y="61709"/>
                  </a:lnTo>
                  <a:lnTo>
                    <a:pt x="239420" y="64681"/>
                  </a:lnTo>
                  <a:lnTo>
                    <a:pt x="237693" y="67081"/>
                  </a:lnTo>
                  <a:lnTo>
                    <a:pt x="232714" y="70713"/>
                  </a:lnTo>
                  <a:lnTo>
                    <a:pt x="229539" y="71628"/>
                  </a:lnTo>
                  <a:lnTo>
                    <a:pt x="220560" y="71628"/>
                  </a:lnTo>
                  <a:lnTo>
                    <a:pt x="216484" y="70027"/>
                  </a:lnTo>
                  <a:lnTo>
                    <a:pt x="210477" y="63639"/>
                  </a:lnTo>
                  <a:lnTo>
                    <a:pt x="208788" y="58889"/>
                  </a:lnTo>
                  <a:lnTo>
                    <a:pt x="208419" y="52578"/>
                  </a:lnTo>
                  <a:lnTo>
                    <a:pt x="251409" y="52578"/>
                  </a:lnTo>
                  <a:lnTo>
                    <a:pt x="251409" y="44335"/>
                  </a:lnTo>
                  <a:lnTo>
                    <a:pt x="251409" y="43180"/>
                  </a:lnTo>
                  <a:close/>
                </a:path>
                <a:path w="566419" h="96520">
                  <a:moveTo>
                    <a:pt x="318579" y="70954"/>
                  </a:moveTo>
                  <a:lnTo>
                    <a:pt x="298196" y="70954"/>
                  </a:lnTo>
                  <a:lnTo>
                    <a:pt x="298196" y="11176"/>
                  </a:lnTo>
                  <a:lnTo>
                    <a:pt x="296799" y="7073"/>
                  </a:lnTo>
                  <a:lnTo>
                    <a:pt x="291236" y="1511"/>
                  </a:lnTo>
                  <a:lnTo>
                    <a:pt x="287134" y="114"/>
                  </a:lnTo>
                  <a:lnTo>
                    <a:pt x="267335" y="114"/>
                  </a:lnTo>
                  <a:lnTo>
                    <a:pt x="267335" y="8356"/>
                  </a:lnTo>
                  <a:lnTo>
                    <a:pt x="283641" y="8356"/>
                  </a:lnTo>
                  <a:lnTo>
                    <a:pt x="285496" y="9029"/>
                  </a:lnTo>
                  <a:lnTo>
                    <a:pt x="288163" y="11696"/>
                  </a:lnTo>
                  <a:lnTo>
                    <a:pt x="288836" y="13550"/>
                  </a:lnTo>
                  <a:lnTo>
                    <a:pt x="288836" y="70954"/>
                  </a:lnTo>
                  <a:lnTo>
                    <a:pt x="265112" y="70954"/>
                  </a:lnTo>
                  <a:lnTo>
                    <a:pt x="265112" y="79197"/>
                  </a:lnTo>
                  <a:lnTo>
                    <a:pt x="318579" y="79197"/>
                  </a:lnTo>
                  <a:lnTo>
                    <a:pt x="318579" y="75857"/>
                  </a:lnTo>
                  <a:lnTo>
                    <a:pt x="318579" y="70954"/>
                  </a:lnTo>
                  <a:close/>
                </a:path>
                <a:path w="566419" h="96520">
                  <a:moveTo>
                    <a:pt x="366814" y="0"/>
                  </a:moveTo>
                  <a:lnTo>
                    <a:pt x="357009" y="0"/>
                  </a:lnTo>
                  <a:lnTo>
                    <a:pt x="357009" y="10922"/>
                  </a:lnTo>
                  <a:lnTo>
                    <a:pt x="366814" y="10922"/>
                  </a:lnTo>
                  <a:lnTo>
                    <a:pt x="366814" y="0"/>
                  </a:lnTo>
                  <a:close/>
                </a:path>
                <a:path w="566419" h="96520">
                  <a:moveTo>
                    <a:pt x="387642" y="70954"/>
                  </a:moveTo>
                  <a:lnTo>
                    <a:pt x="367258" y="70954"/>
                  </a:lnTo>
                  <a:lnTo>
                    <a:pt x="367258" y="28409"/>
                  </a:lnTo>
                  <a:lnTo>
                    <a:pt x="367258" y="23837"/>
                  </a:lnTo>
                  <a:lnTo>
                    <a:pt x="367258" y="20167"/>
                  </a:lnTo>
                  <a:lnTo>
                    <a:pt x="335292" y="20167"/>
                  </a:lnTo>
                  <a:lnTo>
                    <a:pt x="335292" y="28409"/>
                  </a:lnTo>
                  <a:lnTo>
                    <a:pt x="357898" y="28409"/>
                  </a:lnTo>
                  <a:lnTo>
                    <a:pt x="357898" y="70954"/>
                  </a:lnTo>
                  <a:lnTo>
                    <a:pt x="334175" y="70954"/>
                  </a:lnTo>
                  <a:lnTo>
                    <a:pt x="334175" y="79197"/>
                  </a:lnTo>
                  <a:lnTo>
                    <a:pt x="387642" y="79197"/>
                  </a:lnTo>
                  <a:lnTo>
                    <a:pt x="387642" y="70954"/>
                  </a:lnTo>
                  <a:close/>
                </a:path>
                <a:path w="566419" h="96520">
                  <a:moveTo>
                    <a:pt x="449567" y="37058"/>
                  </a:moveTo>
                  <a:lnTo>
                    <a:pt x="433603" y="18834"/>
                  </a:lnTo>
                  <a:lnTo>
                    <a:pt x="426034" y="18834"/>
                  </a:lnTo>
                  <a:lnTo>
                    <a:pt x="410248" y="30162"/>
                  </a:lnTo>
                  <a:lnTo>
                    <a:pt x="410248" y="30340"/>
                  </a:lnTo>
                  <a:lnTo>
                    <a:pt x="409994" y="30708"/>
                  </a:lnTo>
                  <a:lnTo>
                    <a:pt x="410032" y="20167"/>
                  </a:lnTo>
                  <a:lnTo>
                    <a:pt x="401447" y="20167"/>
                  </a:lnTo>
                  <a:lnTo>
                    <a:pt x="401447" y="79197"/>
                  </a:lnTo>
                  <a:lnTo>
                    <a:pt x="410806" y="79197"/>
                  </a:lnTo>
                  <a:lnTo>
                    <a:pt x="410806" y="40246"/>
                  </a:lnTo>
                  <a:lnTo>
                    <a:pt x="411530" y="37185"/>
                  </a:lnTo>
                  <a:lnTo>
                    <a:pt x="412686" y="35204"/>
                  </a:lnTo>
                  <a:lnTo>
                    <a:pt x="414426" y="32207"/>
                  </a:lnTo>
                  <a:lnTo>
                    <a:pt x="416382" y="30314"/>
                  </a:lnTo>
                  <a:lnTo>
                    <a:pt x="421068" y="27838"/>
                  </a:lnTo>
                  <a:lnTo>
                    <a:pt x="420801" y="27838"/>
                  </a:lnTo>
                  <a:lnTo>
                    <a:pt x="424027" y="27076"/>
                  </a:lnTo>
                  <a:lnTo>
                    <a:pt x="431533" y="27076"/>
                  </a:lnTo>
                  <a:lnTo>
                    <a:pt x="434835" y="28498"/>
                  </a:lnTo>
                  <a:lnTo>
                    <a:pt x="439140" y="34213"/>
                  </a:lnTo>
                  <a:lnTo>
                    <a:pt x="440220" y="38392"/>
                  </a:lnTo>
                  <a:lnTo>
                    <a:pt x="440220" y="79197"/>
                  </a:lnTo>
                  <a:lnTo>
                    <a:pt x="449567" y="79197"/>
                  </a:lnTo>
                  <a:lnTo>
                    <a:pt x="449567" y="37058"/>
                  </a:lnTo>
                  <a:close/>
                </a:path>
                <a:path w="566419" h="96520">
                  <a:moveTo>
                    <a:pt x="518744" y="43180"/>
                  </a:moveTo>
                  <a:lnTo>
                    <a:pt x="517880" y="38836"/>
                  </a:lnTo>
                  <a:lnTo>
                    <a:pt x="517842" y="38620"/>
                  </a:lnTo>
                  <a:lnTo>
                    <a:pt x="517715" y="38023"/>
                  </a:lnTo>
                  <a:lnTo>
                    <a:pt x="508495" y="23888"/>
                  </a:lnTo>
                  <a:lnTo>
                    <a:pt x="508495" y="44335"/>
                  </a:lnTo>
                  <a:lnTo>
                    <a:pt x="475754" y="44335"/>
                  </a:lnTo>
                  <a:lnTo>
                    <a:pt x="476567" y="38836"/>
                  </a:lnTo>
                  <a:lnTo>
                    <a:pt x="478447" y="34696"/>
                  </a:lnTo>
                  <a:lnTo>
                    <a:pt x="484314" y="29133"/>
                  </a:lnTo>
                  <a:lnTo>
                    <a:pt x="488035" y="27736"/>
                  </a:lnTo>
                  <a:lnTo>
                    <a:pt x="496951" y="27736"/>
                  </a:lnTo>
                  <a:lnTo>
                    <a:pt x="508495" y="44335"/>
                  </a:lnTo>
                  <a:lnTo>
                    <a:pt x="508495" y="23888"/>
                  </a:lnTo>
                  <a:lnTo>
                    <a:pt x="502348" y="20104"/>
                  </a:lnTo>
                  <a:lnTo>
                    <a:pt x="502500" y="20104"/>
                  </a:lnTo>
                  <a:lnTo>
                    <a:pt x="497687" y="18834"/>
                  </a:lnTo>
                  <a:lnTo>
                    <a:pt x="487146" y="18834"/>
                  </a:lnTo>
                  <a:lnTo>
                    <a:pt x="482447" y="20104"/>
                  </a:lnTo>
                  <a:lnTo>
                    <a:pt x="465950" y="55918"/>
                  </a:lnTo>
                  <a:lnTo>
                    <a:pt x="467042" y="61353"/>
                  </a:lnTo>
                  <a:lnTo>
                    <a:pt x="487451" y="80543"/>
                  </a:lnTo>
                  <a:lnTo>
                    <a:pt x="499249" y="80543"/>
                  </a:lnTo>
                  <a:lnTo>
                    <a:pt x="517740" y="62496"/>
                  </a:lnTo>
                  <a:lnTo>
                    <a:pt x="507720" y="61709"/>
                  </a:lnTo>
                  <a:lnTo>
                    <a:pt x="506755" y="64681"/>
                  </a:lnTo>
                  <a:lnTo>
                    <a:pt x="505028" y="67081"/>
                  </a:lnTo>
                  <a:lnTo>
                    <a:pt x="500049" y="70713"/>
                  </a:lnTo>
                  <a:lnTo>
                    <a:pt x="496874" y="71628"/>
                  </a:lnTo>
                  <a:lnTo>
                    <a:pt x="487895" y="71628"/>
                  </a:lnTo>
                  <a:lnTo>
                    <a:pt x="483831" y="70027"/>
                  </a:lnTo>
                  <a:lnTo>
                    <a:pt x="477812" y="63639"/>
                  </a:lnTo>
                  <a:lnTo>
                    <a:pt x="476123" y="58889"/>
                  </a:lnTo>
                  <a:lnTo>
                    <a:pt x="475754" y="52578"/>
                  </a:lnTo>
                  <a:lnTo>
                    <a:pt x="518744" y="52578"/>
                  </a:lnTo>
                  <a:lnTo>
                    <a:pt x="518744" y="44335"/>
                  </a:lnTo>
                  <a:lnTo>
                    <a:pt x="518744" y="43180"/>
                  </a:lnTo>
                  <a:close/>
                </a:path>
                <a:path w="566419" h="96520">
                  <a:moveTo>
                    <a:pt x="566089" y="65608"/>
                  </a:moveTo>
                  <a:lnTo>
                    <a:pt x="552272" y="65608"/>
                  </a:lnTo>
                  <a:lnTo>
                    <a:pt x="552272" y="79197"/>
                  </a:lnTo>
                  <a:lnTo>
                    <a:pt x="566089" y="79197"/>
                  </a:lnTo>
                  <a:lnTo>
                    <a:pt x="566089" y="6560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556950" y="4581066"/>
            <a:ext cx="4399915" cy="785495"/>
            <a:chOff x="556950" y="4581066"/>
            <a:chExt cx="4399915" cy="785495"/>
          </a:xfrm>
        </p:grpSpPr>
        <p:sp>
          <p:nvSpPr>
            <p:cNvPr id="106" name="object 106"/>
            <p:cNvSpPr/>
            <p:nvPr/>
          </p:nvSpPr>
          <p:spPr>
            <a:xfrm>
              <a:off x="570874" y="4581066"/>
              <a:ext cx="4386580" cy="785495"/>
            </a:xfrm>
            <a:custGeom>
              <a:avLst/>
              <a:gdLst/>
              <a:ahLst/>
              <a:cxnLst/>
              <a:rect l="l" t="t" r="r" b="b"/>
              <a:pathLst>
                <a:path w="4386580" h="785495">
                  <a:moveTo>
                    <a:pt x="4347336" y="0"/>
                  </a:moveTo>
                  <a:lnTo>
                    <a:pt x="0" y="0"/>
                  </a:lnTo>
                  <a:lnTo>
                    <a:pt x="0" y="785300"/>
                  </a:lnTo>
                  <a:lnTo>
                    <a:pt x="4347336" y="785300"/>
                  </a:lnTo>
                  <a:lnTo>
                    <a:pt x="4353021" y="784169"/>
                  </a:lnTo>
                  <a:lnTo>
                    <a:pt x="4384853" y="752336"/>
                  </a:lnTo>
                  <a:lnTo>
                    <a:pt x="4385985" y="746652"/>
                  </a:lnTo>
                  <a:lnTo>
                    <a:pt x="4385985" y="38647"/>
                  </a:lnTo>
                  <a:lnTo>
                    <a:pt x="4363938" y="5650"/>
                  </a:lnTo>
                  <a:lnTo>
                    <a:pt x="434733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56950" y="4581066"/>
              <a:ext cx="27940" cy="785495"/>
            </a:xfrm>
            <a:custGeom>
              <a:avLst/>
              <a:gdLst/>
              <a:ahLst/>
              <a:cxnLst/>
              <a:rect l="l" t="t" r="r" b="b"/>
              <a:pathLst>
                <a:path w="27940" h="785495">
                  <a:moveTo>
                    <a:pt x="27847" y="0"/>
                  </a:moveTo>
                  <a:lnTo>
                    <a:pt x="0" y="0"/>
                  </a:lnTo>
                  <a:lnTo>
                    <a:pt x="0" y="785300"/>
                  </a:lnTo>
                  <a:lnTo>
                    <a:pt x="27847" y="785300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12673" y="4727098"/>
              <a:ext cx="182322" cy="12397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919856" y="4758844"/>
              <a:ext cx="81203" cy="8955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111466" y="4729772"/>
              <a:ext cx="787093" cy="143692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11782" y="4973605"/>
              <a:ext cx="322697" cy="8265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116128" y="4975387"/>
              <a:ext cx="255083" cy="80424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450299" y="4973605"/>
              <a:ext cx="567198" cy="8265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118639" y="4975387"/>
              <a:ext cx="182011" cy="80424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321369" y="4995438"/>
              <a:ext cx="50165" cy="59055"/>
            </a:xfrm>
            <a:custGeom>
              <a:avLst/>
              <a:gdLst/>
              <a:ahLst/>
              <a:cxnLst/>
              <a:rect l="l" t="t" r="r" b="b"/>
              <a:pathLst>
                <a:path w="50164" h="59054">
                  <a:moveTo>
                    <a:pt x="15372" y="50793"/>
                  </a:moveTo>
                  <a:lnTo>
                    <a:pt x="0" y="50793"/>
                  </a:lnTo>
                  <a:lnTo>
                    <a:pt x="0" y="59035"/>
                  </a:lnTo>
                  <a:lnTo>
                    <a:pt x="43442" y="59035"/>
                  </a:lnTo>
                  <a:lnTo>
                    <a:pt x="43442" y="55248"/>
                  </a:lnTo>
                  <a:lnTo>
                    <a:pt x="15372" y="55248"/>
                  </a:lnTo>
                  <a:lnTo>
                    <a:pt x="15372" y="50793"/>
                  </a:lnTo>
                  <a:close/>
                </a:path>
                <a:path w="50164" h="59054">
                  <a:moveTo>
                    <a:pt x="15372" y="3675"/>
                  </a:moveTo>
                  <a:lnTo>
                    <a:pt x="15372" y="55248"/>
                  </a:lnTo>
                  <a:lnTo>
                    <a:pt x="19938" y="50793"/>
                  </a:lnTo>
                  <a:lnTo>
                    <a:pt x="24729" y="50793"/>
                  </a:lnTo>
                  <a:lnTo>
                    <a:pt x="24729" y="20124"/>
                  </a:lnTo>
                  <a:lnTo>
                    <a:pt x="25248" y="17395"/>
                  </a:lnTo>
                  <a:lnTo>
                    <a:pt x="25997" y="15816"/>
                  </a:lnTo>
                  <a:lnTo>
                    <a:pt x="24060" y="15816"/>
                  </a:lnTo>
                  <a:lnTo>
                    <a:pt x="23169" y="15148"/>
                  </a:lnTo>
                  <a:lnTo>
                    <a:pt x="23743" y="10191"/>
                  </a:lnTo>
                  <a:lnTo>
                    <a:pt x="23633" y="8242"/>
                  </a:lnTo>
                  <a:lnTo>
                    <a:pt x="19938" y="8242"/>
                  </a:lnTo>
                  <a:lnTo>
                    <a:pt x="15372" y="3675"/>
                  </a:lnTo>
                  <a:close/>
                </a:path>
                <a:path w="50164" h="59054">
                  <a:moveTo>
                    <a:pt x="20273" y="50793"/>
                  </a:moveTo>
                  <a:lnTo>
                    <a:pt x="19938" y="50793"/>
                  </a:lnTo>
                  <a:lnTo>
                    <a:pt x="15372" y="55248"/>
                  </a:lnTo>
                  <a:lnTo>
                    <a:pt x="24729" y="55248"/>
                  </a:lnTo>
                  <a:lnTo>
                    <a:pt x="20273" y="50793"/>
                  </a:lnTo>
                  <a:close/>
                </a:path>
                <a:path w="50164" h="59054">
                  <a:moveTo>
                    <a:pt x="24729" y="50793"/>
                  </a:moveTo>
                  <a:lnTo>
                    <a:pt x="20273" y="50793"/>
                  </a:lnTo>
                  <a:lnTo>
                    <a:pt x="24729" y="55248"/>
                  </a:lnTo>
                  <a:lnTo>
                    <a:pt x="24729" y="50793"/>
                  </a:lnTo>
                  <a:close/>
                </a:path>
                <a:path w="50164" h="59054">
                  <a:moveTo>
                    <a:pt x="43442" y="50793"/>
                  </a:moveTo>
                  <a:lnTo>
                    <a:pt x="24729" y="50793"/>
                  </a:lnTo>
                  <a:lnTo>
                    <a:pt x="24729" y="55248"/>
                  </a:lnTo>
                  <a:lnTo>
                    <a:pt x="43442" y="55248"/>
                  </a:lnTo>
                  <a:lnTo>
                    <a:pt x="43442" y="50793"/>
                  </a:lnTo>
                  <a:close/>
                </a:path>
                <a:path w="50164" h="59054">
                  <a:moveTo>
                    <a:pt x="23743" y="10191"/>
                  </a:moveTo>
                  <a:lnTo>
                    <a:pt x="23169" y="15148"/>
                  </a:lnTo>
                  <a:lnTo>
                    <a:pt x="24060" y="15816"/>
                  </a:lnTo>
                  <a:lnTo>
                    <a:pt x="24022" y="15148"/>
                  </a:lnTo>
                  <a:lnTo>
                    <a:pt x="23902" y="13013"/>
                  </a:lnTo>
                  <a:lnTo>
                    <a:pt x="23808" y="11342"/>
                  </a:lnTo>
                  <a:lnTo>
                    <a:pt x="23743" y="10191"/>
                  </a:lnTo>
                  <a:close/>
                </a:path>
                <a:path w="50164" h="59054">
                  <a:moveTo>
                    <a:pt x="50125" y="0"/>
                  </a:moveTo>
                  <a:lnTo>
                    <a:pt x="33751" y="0"/>
                  </a:lnTo>
                  <a:lnTo>
                    <a:pt x="30372" y="1243"/>
                  </a:lnTo>
                  <a:lnTo>
                    <a:pt x="25322" y="6219"/>
                  </a:lnTo>
                  <a:lnTo>
                    <a:pt x="23762" y="10024"/>
                  </a:lnTo>
                  <a:lnTo>
                    <a:pt x="23808" y="11342"/>
                  </a:lnTo>
                  <a:lnTo>
                    <a:pt x="23902" y="13013"/>
                  </a:lnTo>
                  <a:lnTo>
                    <a:pt x="24022" y="15148"/>
                  </a:lnTo>
                  <a:lnTo>
                    <a:pt x="24060" y="15816"/>
                  </a:lnTo>
                  <a:lnTo>
                    <a:pt x="25997" y="15816"/>
                  </a:lnTo>
                  <a:lnTo>
                    <a:pt x="27327" y="13013"/>
                  </a:lnTo>
                  <a:lnTo>
                    <a:pt x="28831" y="11342"/>
                  </a:lnTo>
                  <a:lnTo>
                    <a:pt x="32767" y="9041"/>
                  </a:lnTo>
                  <a:lnTo>
                    <a:pt x="35199" y="8464"/>
                  </a:lnTo>
                  <a:lnTo>
                    <a:pt x="50125" y="8464"/>
                  </a:lnTo>
                  <a:lnTo>
                    <a:pt x="50125" y="0"/>
                  </a:lnTo>
                  <a:close/>
                </a:path>
                <a:path w="50164" h="59054">
                  <a:moveTo>
                    <a:pt x="23169" y="0"/>
                  </a:moveTo>
                  <a:lnTo>
                    <a:pt x="0" y="0"/>
                  </a:lnTo>
                  <a:lnTo>
                    <a:pt x="0" y="8242"/>
                  </a:lnTo>
                  <a:lnTo>
                    <a:pt x="15372" y="8242"/>
                  </a:lnTo>
                  <a:lnTo>
                    <a:pt x="15372" y="3675"/>
                  </a:lnTo>
                  <a:lnTo>
                    <a:pt x="23376" y="3675"/>
                  </a:lnTo>
                  <a:lnTo>
                    <a:pt x="23239" y="1243"/>
                  </a:lnTo>
                  <a:lnTo>
                    <a:pt x="23169" y="0"/>
                  </a:lnTo>
                  <a:close/>
                </a:path>
                <a:path w="50164" h="59054">
                  <a:moveTo>
                    <a:pt x="23376" y="3675"/>
                  </a:moveTo>
                  <a:lnTo>
                    <a:pt x="15372" y="3675"/>
                  </a:lnTo>
                  <a:lnTo>
                    <a:pt x="19938" y="8242"/>
                  </a:lnTo>
                  <a:lnTo>
                    <a:pt x="23633" y="8242"/>
                  </a:lnTo>
                  <a:lnTo>
                    <a:pt x="23376" y="367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2452810" y="4975275"/>
              <a:ext cx="252520" cy="8053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725715" y="4975275"/>
              <a:ext cx="511280" cy="97243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322766" y="4994100"/>
              <a:ext cx="383181" cy="6171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790605" y="4994100"/>
              <a:ext cx="184906" cy="77081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4054589" y="4975275"/>
              <a:ext cx="520065" cy="96520"/>
            </a:xfrm>
            <a:custGeom>
              <a:avLst/>
              <a:gdLst/>
              <a:ahLst/>
              <a:cxnLst/>
              <a:rect l="l" t="t" r="r" b="b"/>
              <a:pathLst>
                <a:path w="520064" h="96520">
                  <a:moveTo>
                    <a:pt x="52362" y="20281"/>
                  </a:moveTo>
                  <a:lnTo>
                    <a:pt x="43662" y="20281"/>
                  </a:lnTo>
                  <a:lnTo>
                    <a:pt x="43586" y="24777"/>
                  </a:lnTo>
                  <a:lnTo>
                    <a:pt x="43522" y="28765"/>
                  </a:lnTo>
                  <a:lnTo>
                    <a:pt x="43446" y="33540"/>
                  </a:lnTo>
                  <a:lnTo>
                    <a:pt x="43370" y="28257"/>
                  </a:lnTo>
                  <a:lnTo>
                    <a:pt x="43014" y="27736"/>
                  </a:lnTo>
                  <a:lnTo>
                    <a:pt x="42900" y="27584"/>
                  </a:lnTo>
                  <a:lnTo>
                    <a:pt x="42900" y="44259"/>
                  </a:lnTo>
                  <a:lnTo>
                    <a:pt x="42900" y="55105"/>
                  </a:lnTo>
                  <a:lnTo>
                    <a:pt x="29781" y="71628"/>
                  </a:lnTo>
                  <a:lnTo>
                    <a:pt x="21170" y="71628"/>
                  </a:lnTo>
                  <a:lnTo>
                    <a:pt x="17145" y="69697"/>
                  </a:lnTo>
                  <a:lnTo>
                    <a:pt x="11277" y="61976"/>
                  </a:lnTo>
                  <a:lnTo>
                    <a:pt x="9804" y="56591"/>
                  </a:lnTo>
                  <a:lnTo>
                    <a:pt x="9804" y="42773"/>
                  </a:lnTo>
                  <a:lnTo>
                    <a:pt x="11277" y="37401"/>
                  </a:lnTo>
                  <a:lnTo>
                    <a:pt x="17145" y="29667"/>
                  </a:lnTo>
                  <a:lnTo>
                    <a:pt x="21170" y="27736"/>
                  </a:lnTo>
                  <a:lnTo>
                    <a:pt x="29705" y="27736"/>
                  </a:lnTo>
                  <a:lnTo>
                    <a:pt x="42900" y="44259"/>
                  </a:lnTo>
                  <a:lnTo>
                    <a:pt x="42900" y="27584"/>
                  </a:lnTo>
                  <a:lnTo>
                    <a:pt x="40944" y="24777"/>
                  </a:lnTo>
                  <a:lnTo>
                    <a:pt x="34036" y="20015"/>
                  </a:lnTo>
                  <a:lnTo>
                    <a:pt x="30010" y="18834"/>
                  </a:lnTo>
                  <a:lnTo>
                    <a:pt x="19532" y="18834"/>
                  </a:lnTo>
                  <a:lnTo>
                    <a:pt x="0" y="44259"/>
                  </a:lnTo>
                  <a:lnTo>
                    <a:pt x="0" y="55105"/>
                  </a:lnTo>
                  <a:lnTo>
                    <a:pt x="19532" y="80543"/>
                  </a:lnTo>
                  <a:lnTo>
                    <a:pt x="28448" y="80543"/>
                  </a:lnTo>
                  <a:lnTo>
                    <a:pt x="43002" y="71767"/>
                  </a:lnTo>
                  <a:lnTo>
                    <a:pt x="43002" y="71628"/>
                  </a:lnTo>
                  <a:lnTo>
                    <a:pt x="43510" y="70866"/>
                  </a:lnTo>
                  <a:lnTo>
                    <a:pt x="43078" y="71628"/>
                  </a:lnTo>
                  <a:lnTo>
                    <a:pt x="43002" y="95910"/>
                  </a:lnTo>
                  <a:lnTo>
                    <a:pt x="52362" y="95910"/>
                  </a:lnTo>
                  <a:lnTo>
                    <a:pt x="52362" y="66509"/>
                  </a:lnTo>
                  <a:lnTo>
                    <a:pt x="52362" y="33540"/>
                  </a:lnTo>
                  <a:lnTo>
                    <a:pt x="52362" y="20281"/>
                  </a:lnTo>
                  <a:close/>
                </a:path>
                <a:path w="520064" h="96520">
                  <a:moveTo>
                    <a:pt x="117411" y="20167"/>
                  </a:moveTo>
                  <a:lnTo>
                    <a:pt x="108051" y="20167"/>
                  </a:lnTo>
                  <a:lnTo>
                    <a:pt x="108051" y="60642"/>
                  </a:lnTo>
                  <a:lnTo>
                    <a:pt x="106768" y="64617"/>
                  </a:lnTo>
                  <a:lnTo>
                    <a:pt x="106718" y="64782"/>
                  </a:lnTo>
                  <a:lnTo>
                    <a:pt x="101371" y="70789"/>
                  </a:lnTo>
                  <a:lnTo>
                    <a:pt x="97726" y="72301"/>
                  </a:lnTo>
                  <a:lnTo>
                    <a:pt x="88900" y="72301"/>
                  </a:lnTo>
                  <a:lnTo>
                    <a:pt x="85750" y="70942"/>
                  </a:lnTo>
                  <a:lnTo>
                    <a:pt x="81673" y="65519"/>
                  </a:lnTo>
                  <a:lnTo>
                    <a:pt x="80645" y="61302"/>
                  </a:lnTo>
                  <a:lnTo>
                    <a:pt x="80645" y="20167"/>
                  </a:lnTo>
                  <a:lnTo>
                    <a:pt x="71297" y="20167"/>
                  </a:lnTo>
                  <a:lnTo>
                    <a:pt x="71412" y="65519"/>
                  </a:lnTo>
                  <a:lnTo>
                    <a:pt x="84696" y="80543"/>
                  </a:lnTo>
                  <a:lnTo>
                    <a:pt x="95618" y="80543"/>
                  </a:lnTo>
                  <a:lnTo>
                    <a:pt x="108496" y="64617"/>
                  </a:lnTo>
                  <a:lnTo>
                    <a:pt x="108496" y="70650"/>
                  </a:lnTo>
                  <a:lnTo>
                    <a:pt x="108496" y="79222"/>
                  </a:lnTo>
                  <a:lnTo>
                    <a:pt x="117411" y="79222"/>
                  </a:lnTo>
                  <a:lnTo>
                    <a:pt x="117411" y="64617"/>
                  </a:lnTo>
                  <a:lnTo>
                    <a:pt x="117411" y="20167"/>
                  </a:lnTo>
                  <a:close/>
                </a:path>
                <a:path w="520064" h="96520">
                  <a:moveTo>
                    <a:pt x="187921" y="43192"/>
                  </a:moveTo>
                  <a:lnTo>
                    <a:pt x="187058" y="38849"/>
                  </a:lnTo>
                  <a:lnTo>
                    <a:pt x="187007" y="38620"/>
                  </a:lnTo>
                  <a:lnTo>
                    <a:pt x="186893" y="38023"/>
                  </a:lnTo>
                  <a:lnTo>
                    <a:pt x="177673" y="23888"/>
                  </a:lnTo>
                  <a:lnTo>
                    <a:pt x="177673" y="44335"/>
                  </a:lnTo>
                  <a:lnTo>
                    <a:pt x="144919" y="44335"/>
                  </a:lnTo>
                  <a:lnTo>
                    <a:pt x="145745" y="38849"/>
                  </a:lnTo>
                  <a:lnTo>
                    <a:pt x="147612" y="34709"/>
                  </a:lnTo>
                  <a:lnTo>
                    <a:pt x="153479" y="29133"/>
                  </a:lnTo>
                  <a:lnTo>
                    <a:pt x="157213" y="27736"/>
                  </a:lnTo>
                  <a:lnTo>
                    <a:pt x="166128" y="27736"/>
                  </a:lnTo>
                  <a:lnTo>
                    <a:pt x="177584" y="43192"/>
                  </a:lnTo>
                  <a:lnTo>
                    <a:pt x="177673" y="44335"/>
                  </a:lnTo>
                  <a:lnTo>
                    <a:pt x="177673" y="23888"/>
                  </a:lnTo>
                  <a:lnTo>
                    <a:pt x="171513" y="20116"/>
                  </a:lnTo>
                  <a:lnTo>
                    <a:pt x="171678" y="20116"/>
                  </a:lnTo>
                  <a:lnTo>
                    <a:pt x="166865" y="18834"/>
                  </a:lnTo>
                  <a:lnTo>
                    <a:pt x="156324" y="18834"/>
                  </a:lnTo>
                  <a:lnTo>
                    <a:pt x="135115" y="55918"/>
                  </a:lnTo>
                  <a:lnTo>
                    <a:pt x="136220" y="61366"/>
                  </a:lnTo>
                  <a:lnTo>
                    <a:pt x="156616" y="80543"/>
                  </a:lnTo>
                  <a:lnTo>
                    <a:pt x="168427" y="80543"/>
                  </a:lnTo>
                  <a:lnTo>
                    <a:pt x="173723" y="78854"/>
                  </a:lnTo>
                  <a:lnTo>
                    <a:pt x="182410" y="72097"/>
                  </a:lnTo>
                  <a:lnTo>
                    <a:pt x="182727" y="71628"/>
                  </a:lnTo>
                  <a:lnTo>
                    <a:pt x="185356" y="67767"/>
                  </a:lnTo>
                  <a:lnTo>
                    <a:pt x="186918" y="62496"/>
                  </a:lnTo>
                  <a:lnTo>
                    <a:pt x="176898" y="61722"/>
                  </a:lnTo>
                  <a:lnTo>
                    <a:pt x="175933" y="64681"/>
                  </a:lnTo>
                  <a:lnTo>
                    <a:pt x="174205" y="67081"/>
                  </a:lnTo>
                  <a:lnTo>
                    <a:pt x="169227" y="70726"/>
                  </a:lnTo>
                  <a:lnTo>
                    <a:pt x="166052" y="71628"/>
                  </a:lnTo>
                  <a:lnTo>
                    <a:pt x="157060" y="71628"/>
                  </a:lnTo>
                  <a:lnTo>
                    <a:pt x="152996" y="70027"/>
                  </a:lnTo>
                  <a:lnTo>
                    <a:pt x="146989" y="63652"/>
                  </a:lnTo>
                  <a:lnTo>
                    <a:pt x="145300" y="58889"/>
                  </a:lnTo>
                  <a:lnTo>
                    <a:pt x="144919" y="52578"/>
                  </a:lnTo>
                  <a:lnTo>
                    <a:pt x="187921" y="52578"/>
                  </a:lnTo>
                  <a:lnTo>
                    <a:pt x="187921" y="44335"/>
                  </a:lnTo>
                  <a:lnTo>
                    <a:pt x="187921" y="43192"/>
                  </a:lnTo>
                  <a:close/>
                </a:path>
                <a:path w="520064" h="96520">
                  <a:moveTo>
                    <a:pt x="252857" y="60566"/>
                  </a:moveTo>
                  <a:lnTo>
                    <a:pt x="226123" y="45643"/>
                  </a:lnTo>
                  <a:lnTo>
                    <a:pt x="223266" y="44983"/>
                  </a:lnTo>
                  <a:lnTo>
                    <a:pt x="218960" y="43573"/>
                  </a:lnTo>
                  <a:lnTo>
                    <a:pt x="217398" y="42633"/>
                  </a:lnTo>
                  <a:lnTo>
                    <a:pt x="215468" y="40259"/>
                  </a:lnTo>
                  <a:lnTo>
                    <a:pt x="214985" y="38658"/>
                  </a:lnTo>
                  <a:lnTo>
                    <a:pt x="214985" y="34124"/>
                  </a:lnTo>
                  <a:lnTo>
                    <a:pt x="216027" y="32016"/>
                  </a:lnTo>
                  <a:lnTo>
                    <a:pt x="220179" y="28600"/>
                  </a:lnTo>
                  <a:lnTo>
                    <a:pt x="223380" y="27736"/>
                  </a:lnTo>
                  <a:lnTo>
                    <a:pt x="230365" y="27736"/>
                  </a:lnTo>
                  <a:lnTo>
                    <a:pt x="241947" y="38430"/>
                  </a:lnTo>
                  <a:lnTo>
                    <a:pt x="251752" y="37769"/>
                  </a:lnTo>
                  <a:lnTo>
                    <a:pt x="232702" y="18834"/>
                  </a:lnTo>
                  <a:lnTo>
                    <a:pt x="222973" y="18834"/>
                  </a:lnTo>
                  <a:lnTo>
                    <a:pt x="205409" y="33235"/>
                  </a:lnTo>
                  <a:lnTo>
                    <a:pt x="205409" y="39852"/>
                  </a:lnTo>
                  <a:lnTo>
                    <a:pt x="231990" y="55219"/>
                  </a:lnTo>
                  <a:lnTo>
                    <a:pt x="235254" y="55981"/>
                  </a:lnTo>
                  <a:lnTo>
                    <a:pt x="239712" y="57543"/>
                  </a:lnTo>
                  <a:lnTo>
                    <a:pt x="241236" y="58483"/>
                  </a:lnTo>
                  <a:lnTo>
                    <a:pt x="242874" y="60718"/>
                  </a:lnTo>
                  <a:lnTo>
                    <a:pt x="243281" y="62128"/>
                  </a:lnTo>
                  <a:lnTo>
                    <a:pt x="243281" y="66509"/>
                  </a:lnTo>
                  <a:lnTo>
                    <a:pt x="242074" y="68478"/>
                  </a:lnTo>
                  <a:lnTo>
                    <a:pt x="237248" y="70993"/>
                  </a:lnTo>
                  <a:lnTo>
                    <a:pt x="233845" y="71628"/>
                  </a:lnTo>
                  <a:lnTo>
                    <a:pt x="224790" y="71628"/>
                  </a:lnTo>
                  <a:lnTo>
                    <a:pt x="221132" y="70586"/>
                  </a:lnTo>
                  <a:lnTo>
                    <a:pt x="215861" y="66433"/>
                  </a:lnTo>
                  <a:lnTo>
                    <a:pt x="214249" y="63576"/>
                  </a:lnTo>
                  <a:lnTo>
                    <a:pt x="213652" y="59931"/>
                  </a:lnTo>
                  <a:lnTo>
                    <a:pt x="203847" y="60604"/>
                  </a:lnTo>
                  <a:lnTo>
                    <a:pt x="224345" y="80543"/>
                  </a:lnTo>
                  <a:lnTo>
                    <a:pt x="229463" y="80543"/>
                  </a:lnTo>
                  <a:lnTo>
                    <a:pt x="233921" y="80543"/>
                  </a:lnTo>
                  <a:lnTo>
                    <a:pt x="252857" y="67322"/>
                  </a:lnTo>
                  <a:lnTo>
                    <a:pt x="252857" y="60566"/>
                  </a:lnTo>
                  <a:close/>
                </a:path>
                <a:path w="520064" h="96520">
                  <a:moveTo>
                    <a:pt x="319697" y="20167"/>
                  </a:moveTo>
                  <a:lnTo>
                    <a:pt x="296189" y="20167"/>
                  </a:lnTo>
                  <a:lnTo>
                    <a:pt x="296189" y="6350"/>
                  </a:lnTo>
                  <a:lnTo>
                    <a:pt x="286829" y="6350"/>
                  </a:lnTo>
                  <a:lnTo>
                    <a:pt x="286829" y="20167"/>
                  </a:lnTo>
                  <a:lnTo>
                    <a:pt x="267335" y="20167"/>
                  </a:lnTo>
                  <a:lnTo>
                    <a:pt x="267335" y="28409"/>
                  </a:lnTo>
                  <a:lnTo>
                    <a:pt x="286829" y="28409"/>
                  </a:lnTo>
                  <a:lnTo>
                    <a:pt x="286829" y="68440"/>
                  </a:lnTo>
                  <a:lnTo>
                    <a:pt x="288239" y="72517"/>
                  </a:lnTo>
                  <a:lnTo>
                    <a:pt x="293890" y="77863"/>
                  </a:lnTo>
                  <a:lnTo>
                    <a:pt x="298157" y="79209"/>
                  </a:lnTo>
                  <a:lnTo>
                    <a:pt x="319697" y="79209"/>
                  </a:lnTo>
                  <a:lnTo>
                    <a:pt x="319697" y="70967"/>
                  </a:lnTo>
                  <a:lnTo>
                    <a:pt x="301282" y="70967"/>
                  </a:lnTo>
                  <a:lnTo>
                    <a:pt x="299351" y="70307"/>
                  </a:lnTo>
                  <a:lnTo>
                    <a:pt x="296824" y="67716"/>
                  </a:lnTo>
                  <a:lnTo>
                    <a:pt x="296189" y="65684"/>
                  </a:lnTo>
                  <a:lnTo>
                    <a:pt x="296189" y="28409"/>
                  </a:lnTo>
                  <a:lnTo>
                    <a:pt x="319697" y="28409"/>
                  </a:lnTo>
                  <a:lnTo>
                    <a:pt x="319697" y="20167"/>
                  </a:lnTo>
                  <a:close/>
                </a:path>
                <a:path w="520064" h="96520">
                  <a:moveTo>
                    <a:pt x="370154" y="0"/>
                  </a:moveTo>
                  <a:lnTo>
                    <a:pt x="360349" y="0"/>
                  </a:lnTo>
                  <a:lnTo>
                    <a:pt x="360349" y="10922"/>
                  </a:lnTo>
                  <a:lnTo>
                    <a:pt x="370154" y="10922"/>
                  </a:lnTo>
                  <a:lnTo>
                    <a:pt x="370154" y="0"/>
                  </a:lnTo>
                  <a:close/>
                </a:path>
                <a:path w="520064" h="96520">
                  <a:moveTo>
                    <a:pt x="390982" y="70967"/>
                  </a:moveTo>
                  <a:lnTo>
                    <a:pt x="370598" y="70967"/>
                  </a:lnTo>
                  <a:lnTo>
                    <a:pt x="370598" y="28409"/>
                  </a:lnTo>
                  <a:lnTo>
                    <a:pt x="370598" y="23837"/>
                  </a:lnTo>
                  <a:lnTo>
                    <a:pt x="370598" y="20167"/>
                  </a:lnTo>
                  <a:lnTo>
                    <a:pt x="338632" y="20167"/>
                  </a:lnTo>
                  <a:lnTo>
                    <a:pt x="338632" y="28409"/>
                  </a:lnTo>
                  <a:lnTo>
                    <a:pt x="361238" y="28409"/>
                  </a:lnTo>
                  <a:lnTo>
                    <a:pt x="361238" y="70967"/>
                  </a:lnTo>
                  <a:lnTo>
                    <a:pt x="337515" y="70967"/>
                  </a:lnTo>
                  <a:lnTo>
                    <a:pt x="337515" y="79209"/>
                  </a:lnTo>
                  <a:lnTo>
                    <a:pt x="390982" y="79209"/>
                  </a:lnTo>
                  <a:lnTo>
                    <a:pt x="390982" y="70967"/>
                  </a:lnTo>
                  <a:close/>
                </a:path>
                <a:path w="520064" h="96520">
                  <a:moveTo>
                    <a:pt x="455701" y="42849"/>
                  </a:moveTo>
                  <a:lnTo>
                    <a:pt x="446011" y="24472"/>
                  </a:lnTo>
                  <a:lnTo>
                    <a:pt x="446011" y="42849"/>
                  </a:lnTo>
                  <a:lnTo>
                    <a:pt x="446011" y="56515"/>
                  </a:lnTo>
                  <a:lnTo>
                    <a:pt x="444512" y="61887"/>
                  </a:lnTo>
                  <a:lnTo>
                    <a:pt x="438492" y="69684"/>
                  </a:lnTo>
                  <a:lnTo>
                    <a:pt x="434276" y="71628"/>
                  </a:lnTo>
                  <a:lnTo>
                    <a:pt x="423430" y="71628"/>
                  </a:lnTo>
                  <a:lnTo>
                    <a:pt x="419227" y="69684"/>
                  </a:lnTo>
                  <a:lnTo>
                    <a:pt x="413207" y="61887"/>
                  </a:lnTo>
                  <a:lnTo>
                    <a:pt x="411708" y="56515"/>
                  </a:lnTo>
                  <a:lnTo>
                    <a:pt x="411708" y="42849"/>
                  </a:lnTo>
                  <a:lnTo>
                    <a:pt x="413080" y="37909"/>
                  </a:lnTo>
                  <a:lnTo>
                    <a:pt x="413207" y="37490"/>
                  </a:lnTo>
                  <a:lnTo>
                    <a:pt x="419227" y="29692"/>
                  </a:lnTo>
                  <a:lnTo>
                    <a:pt x="423430" y="27736"/>
                  </a:lnTo>
                  <a:lnTo>
                    <a:pt x="434276" y="27736"/>
                  </a:lnTo>
                  <a:lnTo>
                    <a:pt x="438492" y="29692"/>
                  </a:lnTo>
                  <a:lnTo>
                    <a:pt x="444512" y="37490"/>
                  </a:lnTo>
                  <a:lnTo>
                    <a:pt x="446011" y="42849"/>
                  </a:lnTo>
                  <a:lnTo>
                    <a:pt x="446011" y="24472"/>
                  </a:lnTo>
                  <a:lnTo>
                    <a:pt x="439013" y="20091"/>
                  </a:lnTo>
                  <a:lnTo>
                    <a:pt x="434276" y="18834"/>
                  </a:lnTo>
                  <a:lnTo>
                    <a:pt x="423430" y="18834"/>
                  </a:lnTo>
                  <a:lnTo>
                    <a:pt x="402005" y="42849"/>
                  </a:lnTo>
                  <a:lnTo>
                    <a:pt x="402018" y="56515"/>
                  </a:lnTo>
                  <a:lnTo>
                    <a:pt x="423430" y="80543"/>
                  </a:lnTo>
                  <a:lnTo>
                    <a:pt x="434276" y="80543"/>
                  </a:lnTo>
                  <a:lnTo>
                    <a:pt x="439013" y="79273"/>
                  </a:lnTo>
                  <a:lnTo>
                    <a:pt x="447103" y="74231"/>
                  </a:lnTo>
                  <a:lnTo>
                    <a:pt x="449376" y="71628"/>
                  </a:lnTo>
                  <a:lnTo>
                    <a:pt x="450240" y="70650"/>
                  </a:lnTo>
                  <a:lnTo>
                    <a:pt x="454698" y="61366"/>
                  </a:lnTo>
                  <a:lnTo>
                    <a:pt x="455688" y="56515"/>
                  </a:lnTo>
                  <a:lnTo>
                    <a:pt x="455701" y="42849"/>
                  </a:lnTo>
                  <a:close/>
                </a:path>
                <a:path w="520064" h="96520">
                  <a:moveTo>
                    <a:pt x="519747" y="37058"/>
                  </a:moveTo>
                  <a:lnTo>
                    <a:pt x="503783" y="18834"/>
                  </a:lnTo>
                  <a:lnTo>
                    <a:pt x="496214" y="18834"/>
                  </a:lnTo>
                  <a:lnTo>
                    <a:pt x="480428" y="30162"/>
                  </a:lnTo>
                  <a:lnTo>
                    <a:pt x="480428" y="30327"/>
                  </a:lnTo>
                  <a:lnTo>
                    <a:pt x="480174" y="30708"/>
                  </a:lnTo>
                  <a:lnTo>
                    <a:pt x="480212" y="20167"/>
                  </a:lnTo>
                  <a:lnTo>
                    <a:pt x="471627" y="20167"/>
                  </a:lnTo>
                  <a:lnTo>
                    <a:pt x="471627" y="79209"/>
                  </a:lnTo>
                  <a:lnTo>
                    <a:pt x="480987" y="79209"/>
                  </a:lnTo>
                  <a:lnTo>
                    <a:pt x="480987" y="40259"/>
                  </a:lnTo>
                  <a:lnTo>
                    <a:pt x="481711" y="37185"/>
                  </a:lnTo>
                  <a:lnTo>
                    <a:pt x="482866" y="35204"/>
                  </a:lnTo>
                  <a:lnTo>
                    <a:pt x="484606" y="32219"/>
                  </a:lnTo>
                  <a:lnTo>
                    <a:pt x="486562" y="30327"/>
                  </a:lnTo>
                  <a:lnTo>
                    <a:pt x="491248" y="27838"/>
                  </a:lnTo>
                  <a:lnTo>
                    <a:pt x="490982" y="27838"/>
                  </a:lnTo>
                  <a:lnTo>
                    <a:pt x="494207" y="27076"/>
                  </a:lnTo>
                  <a:lnTo>
                    <a:pt x="501700" y="27076"/>
                  </a:lnTo>
                  <a:lnTo>
                    <a:pt x="505015" y="28498"/>
                  </a:lnTo>
                  <a:lnTo>
                    <a:pt x="509320" y="34226"/>
                  </a:lnTo>
                  <a:lnTo>
                    <a:pt x="510400" y="38404"/>
                  </a:lnTo>
                  <a:lnTo>
                    <a:pt x="510400" y="79209"/>
                  </a:lnTo>
                  <a:lnTo>
                    <a:pt x="519747" y="79209"/>
                  </a:lnTo>
                  <a:lnTo>
                    <a:pt x="519747" y="370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14344" y="5142472"/>
              <a:ext cx="584463" cy="8042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381682" y="5142360"/>
              <a:ext cx="452912" cy="97243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917358" y="5148710"/>
              <a:ext cx="385075" cy="89557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384958" y="5161185"/>
              <a:ext cx="249863" cy="78418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654871" y="5142472"/>
              <a:ext cx="114286" cy="80424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792549" y="5148710"/>
              <a:ext cx="311892" cy="74185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3124492" y="5142472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89" h="79375">
                  <a:moveTo>
                    <a:pt x="9357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7" y="79086"/>
                  </a:lnTo>
                  <a:lnTo>
                    <a:pt x="9471" y="38058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7" y="33083"/>
                  </a:lnTo>
                  <a:lnTo>
                    <a:pt x="8243" y="32859"/>
                  </a:lnTo>
                  <a:lnTo>
                    <a:pt x="8985" y="29592"/>
                  </a:lnTo>
                  <a:lnTo>
                    <a:pt x="9357" y="28804"/>
                  </a:lnTo>
                  <a:lnTo>
                    <a:pt x="9357" y="0"/>
                  </a:lnTo>
                  <a:close/>
                </a:path>
                <a:path w="46989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4" y="79086"/>
                  </a:lnTo>
                  <a:lnTo>
                    <a:pt x="46784" y="36722"/>
                  </a:lnTo>
                  <a:lnTo>
                    <a:pt x="46070" y="33083"/>
                  </a:lnTo>
                  <a:lnTo>
                    <a:pt x="46027" y="32859"/>
                  </a:lnTo>
                  <a:lnTo>
                    <a:pt x="43371" y="26957"/>
                  </a:lnTo>
                  <a:close/>
                </a:path>
                <a:path w="46989" h="79375">
                  <a:moveTo>
                    <a:pt x="9357" y="28804"/>
                  </a:moveTo>
                  <a:lnTo>
                    <a:pt x="8985" y="29592"/>
                  </a:lnTo>
                  <a:lnTo>
                    <a:pt x="8243" y="32859"/>
                  </a:lnTo>
                  <a:lnTo>
                    <a:pt x="9357" y="33083"/>
                  </a:lnTo>
                  <a:lnTo>
                    <a:pt x="9357" y="28804"/>
                  </a:lnTo>
                  <a:close/>
                </a:path>
                <a:path w="46989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29" y="26957"/>
                  </a:lnTo>
                  <a:lnTo>
                    <a:pt x="9357" y="28804"/>
                  </a:lnTo>
                  <a:lnTo>
                    <a:pt x="9357" y="33083"/>
                  </a:lnTo>
                  <a:lnTo>
                    <a:pt x="11885" y="33083"/>
                  </a:lnTo>
                  <a:lnTo>
                    <a:pt x="16504" y="28404"/>
                  </a:lnTo>
                  <a:lnTo>
                    <a:pt x="20309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50" y="23448"/>
                  </a:lnTo>
                  <a:lnTo>
                    <a:pt x="34884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252590" y="5142360"/>
              <a:ext cx="190466" cy="80535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522154" y="5140690"/>
              <a:ext cx="251741" cy="8265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854542" y="5142472"/>
              <a:ext cx="184462" cy="80424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118760" y="5140690"/>
              <a:ext cx="326372" cy="82651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4476545" y="5207970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3" name="object 133"/>
          <p:cNvGrpSpPr/>
          <p:nvPr/>
        </p:nvGrpSpPr>
        <p:grpSpPr>
          <a:xfrm>
            <a:off x="5300814" y="2506314"/>
            <a:ext cx="211454" cy="83185"/>
            <a:chOff x="5300814" y="2506314"/>
            <a:chExt cx="211454" cy="83185"/>
          </a:xfrm>
        </p:grpSpPr>
        <p:sp>
          <p:nvSpPr>
            <p:cNvPr id="134" name="object 134"/>
            <p:cNvSpPr/>
            <p:nvPr/>
          </p:nvSpPr>
          <p:spPr>
            <a:xfrm>
              <a:off x="5300814" y="2508096"/>
              <a:ext cx="53340" cy="79375"/>
            </a:xfrm>
            <a:custGeom>
              <a:avLst/>
              <a:gdLst/>
              <a:ahLst/>
              <a:cxnLst/>
              <a:rect l="l" t="t" r="r" b="b"/>
              <a:pathLst>
                <a:path w="53339" h="79375">
                  <a:moveTo>
                    <a:pt x="33505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13766" y="79087"/>
                  </a:lnTo>
                  <a:lnTo>
                    <a:pt x="13766" y="49322"/>
                  </a:lnTo>
                  <a:lnTo>
                    <a:pt x="49789" y="49322"/>
                  </a:lnTo>
                  <a:lnTo>
                    <a:pt x="49207" y="48002"/>
                  </a:lnTo>
                  <a:lnTo>
                    <a:pt x="43597" y="43442"/>
                  </a:lnTo>
                  <a:lnTo>
                    <a:pt x="34085" y="43442"/>
                  </a:lnTo>
                  <a:lnTo>
                    <a:pt x="33746" y="42359"/>
                  </a:lnTo>
                  <a:lnTo>
                    <a:pt x="33639" y="42016"/>
                  </a:lnTo>
                  <a:lnTo>
                    <a:pt x="40649" y="42016"/>
                  </a:lnTo>
                  <a:lnTo>
                    <a:pt x="45802" y="38942"/>
                  </a:lnTo>
                  <a:lnTo>
                    <a:pt x="48016" y="36673"/>
                  </a:lnTo>
                  <a:lnTo>
                    <a:pt x="13766" y="36673"/>
                  </a:lnTo>
                  <a:lnTo>
                    <a:pt x="13766" y="12655"/>
                  </a:lnTo>
                  <a:lnTo>
                    <a:pt x="50622" y="12655"/>
                  </a:lnTo>
                  <a:lnTo>
                    <a:pt x="49767" y="10601"/>
                  </a:lnTo>
                  <a:lnTo>
                    <a:pt x="40144" y="2120"/>
                  </a:lnTo>
                  <a:lnTo>
                    <a:pt x="33505" y="0"/>
                  </a:lnTo>
                  <a:close/>
                </a:path>
                <a:path w="53339" h="79375">
                  <a:moveTo>
                    <a:pt x="49789" y="49322"/>
                  </a:moveTo>
                  <a:lnTo>
                    <a:pt x="28023" y="49322"/>
                  </a:lnTo>
                  <a:lnTo>
                    <a:pt x="30426" y="49631"/>
                  </a:lnTo>
                  <a:lnTo>
                    <a:pt x="33977" y="50864"/>
                  </a:lnTo>
                  <a:lnTo>
                    <a:pt x="35292" y="51949"/>
                  </a:lnTo>
                  <a:lnTo>
                    <a:pt x="36998" y="55053"/>
                  </a:lnTo>
                  <a:lnTo>
                    <a:pt x="37536" y="57232"/>
                  </a:lnTo>
                  <a:lnTo>
                    <a:pt x="39340" y="79087"/>
                  </a:lnTo>
                  <a:lnTo>
                    <a:pt x="53199" y="79087"/>
                  </a:lnTo>
                  <a:lnTo>
                    <a:pt x="50858" y="51949"/>
                  </a:lnTo>
                  <a:lnTo>
                    <a:pt x="50836" y="51700"/>
                  </a:lnTo>
                  <a:lnTo>
                    <a:pt x="49789" y="49322"/>
                  </a:lnTo>
                  <a:close/>
                </a:path>
                <a:path w="53339" h="79375">
                  <a:moveTo>
                    <a:pt x="33639" y="42016"/>
                  </a:moveTo>
                  <a:lnTo>
                    <a:pt x="34006" y="43190"/>
                  </a:lnTo>
                  <a:lnTo>
                    <a:pt x="34085" y="43442"/>
                  </a:lnTo>
                  <a:lnTo>
                    <a:pt x="37292" y="43190"/>
                  </a:lnTo>
                  <a:lnTo>
                    <a:pt x="39897" y="42359"/>
                  </a:lnTo>
                  <a:lnTo>
                    <a:pt x="44615" y="42359"/>
                  </a:lnTo>
                  <a:lnTo>
                    <a:pt x="33639" y="42016"/>
                  </a:lnTo>
                  <a:close/>
                </a:path>
                <a:path w="53339" h="79375">
                  <a:moveTo>
                    <a:pt x="39897" y="42359"/>
                  </a:moveTo>
                  <a:lnTo>
                    <a:pt x="37292" y="43190"/>
                  </a:lnTo>
                  <a:lnTo>
                    <a:pt x="34085" y="43442"/>
                  </a:lnTo>
                  <a:lnTo>
                    <a:pt x="43631" y="43442"/>
                  </a:lnTo>
                  <a:lnTo>
                    <a:pt x="39897" y="42359"/>
                  </a:lnTo>
                  <a:close/>
                </a:path>
                <a:path w="53339" h="79375">
                  <a:moveTo>
                    <a:pt x="40649" y="42016"/>
                  </a:moveTo>
                  <a:lnTo>
                    <a:pt x="33639" y="42016"/>
                  </a:lnTo>
                  <a:lnTo>
                    <a:pt x="44615" y="42359"/>
                  </a:lnTo>
                  <a:lnTo>
                    <a:pt x="40074" y="42359"/>
                  </a:lnTo>
                  <a:lnTo>
                    <a:pt x="40649" y="42016"/>
                  </a:lnTo>
                  <a:close/>
                </a:path>
                <a:path w="53339" h="79375">
                  <a:moveTo>
                    <a:pt x="50622" y="12655"/>
                  </a:moveTo>
                  <a:lnTo>
                    <a:pt x="28990" y="12655"/>
                  </a:lnTo>
                  <a:lnTo>
                    <a:pt x="32279" y="13688"/>
                  </a:lnTo>
                  <a:lnTo>
                    <a:pt x="36824" y="17815"/>
                  </a:lnTo>
                  <a:lnTo>
                    <a:pt x="37961" y="20778"/>
                  </a:lnTo>
                  <a:lnTo>
                    <a:pt x="37961" y="28456"/>
                  </a:lnTo>
                  <a:lnTo>
                    <a:pt x="36824" y="31415"/>
                  </a:lnTo>
                  <a:lnTo>
                    <a:pt x="32279" y="35619"/>
                  </a:lnTo>
                  <a:lnTo>
                    <a:pt x="28978" y="36673"/>
                  </a:lnTo>
                  <a:lnTo>
                    <a:pt x="48016" y="36673"/>
                  </a:lnTo>
                  <a:lnTo>
                    <a:pt x="51342" y="30896"/>
                  </a:lnTo>
                  <a:lnTo>
                    <a:pt x="52174" y="27536"/>
                  </a:lnTo>
                  <a:lnTo>
                    <a:pt x="52174" y="16381"/>
                  </a:lnTo>
                  <a:lnTo>
                    <a:pt x="50622" y="1265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373974" y="2506314"/>
              <a:ext cx="137831" cy="82651"/>
            </a:xfrm>
            <a:prstGeom prst="rect">
              <a:avLst/>
            </a:prstGeom>
          </p:spPr>
        </p:pic>
      </p:grpSp>
      <p:sp>
        <p:nvSpPr>
          <p:cNvPr id="136" name="object 136"/>
          <p:cNvSpPr/>
          <p:nvPr/>
        </p:nvSpPr>
        <p:spPr>
          <a:xfrm>
            <a:off x="5614657" y="2508097"/>
            <a:ext cx="596265" cy="79375"/>
          </a:xfrm>
          <a:custGeom>
            <a:avLst/>
            <a:gdLst/>
            <a:ahLst/>
            <a:cxnLst/>
            <a:rect l="l" t="t" r="r" b="b"/>
            <a:pathLst>
              <a:path w="596264" h="79375">
                <a:moveTo>
                  <a:pt x="52578" y="19939"/>
                </a:moveTo>
                <a:lnTo>
                  <a:pt x="38366" y="2565"/>
                </a:lnTo>
                <a:lnTo>
                  <a:pt x="38366" y="20967"/>
                </a:lnTo>
                <a:lnTo>
                  <a:pt x="38366" y="29006"/>
                </a:lnTo>
                <a:lnTo>
                  <a:pt x="37147" y="32042"/>
                </a:lnTo>
                <a:lnTo>
                  <a:pt x="32308" y="36245"/>
                </a:lnTo>
                <a:lnTo>
                  <a:pt x="28587" y="37299"/>
                </a:lnTo>
                <a:lnTo>
                  <a:pt x="13766" y="37299"/>
                </a:lnTo>
                <a:lnTo>
                  <a:pt x="13766" y="12661"/>
                </a:lnTo>
                <a:lnTo>
                  <a:pt x="28587" y="12661"/>
                </a:lnTo>
                <a:lnTo>
                  <a:pt x="32308" y="13703"/>
                </a:lnTo>
                <a:lnTo>
                  <a:pt x="37147" y="17894"/>
                </a:lnTo>
                <a:lnTo>
                  <a:pt x="38366" y="20967"/>
                </a:lnTo>
                <a:lnTo>
                  <a:pt x="38366" y="2565"/>
                </a:lnTo>
                <a:lnTo>
                  <a:pt x="35306" y="1041"/>
                </a:lnTo>
                <a:lnTo>
                  <a:pt x="30505" y="0"/>
                </a:lnTo>
                <a:lnTo>
                  <a:pt x="0" y="0"/>
                </a:lnTo>
                <a:lnTo>
                  <a:pt x="0" y="79095"/>
                </a:lnTo>
                <a:lnTo>
                  <a:pt x="13766" y="79095"/>
                </a:lnTo>
                <a:lnTo>
                  <a:pt x="13766" y="49949"/>
                </a:lnTo>
                <a:lnTo>
                  <a:pt x="30505" y="49949"/>
                </a:lnTo>
                <a:lnTo>
                  <a:pt x="35306" y="48933"/>
                </a:lnTo>
                <a:lnTo>
                  <a:pt x="43599" y="44831"/>
                </a:lnTo>
                <a:lnTo>
                  <a:pt x="46824" y="41948"/>
                </a:lnTo>
                <a:lnTo>
                  <a:pt x="49695" y="37299"/>
                </a:lnTo>
                <a:lnTo>
                  <a:pt x="51422" y="34505"/>
                </a:lnTo>
                <a:lnTo>
                  <a:pt x="52578" y="30099"/>
                </a:lnTo>
                <a:lnTo>
                  <a:pt x="52578" y="19939"/>
                </a:lnTo>
                <a:close/>
              </a:path>
              <a:path w="596264" h="79375">
                <a:moveTo>
                  <a:pt x="127203" y="0"/>
                </a:moveTo>
                <a:lnTo>
                  <a:pt x="77304" y="0"/>
                </a:lnTo>
                <a:lnTo>
                  <a:pt x="77304" y="12661"/>
                </a:lnTo>
                <a:lnTo>
                  <a:pt x="95377" y="12661"/>
                </a:lnTo>
                <a:lnTo>
                  <a:pt x="95377" y="66433"/>
                </a:lnTo>
                <a:lnTo>
                  <a:pt x="77304" y="66433"/>
                </a:lnTo>
                <a:lnTo>
                  <a:pt x="77304" y="79095"/>
                </a:lnTo>
                <a:lnTo>
                  <a:pt x="127203" y="79095"/>
                </a:lnTo>
                <a:lnTo>
                  <a:pt x="127203" y="66433"/>
                </a:lnTo>
                <a:lnTo>
                  <a:pt x="109143" y="66433"/>
                </a:lnTo>
                <a:lnTo>
                  <a:pt x="109143" y="12661"/>
                </a:lnTo>
                <a:lnTo>
                  <a:pt x="127203" y="12661"/>
                </a:lnTo>
                <a:lnTo>
                  <a:pt x="127203" y="0"/>
                </a:lnTo>
                <a:close/>
              </a:path>
              <a:path w="596264" h="79375">
                <a:moveTo>
                  <a:pt x="208521" y="19939"/>
                </a:moveTo>
                <a:lnTo>
                  <a:pt x="194310" y="2565"/>
                </a:lnTo>
                <a:lnTo>
                  <a:pt x="194310" y="20967"/>
                </a:lnTo>
                <a:lnTo>
                  <a:pt x="194310" y="29006"/>
                </a:lnTo>
                <a:lnTo>
                  <a:pt x="193090" y="32042"/>
                </a:lnTo>
                <a:lnTo>
                  <a:pt x="188252" y="36245"/>
                </a:lnTo>
                <a:lnTo>
                  <a:pt x="184531" y="37299"/>
                </a:lnTo>
                <a:lnTo>
                  <a:pt x="169710" y="37299"/>
                </a:lnTo>
                <a:lnTo>
                  <a:pt x="169710" y="12661"/>
                </a:lnTo>
                <a:lnTo>
                  <a:pt x="184531" y="12661"/>
                </a:lnTo>
                <a:lnTo>
                  <a:pt x="188252" y="13703"/>
                </a:lnTo>
                <a:lnTo>
                  <a:pt x="193090" y="17894"/>
                </a:lnTo>
                <a:lnTo>
                  <a:pt x="194310" y="20967"/>
                </a:lnTo>
                <a:lnTo>
                  <a:pt x="194310" y="2565"/>
                </a:lnTo>
                <a:lnTo>
                  <a:pt x="191249" y="1041"/>
                </a:lnTo>
                <a:lnTo>
                  <a:pt x="186448" y="0"/>
                </a:lnTo>
                <a:lnTo>
                  <a:pt x="155943" y="0"/>
                </a:lnTo>
                <a:lnTo>
                  <a:pt x="155943" y="79095"/>
                </a:lnTo>
                <a:lnTo>
                  <a:pt x="169710" y="79095"/>
                </a:lnTo>
                <a:lnTo>
                  <a:pt x="169710" y="49949"/>
                </a:lnTo>
                <a:lnTo>
                  <a:pt x="186448" y="49949"/>
                </a:lnTo>
                <a:lnTo>
                  <a:pt x="191249" y="48933"/>
                </a:lnTo>
                <a:lnTo>
                  <a:pt x="199542" y="44831"/>
                </a:lnTo>
                <a:lnTo>
                  <a:pt x="202768" y="41948"/>
                </a:lnTo>
                <a:lnTo>
                  <a:pt x="205638" y="37299"/>
                </a:lnTo>
                <a:lnTo>
                  <a:pt x="207365" y="34505"/>
                </a:lnTo>
                <a:lnTo>
                  <a:pt x="208521" y="30099"/>
                </a:lnTo>
                <a:lnTo>
                  <a:pt x="208521" y="19939"/>
                </a:lnTo>
                <a:close/>
              </a:path>
              <a:path w="596264" h="79375">
                <a:moveTo>
                  <a:pt x="284264" y="66433"/>
                </a:moveTo>
                <a:lnTo>
                  <a:pt x="248132" y="66433"/>
                </a:lnTo>
                <a:lnTo>
                  <a:pt x="248132" y="45605"/>
                </a:lnTo>
                <a:lnTo>
                  <a:pt x="282041" y="45605"/>
                </a:lnTo>
                <a:lnTo>
                  <a:pt x="282041" y="33261"/>
                </a:lnTo>
                <a:lnTo>
                  <a:pt x="248132" y="33261"/>
                </a:lnTo>
                <a:lnTo>
                  <a:pt x="248132" y="12661"/>
                </a:lnTo>
                <a:lnTo>
                  <a:pt x="283375" y="12661"/>
                </a:lnTo>
                <a:lnTo>
                  <a:pt x="283375" y="0"/>
                </a:lnTo>
                <a:lnTo>
                  <a:pt x="234365" y="0"/>
                </a:lnTo>
                <a:lnTo>
                  <a:pt x="234365" y="79095"/>
                </a:lnTo>
                <a:lnTo>
                  <a:pt x="284264" y="79095"/>
                </a:lnTo>
                <a:lnTo>
                  <a:pt x="284264" y="66433"/>
                </a:lnTo>
                <a:close/>
              </a:path>
              <a:path w="596264" h="79375">
                <a:moveTo>
                  <a:pt x="363347" y="66433"/>
                </a:moveTo>
                <a:lnTo>
                  <a:pt x="327215" y="66433"/>
                </a:lnTo>
                <a:lnTo>
                  <a:pt x="327215" y="0"/>
                </a:lnTo>
                <a:lnTo>
                  <a:pt x="313448" y="0"/>
                </a:lnTo>
                <a:lnTo>
                  <a:pt x="313448" y="79095"/>
                </a:lnTo>
                <a:lnTo>
                  <a:pt x="363347" y="79095"/>
                </a:lnTo>
                <a:lnTo>
                  <a:pt x="363347" y="74587"/>
                </a:lnTo>
                <a:lnTo>
                  <a:pt x="363347" y="66433"/>
                </a:lnTo>
                <a:close/>
              </a:path>
              <a:path w="596264" h="79375">
                <a:moveTo>
                  <a:pt x="439089" y="0"/>
                </a:moveTo>
                <a:lnTo>
                  <a:pt x="389191" y="0"/>
                </a:lnTo>
                <a:lnTo>
                  <a:pt x="389191" y="12661"/>
                </a:lnTo>
                <a:lnTo>
                  <a:pt x="407263" y="12661"/>
                </a:lnTo>
                <a:lnTo>
                  <a:pt x="407263" y="66433"/>
                </a:lnTo>
                <a:lnTo>
                  <a:pt x="389191" y="66433"/>
                </a:lnTo>
                <a:lnTo>
                  <a:pt x="389191" y="79095"/>
                </a:lnTo>
                <a:lnTo>
                  <a:pt x="439089" y="79095"/>
                </a:lnTo>
                <a:lnTo>
                  <a:pt x="439089" y="66433"/>
                </a:lnTo>
                <a:lnTo>
                  <a:pt x="421030" y="66433"/>
                </a:lnTo>
                <a:lnTo>
                  <a:pt x="421030" y="12661"/>
                </a:lnTo>
                <a:lnTo>
                  <a:pt x="439089" y="12661"/>
                </a:lnTo>
                <a:lnTo>
                  <a:pt x="439089" y="0"/>
                </a:lnTo>
                <a:close/>
              </a:path>
              <a:path w="596264" h="79375">
                <a:moveTo>
                  <a:pt x="518185" y="0"/>
                </a:moveTo>
                <a:lnTo>
                  <a:pt x="504863" y="0"/>
                </a:lnTo>
                <a:lnTo>
                  <a:pt x="504863" y="56769"/>
                </a:lnTo>
                <a:lnTo>
                  <a:pt x="487845" y="16471"/>
                </a:lnTo>
                <a:lnTo>
                  <a:pt x="480885" y="0"/>
                </a:lnTo>
                <a:lnTo>
                  <a:pt x="466051" y="0"/>
                </a:lnTo>
                <a:lnTo>
                  <a:pt x="466051" y="79095"/>
                </a:lnTo>
                <a:lnTo>
                  <a:pt x="479374" y="79095"/>
                </a:lnTo>
                <a:lnTo>
                  <a:pt x="479374" y="22339"/>
                </a:lnTo>
                <a:lnTo>
                  <a:pt x="503339" y="79095"/>
                </a:lnTo>
                <a:lnTo>
                  <a:pt x="518185" y="79095"/>
                </a:lnTo>
                <a:lnTo>
                  <a:pt x="518185" y="62560"/>
                </a:lnTo>
                <a:lnTo>
                  <a:pt x="518185" y="0"/>
                </a:lnTo>
                <a:close/>
              </a:path>
              <a:path w="596264" h="79375">
                <a:moveTo>
                  <a:pt x="596150" y="66433"/>
                </a:moveTo>
                <a:lnTo>
                  <a:pt x="560019" y="66433"/>
                </a:lnTo>
                <a:lnTo>
                  <a:pt x="560019" y="45605"/>
                </a:lnTo>
                <a:lnTo>
                  <a:pt x="593928" y="45605"/>
                </a:lnTo>
                <a:lnTo>
                  <a:pt x="593928" y="33261"/>
                </a:lnTo>
                <a:lnTo>
                  <a:pt x="560019" y="33261"/>
                </a:lnTo>
                <a:lnTo>
                  <a:pt x="560019" y="12661"/>
                </a:lnTo>
                <a:lnTo>
                  <a:pt x="595261" y="12661"/>
                </a:lnTo>
                <a:lnTo>
                  <a:pt x="595261" y="0"/>
                </a:lnTo>
                <a:lnTo>
                  <a:pt x="546252" y="0"/>
                </a:lnTo>
                <a:lnTo>
                  <a:pt x="546252" y="79095"/>
                </a:lnTo>
                <a:lnTo>
                  <a:pt x="596150" y="79095"/>
                </a:lnTo>
                <a:lnTo>
                  <a:pt x="596150" y="6643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7" name="object 137"/>
          <p:cNvGrpSpPr/>
          <p:nvPr/>
        </p:nvGrpSpPr>
        <p:grpSpPr>
          <a:xfrm>
            <a:off x="6317970" y="2506314"/>
            <a:ext cx="287655" cy="83185"/>
            <a:chOff x="6317970" y="2506314"/>
            <a:chExt cx="287655" cy="83185"/>
          </a:xfrm>
        </p:grpSpPr>
        <p:sp>
          <p:nvSpPr>
            <p:cNvPr id="138" name="object 138"/>
            <p:cNvSpPr/>
            <p:nvPr/>
          </p:nvSpPr>
          <p:spPr>
            <a:xfrm>
              <a:off x="6317970" y="2508097"/>
              <a:ext cx="128270" cy="79375"/>
            </a:xfrm>
            <a:custGeom>
              <a:avLst/>
              <a:gdLst/>
              <a:ahLst/>
              <a:cxnLst/>
              <a:rect l="l" t="t" r="r" b="b"/>
              <a:pathLst>
                <a:path w="128270" h="79375">
                  <a:moveTo>
                    <a:pt x="49898" y="0"/>
                  </a:moveTo>
                  <a:lnTo>
                    <a:pt x="0" y="0"/>
                  </a:lnTo>
                  <a:lnTo>
                    <a:pt x="0" y="79095"/>
                  </a:lnTo>
                  <a:lnTo>
                    <a:pt x="13766" y="79095"/>
                  </a:lnTo>
                  <a:lnTo>
                    <a:pt x="13766" y="46570"/>
                  </a:lnTo>
                  <a:lnTo>
                    <a:pt x="47891" y="46570"/>
                  </a:lnTo>
                  <a:lnTo>
                    <a:pt x="47891" y="34226"/>
                  </a:lnTo>
                  <a:lnTo>
                    <a:pt x="13766" y="34226"/>
                  </a:lnTo>
                  <a:lnTo>
                    <a:pt x="13766" y="12522"/>
                  </a:lnTo>
                  <a:lnTo>
                    <a:pt x="49898" y="12522"/>
                  </a:lnTo>
                  <a:lnTo>
                    <a:pt x="49898" y="6705"/>
                  </a:lnTo>
                  <a:lnTo>
                    <a:pt x="49898" y="0"/>
                  </a:lnTo>
                  <a:close/>
                </a:path>
                <a:path w="128270" h="79375">
                  <a:moveTo>
                    <a:pt x="127863" y="66433"/>
                  </a:moveTo>
                  <a:lnTo>
                    <a:pt x="91732" y="66433"/>
                  </a:lnTo>
                  <a:lnTo>
                    <a:pt x="91732" y="0"/>
                  </a:lnTo>
                  <a:lnTo>
                    <a:pt x="77965" y="0"/>
                  </a:lnTo>
                  <a:lnTo>
                    <a:pt x="77965" y="79095"/>
                  </a:lnTo>
                  <a:lnTo>
                    <a:pt x="127863" y="79095"/>
                  </a:lnTo>
                  <a:lnTo>
                    <a:pt x="127863" y="74587"/>
                  </a:lnTo>
                  <a:lnTo>
                    <a:pt x="127863" y="6643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467008" y="2506314"/>
              <a:ext cx="138122" cy="82651"/>
            </a:xfrm>
            <a:prstGeom prst="rect">
              <a:avLst/>
            </a:prstGeom>
          </p:spPr>
        </p:pic>
      </p:grpSp>
      <p:pic>
        <p:nvPicPr>
          <p:cNvPr id="140" name="object 140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5291029" y="2731993"/>
            <a:ext cx="1425793" cy="350878"/>
          </a:xfrm>
          <a:prstGeom prst="rect">
            <a:avLst/>
          </a:prstGeom>
        </p:spPr>
      </p:pic>
      <p:sp>
        <p:nvSpPr>
          <p:cNvPr id="141" name="object 141"/>
          <p:cNvSpPr txBox="1"/>
          <p:nvPr/>
        </p:nvSpPr>
        <p:spPr>
          <a:xfrm>
            <a:off x="6773569" y="2797266"/>
            <a:ext cx="11303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52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150">
              <a:latin typeface="HGGothicE"/>
              <a:cs typeface="HGGothicE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6299110" y="2731993"/>
            <a:ext cx="2433955" cy="813435"/>
            <a:chOff x="6299110" y="2731993"/>
            <a:chExt cx="2433955" cy="813435"/>
          </a:xfrm>
        </p:grpSpPr>
        <p:sp>
          <p:nvSpPr>
            <p:cNvPr id="143" name="object 143"/>
            <p:cNvSpPr/>
            <p:nvPr/>
          </p:nvSpPr>
          <p:spPr>
            <a:xfrm>
              <a:off x="6945171" y="2737559"/>
              <a:ext cx="935990" cy="340360"/>
            </a:xfrm>
            <a:custGeom>
              <a:avLst/>
              <a:gdLst/>
              <a:ahLst/>
              <a:cxnLst/>
              <a:rect l="l" t="t" r="r" b="b"/>
              <a:pathLst>
                <a:path w="935990" h="340360">
                  <a:moveTo>
                    <a:pt x="911523" y="0"/>
                  </a:moveTo>
                  <a:lnTo>
                    <a:pt x="24155" y="0"/>
                  </a:lnTo>
                  <a:lnTo>
                    <a:pt x="20603" y="707"/>
                  </a:lnTo>
                  <a:lnTo>
                    <a:pt x="0" y="24154"/>
                  </a:lnTo>
                  <a:lnTo>
                    <a:pt x="1" y="311892"/>
                  </a:lnTo>
                  <a:lnTo>
                    <a:pt x="0" y="315584"/>
                  </a:lnTo>
                  <a:lnTo>
                    <a:pt x="24155" y="339738"/>
                  </a:lnTo>
                  <a:lnTo>
                    <a:pt x="911523" y="339738"/>
                  </a:lnTo>
                  <a:lnTo>
                    <a:pt x="935677" y="315584"/>
                  </a:lnTo>
                  <a:lnTo>
                    <a:pt x="935677" y="24154"/>
                  </a:lnTo>
                  <a:lnTo>
                    <a:pt x="915074" y="707"/>
                  </a:lnTo>
                  <a:lnTo>
                    <a:pt x="911523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945172" y="2737562"/>
              <a:ext cx="935990" cy="340360"/>
            </a:xfrm>
            <a:custGeom>
              <a:avLst/>
              <a:gdLst/>
              <a:ahLst/>
              <a:cxnLst/>
              <a:rect l="l" t="t" r="r" b="b"/>
              <a:pathLst>
                <a:path w="935990" h="340360">
                  <a:moveTo>
                    <a:pt x="0" y="311892"/>
                  </a:moveTo>
                  <a:lnTo>
                    <a:pt x="0" y="27847"/>
                  </a:lnTo>
                  <a:lnTo>
                    <a:pt x="0" y="24154"/>
                  </a:lnTo>
                  <a:lnTo>
                    <a:pt x="707" y="20601"/>
                  </a:lnTo>
                  <a:lnTo>
                    <a:pt x="24154" y="0"/>
                  </a:lnTo>
                  <a:lnTo>
                    <a:pt x="27847" y="0"/>
                  </a:lnTo>
                  <a:lnTo>
                    <a:pt x="907829" y="0"/>
                  </a:lnTo>
                  <a:lnTo>
                    <a:pt x="911521" y="0"/>
                  </a:lnTo>
                  <a:lnTo>
                    <a:pt x="915075" y="707"/>
                  </a:lnTo>
                  <a:lnTo>
                    <a:pt x="933554" y="17187"/>
                  </a:lnTo>
                  <a:lnTo>
                    <a:pt x="934969" y="20601"/>
                  </a:lnTo>
                  <a:lnTo>
                    <a:pt x="935676" y="24154"/>
                  </a:lnTo>
                  <a:lnTo>
                    <a:pt x="935676" y="27847"/>
                  </a:lnTo>
                  <a:lnTo>
                    <a:pt x="935676" y="311892"/>
                  </a:lnTo>
                  <a:lnTo>
                    <a:pt x="935676" y="315584"/>
                  </a:lnTo>
                  <a:lnTo>
                    <a:pt x="934969" y="319138"/>
                  </a:lnTo>
                  <a:lnTo>
                    <a:pt x="933554" y="322546"/>
                  </a:lnTo>
                  <a:lnTo>
                    <a:pt x="932145" y="325960"/>
                  </a:lnTo>
                  <a:lnTo>
                    <a:pt x="918483" y="337617"/>
                  </a:lnTo>
                  <a:lnTo>
                    <a:pt x="915075" y="339032"/>
                  </a:lnTo>
                  <a:lnTo>
                    <a:pt x="911521" y="339739"/>
                  </a:lnTo>
                  <a:lnTo>
                    <a:pt x="907829" y="339739"/>
                  </a:lnTo>
                  <a:lnTo>
                    <a:pt x="27847" y="339739"/>
                  </a:lnTo>
                  <a:lnTo>
                    <a:pt x="24154" y="339739"/>
                  </a:lnTo>
                  <a:lnTo>
                    <a:pt x="20601" y="339032"/>
                  </a:lnTo>
                  <a:lnTo>
                    <a:pt x="0" y="315584"/>
                  </a:lnTo>
                  <a:lnTo>
                    <a:pt x="0" y="311892"/>
                  </a:lnTo>
                  <a:close/>
                </a:path>
              </a:pathLst>
            </a:custGeom>
            <a:ln w="11139">
              <a:solidFill>
                <a:srgbClr val="2563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7060298" y="2859867"/>
              <a:ext cx="222366" cy="96507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7302714" y="2858931"/>
              <a:ext cx="464356" cy="97443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7908697" y="3082869"/>
              <a:ext cx="11430" cy="111760"/>
            </a:xfrm>
            <a:custGeom>
              <a:avLst/>
              <a:gdLst/>
              <a:ahLst/>
              <a:cxnLst/>
              <a:rect l="l" t="t" r="r" b="b"/>
              <a:pathLst>
                <a:path w="11429" h="111760">
                  <a:moveTo>
                    <a:pt x="11137" y="0"/>
                  </a:moveTo>
                  <a:lnTo>
                    <a:pt x="0" y="0"/>
                  </a:lnTo>
                  <a:lnTo>
                    <a:pt x="0" y="111390"/>
                  </a:lnTo>
                  <a:lnTo>
                    <a:pt x="11137" y="111390"/>
                  </a:lnTo>
                  <a:lnTo>
                    <a:pt x="11137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6299110" y="3194262"/>
              <a:ext cx="1264277" cy="350878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7791736" y="3199829"/>
              <a:ext cx="935990" cy="340360"/>
            </a:xfrm>
            <a:custGeom>
              <a:avLst/>
              <a:gdLst/>
              <a:ahLst/>
              <a:cxnLst/>
              <a:rect l="l" t="t" r="r" b="b"/>
              <a:pathLst>
                <a:path w="935990" h="340360">
                  <a:moveTo>
                    <a:pt x="911522" y="0"/>
                  </a:moveTo>
                  <a:lnTo>
                    <a:pt x="24154" y="0"/>
                  </a:lnTo>
                  <a:lnTo>
                    <a:pt x="20601" y="706"/>
                  </a:lnTo>
                  <a:lnTo>
                    <a:pt x="0" y="24152"/>
                  </a:lnTo>
                  <a:lnTo>
                    <a:pt x="0" y="311891"/>
                  </a:lnTo>
                  <a:lnTo>
                    <a:pt x="0" y="315583"/>
                  </a:lnTo>
                  <a:lnTo>
                    <a:pt x="24154" y="339738"/>
                  </a:lnTo>
                  <a:lnTo>
                    <a:pt x="911522" y="339738"/>
                  </a:lnTo>
                  <a:lnTo>
                    <a:pt x="935676" y="315583"/>
                  </a:lnTo>
                  <a:lnTo>
                    <a:pt x="935676" y="24152"/>
                  </a:lnTo>
                  <a:lnTo>
                    <a:pt x="915074" y="706"/>
                  </a:lnTo>
                  <a:lnTo>
                    <a:pt x="91152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791737" y="3199831"/>
              <a:ext cx="935990" cy="340360"/>
            </a:xfrm>
            <a:custGeom>
              <a:avLst/>
              <a:gdLst/>
              <a:ahLst/>
              <a:cxnLst/>
              <a:rect l="l" t="t" r="r" b="b"/>
              <a:pathLst>
                <a:path w="935990" h="340360">
                  <a:moveTo>
                    <a:pt x="0" y="311892"/>
                  </a:moveTo>
                  <a:lnTo>
                    <a:pt x="0" y="27847"/>
                  </a:lnTo>
                  <a:lnTo>
                    <a:pt x="0" y="24154"/>
                  </a:lnTo>
                  <a:lnTo>
                    <a:pt x="707" y="20601"/>
                  </a:lnTo>
                  <a:lnTo>
                    <a:pt x="2116" y="17187"/>
                  </a:lnTo>
                  <a:lnTo>
                    <a:pt x="3531" y="13778"/>
                  </a:lnTo>
                  <a:lnTo>
                    <a:pt x="5541" y="10765"/>
                  </a:lnTo>
                  <a:lnTo>
                    <a:pt x="8153" y="8153"/>
                  </a:lnTo>
                  <a:lnTo>
                    <a:pt x="10765" y="5541"/>
                  </a:lnTo>
                  <a:lnTo>
                    <a:pt x="13778" y="3531"/>
                  </a:lnTo>
                  <a:lnTo>
                    <a:pt x="17187" y="2116"/>
                  </a:lnTo>
                  <a:lnTo>
                    <a:pt x="20601" y="707"/>
                  </a:lnTo>
                  <a:lnTo>
                    <a:pt x="24154" y="0"/>
                  </a:lnTo>
                  <a:lnTo>
                    <a:pt x="27847" y="0"/>
                  </a:lnTo>
                  <a:lnTo>
                    <a:pt x="907829" y="0"/>
                  </a:lnTo>
                  <a:lnTo>
                    <a:pt x="911521" y="0"/>
                  </a:lnTo>
                  <a:lnTo>
                    <a:pt x="915075" y="707"/>
                  </a:lnTo>
                  <a:lnTo>
                    <a:pt x="935676" y="24154"/>
                  </a:lnTo>
                  <a:lnTo>
                    <a:pt x="935676" y="27847"/>
                  </a:lnTo>
                  <a:lnTo>
                    <a:pt x="935676" y="311892"/>
                  </a:lnTo>
                  <a:lnTo>
                    <a:pt x="935676" y="315584"/>
                  </a:lnTo>
                  <a:lnTo>
                    <a:pt x="934969" y="319138"/>
                  </a:lnTo>
                  <a:lnTo>
                    <a:pt x="933554" y="322546"/>
                  </a:lnTo>
                  <a:lnTo>
                    <a:pt x="932140" y="325960"/>
                  </a:lnTo>
                  <a:lnTo>
                    <a:pt x="930129" y="328973"/>
                  </a:lnTo>
                  <a:lnTo>
                    <a:pt x="927517" y="331580"/>
                  </a:lnTo>
                  <a:lnTo>
                    <a:pt x="924905" y="334192"/>
                  </a:lnTo>
                  <a:lnTo>
                    <a:pt x="921897" y="336203"/>
                  </a:lnTo>
                  <a:lnTo>
                    <a:pt x="918483" y="337617"/>
                  </a:lnTo>
                  <a:lnTo>
                    <a:pt x="915075" y="339032"/>
                  </a:lnTo>
                  <a:lnTo>
                    <a:pt x="911521" y="339739"/>
                  </a:lnTo>
                  <a:lnTo>
                    <a:pt x="907829" y="339739"/>
                  </a:lnTo>
                  <a:lnTo>
                    <a:pt x="27847" y="339739"/>
                  </a:lnTo>
                  <a:lnTo>
                    <a:pt x="24154" y="339739"/>
                  </a:lnTo>
                  <a:lnTo>
                    <a:pt x="20601" y="339032"/>
                  </a:lnTo>
                  <a:lnTo>
                    <a:pt x="17187" y="337617"/>
                  </a:lnTo>
                  <a:lnTo>
                    <a:pt x="13778" y="336203"/>
                  </a:lnTo>
                  <a:lnTo>
                    <a:pt x="10765" y="334192"/>
                  </a:lnTo>
                  <a:lnTo>
                    <a:pt x="8153" y="331580"/>
                  </a:lnTo>
                  <a:lnTo>
                    <a:pt x="5541" y="328973"/>
                  </a:lnTo>
                  <a:lnTo>
                    <a:pt x="3531" y="325960"/>
                  </a:lnTo>
                  <a:lnTo>
                    <a:pt x="2116" y="322546"/>
                  </a:lnTo>
                  <a:lnTo>
                    <a:pt x="707" y="319138"/>
                  </a:lnTo>
                  <a:lnTo>
                    <a:pt x="0" y="315584"/>
                  </a:lnTo>
                  <a:lnTo>
                    <a:pt x="0" y="311892"/>
                  </a:lnTo>
                  <a:close/>
                </a:path>
              </a:pathLst>
            </a:custGeom>
            <a:ln w="11139">
              <a:solidFill>
                <a:srgbClr val="7C3A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901934" y="3322135"/>
              <a:ext cx="63893" cy="97043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987962" y="3322135"/>
              <a:ext cx="303075" cy="116558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8391152" y="3322135"/>
              <a:ext cx="60325" cy="95250"/>
            </a:xfrm>
            <a:custGeom>
              <a:avLst/>
              <a:gdLst/>
              <a:ahLst/>
              <a:cxnLst/>
              <a:rect l="l" t="t" r="r" b="b"/>
              <a:pathLst>
                <a:path w="60325" h="95250">
                  <a:moveTo>
                    <a:pt x="16522" y="0"/>
                  </a:moveTo>
                  <a:lnTo>
                    <a:pt x="0" y="0"/>
                  </a:lnTo>
                  <a:lnTo>
                    <a:pt x="0" y="94904"/>
                  </a:lnTo>
                  <a:lnTo>
                    <a:pt x="59883" y="94904"/>
                  </a:lnTo>
                  <a:lnTo>
                    <a:pt x="59883" y="89503"/>
                  </a:lnTo>
                  <a:lnTo>
                    <a:pt x="16522" y="89503"/>
                  </a:lnTo>
                  <a:lnTo>
                    <a:pt x="5267" y="79717"/>
                  </a:lnTo>
                  <a:lnTo>
                    <a:pt x="16522" y="79717"/>
                  </a:lnTo>
                  <a:lnTo>
                    <a:pt x="16522" y="0"/>
                  </a:lnTo>
                  <a:close/>
                </a:path>
                <a:path w="60325" h="95250">
                  <a:moveTo>
                    <a:pt x="16522" y="79717"/>
                  </a:moveTo>
                  <a:lnTo>
                    <a:pt x="5267" y="79717"/>
                  </a:lnTo>
                  <a:lnTo>
                    <a:pt x="16522" y="89503"/>
                  </a:lnTo>
                  <a:lnTo>
                    <a:pt x="16522" y="79717"/>
                  </a:lnTo>
                  <a:close/>
                </a:path>
                <a:path w="60325" h="95250">
                  <a:moveTo>
                    <a:pt x="59883" y="79717"/>
                  </a:moveTo>
                  <a:lnTo>
                    <a:pt x="16522" y="79717"/>
                  </a:lnTo>
                  <a:lnTo>
                    <a:pt x="16522" y="89503"/>
                  </a:lnTo>
                  <a:lnTo>
                    <a:pt x="59883" y="89503"/>
                  </a:lnTo>
                  <a:lnTo>
                    <a:pt x="59883" y="79717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8471351" y="3322135"/>
              <a:ext cx="141420" cy="94904"/>
            </a:xfrm>
            <a:prstGeom prst="rect">
              <a:avLst/>
            </a:prstGeom>
          </p:spPr>
        </p:pic>
      </p:grpSp>
      <p:sp>
        <p:nvSpPr>
          <p:cNvPr id="155" name="object 155"/>
          <p:cNvSpPr txBox="1"/>
          <p:nvPr/>
        </p:nvSpPr>
        <p:spPr>
          <a:xfrm>
            <a:off x="7939071" y="2797266"/>
            <a:ext cx="11303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52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150">
              <a:latin typeface="HGGothicE"/>
              <a:cs typeface="HGGothicE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8103630" y="2731993"/>
            <a:ext cx="1024890" cy="351155"/>
            <a:chOff x="8103630" y="2731993"/>
            <a:chExt cx="1024890" cy="351155"/>
          </a:xfrm>
        </p:grpSpPr>
        <p:sp>
          <p:nvSpPr>
            <p:cNvPr id="157" name="object 157"/>
            <p:cNvSpPr/>
            <p:nvPr/>
          </p:nvSpPr>
          <p:spPr>
            <a:xfrm>
              <a:off x="8109199" y="2737559"/>
              <a:ext cx="1014094" cy="340360"/>
            </a:xfrm>
            <a:custGeom>
              <a:avLst/>
              <a:gdLst/>
              <a:ahLst/>
              <a:cxnLst/>
              <a:rect l="l" t="t" r="r" b="b"/>
              <a:pathLst>
                <a:path w="1014095" h="340360">
                  <a:moveTo>
                    <a:pt x="989493" y="0"/>
                  </a:moveTo>
                  <a:lnTo>
                    <a:pt x="24154" y="0"/>
                  </a:lnTo>
                  <a:lnTo>
                    <a:pt x="20601" y="707"/>
                  </a:lnTo>
                  <a:lnTo>
                    <a:pt x="0" y="24154"/>
                  </a:lnTo>
                  <a:lnTo>
                    <a:pt x="0" y="311892"/>
                  </a:lnTo>
                  <a:lnTo>
                    <a:pt x="0" y="315584"/>
                  </a:lnTo>
                  <a:lnTo>
                    <a:pt x="24154" y="339738"/>
                  </a:lnTo>
                  <a:lnTo>
                    <a:pt x="989493" y="339738"/>
                  </a:lnTo>
                  <a:lnTo>
                    <a:pt x="1013649" y="315584"/>
                  </a:lnTo>
                  <a:lnTo>
                    <a:pt x="1013649" y="24154"/>
                  </a:lnTo>
                  <a:lnTo>
                    <a:pt x="993046" y="707"/>
                  </a:lnTo>
                  <a:lnTo>
                    <a:pt x="989493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8109199" y="2737562"/>
              <a:ext cx="1014094" cy="340360"/>
            </a:xfrm>
            <a:custGeom>
              <a:avLst/>
              <a:gdLst/>
              <a:ahLst/>
              <a:cxnLst/>
              <a:rect l="l" t="t" r="r" b="b"/>
              <a:pathLst>
                <a:path w="1014095" h="340360">
                  <a:moveTo>
                    <a:pt x="0" y="311892"/>
                  </a:moveTo>
                  <a:lnTo>
                    <a:pt x="0" y="27847"/>
                  </a:lnTo>
                  <a:lnTo>
                    <a:pt x="0" y="24154"/>
                  </a:lnTo>
                  <a:lnTo>
                    <a:pt x="707" y="20601"/>
                  </a:lnTo>
                  <a:lnTo>
                    <a:pt x="2116" y="17187"/>
                  </a:lnTo>
                  <a:lnTo>
                    <a:pt x="3531" y="13778"/>
                  </a:lnTo>
                  <a:lnTo>
                    <a:pt x="5541" y="10765"/>
                  </a:lnTo>
                  <a:lnTo>
                    <a:pt x="8153" y="8153"/>
                  </a:lnTo>
                  <a:lnTo>
                    <a:pt x="10765" y="5541"/>
                  </a:lnTo>
                  <a:lnTo>
                    <a:pt x="13778" y="3531"/>
                  </a:lnTo>
                  <a:lnTo>
                    <a:pt x="17187" y="2116"/>
                  </a:lnTo>
                  <a:lnTo>
                    <a:pt x="20601" y="707"/>
                  </a:lnTo>
                  <a:lnTo>
                    <a:pt x="24154" y="0"/>
                  </a:lnTo>
                  <a:lnTo>
                    <a:pt x="27847" y="0"/>
                  </a:lnTo>
                  <a:lnTo>
                    <a:pt x="985802" y="0"/>
                  </a:lnTo>
                  <a:lnTo>
                    <a:pt x="989494" y="0"/>
                  </a:lnTo>
                  <a:lnTo>
                    <a:pt x="993048" y="707"/>
                  </a:lnTo>
                  <a:lnTo>
                    <a:pt x="1013649" y="24154"/>
                  </a:lnTo>
                  <a:lnTo>
                    <a:pt x="1013649" y="27847"/>
                  </a:lnTo>
                  <a:lnTo>
                    <a:pt x="1013649" y="311892"/>
                  </a:lnTo>
                  <a:lnTo>
                    <a:pt x="1013649" y="315584"/>
                  </a:lnTo>
                  <a:lnTo>
                    <a:pt x="1012942" y="319138"/>
                  </a:lnTo>
                  <a:lnTo>
                    <a:pt x="1011527" y="322546"/>
                  </a:lnTo>
                  <a:lnTo>
                    <a:pt x="1010113" y="325960"/>
                  </a:lnTo>
                  <a:lnTo>
                    <a:pt x="1008102" y="328973"/>
                  </a:lnTo>
                  <a:lnTo>
                    <a:pt x="1005490" y="331580"/>
                  </a:lnTo>
                  <a:lnTo>
                    <a:pt x="1002878" y="334192"/>
                  </a:lnTo>
                  <a:lnTo>
                    <a:pt x="999870" y="336203"/>
                  </a:lnTo>
                  <a:lnTo>
                    <a:pt x="996456" y="337617"/>
                  </a:lnTo>
                  <a:lnTo>
                    <a:pt x="993048" y="339032"/>
                  </a:lnTo>
                  <a:lnTo>
                    <a:pt x="989494" y="339739"/>
                  </a:lnTo>
                  <a:lnTo>
                    <a:pt x="985802" y="339739"/>
                  </a:lnTo>
                  <a:lnTo>
                    <a:pt x="27847" y="339739"/>
                  </a:lnTo>
                  <a:lnTo>
                    <a:pt x="24154" y="339739"/>
                  </a:lnTo>
                  <a:lnTo>
                    <a:pt x="20601" y="339032"/>
                  </a:lnTo>
                  <a:lnTo>
                    <a:pt x="17187" y="337617"/>
                  </a:lnTo>
                  <a:lnTo>
                    <a:pt x="13778" y="336203"/>
                  </a:lnTo>
                  <a:lnTo>
                    <a:pt x="10765" y="334192"/>
                  </a:lnTo>
                  <a:lnTo>
                    <a:pt x="8153" y="331580"/>
                  </a:lnTo>
                  <a:lnTo>
                    <a:pt x="5541" y="328973"/>
                  </a:lnTo>
                  <a:lnTo>
                    <a:pt x="3531" y="325960"/>
                  </a:lnTo>
                  <a:lnTo>
                    <a:pt x="2116" y="322546"/>
                  </a:lnTo>
                  <a:lnTo>
                    <a:pt x="707" y="319138"/>
                  </a:lnTo>
                  <a:lnTo>
                    <a:pt x="0" y="315584"/>
                  </a:lnTo>
                  <a:lnTo>
                    <a:pt x="0" y="311892"/>
                  </a:lnTo>
                  <a:close/>
                </a:path>
              </a:pathLst>
            </a:custGeom>
            <a:ln w="11139">
              <a:solidFill>
                <a:srgbClr val="2563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8222542" y="2859867"/>
              <a:ext cx="229638" cy="114954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8473300" y="2908548"/>
              <a:ext cx="49530" cy="14604"/>
            </a:xfrm>
            <a:custGeom>
              <a:avLst/>
              <a:gdLst/>
              <a:ahLst/>
              <a:cxnLst/>
              <a:rect l="l" t="t" r="r" b="b"/>
              <a:pathLst>
                <a:path w="49529" h="14605">
                  <a:moveTo>
                    <a:pt x="49189" y="0"/>
                  </a:moveTo>
                  <a:lnTo>
                    <a:pt x="0" y="0"/>
                  </a:lnTo>
                  <a:lnTo>
                    <a:pt x="0" y="14464"/>
                  </a:lnTo>
                  <a:lnTo>
                    <a:pt x="49189" y="14464"/>
                  </a:lnTo>
                  <a:lnTo>
                    <a:pt x="49189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8547351" y="2859867"/>
              <a:ext cx="66085" cy="94903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8708498" y="2859867"/>
              <a:ext cx="301392" cy="96507"/>
            </a:xfrm>
            <a:prstGeom prst="rect">
              <a:avLst/>
            </a:prstGeom>
          </p:spPr>
        </p:pic>
      </p:grpSp>
      <p:sp>
        <p:nvSpPr>
          <p:cNvPr id="163" name="object 163"/>
          <p:cNvSpPr txBox="1"/>
          <p:nvPr/>
        </p:nvSpPr>
        <p:spPr>
          <a:xfrm>
            <a:off x="7619003" y="3259535"/>
            <a:ext cx="11303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525" dirty="0">
                <a:solidFill>
                  <a:srgbClr val="64748B"/>
                </a:solidFill>
                <a:latin typeface="HGGothicE"/>
                <a:cs typeface="HGGothicE"/>
              </a:rPr>
              <a:t>←</a:t>
            </a:r>
            <a:endParaRPr sz="1150">
              <a:latin typeface="HGGothicE"/>
              <a:cs typeface="HGGothicE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8784505" y="3259535"/>
            <a:ext cx="11303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525" dirty="0">
                <a:solidFill>
                  <a:srgbClr val="64748B"/>
                </a:solidFill>
                <a:latin typeface="HGGothicE"/>
                <a:cs typeface="HGGothicE"/>
              </a:rPr>
              <a:t>←</a:t>
            </a:r>
            <a:endParaRPr sz="1150">
              <a:latin typeface="HGGothicE"/>
              <a:cs typeface="HGGothicE"/>
            </a:endParaRPr>
          </a:p>
        </p:txBody>
      </p:sp>
      <p:pic>
        <p:nvPicPr>
          <p:cNvPr id="165" name="object 165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8950194" y="3194262"/>
            <a:ext cx="1186304" cy="350878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5041900" y="4176710"/>
            <a:ext cx="5313471" cy="896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1670" y="1158506"/>
            <a:ext cx="447040" cy="83185"/>
          </a:xfrm>
          <a:custGeom>
            <a:avLst/>
            <a:gdLst/>
            <a:ahLst/>
            <a:cxnLst/>
            <a:rect l="l" t="t" r="r" b="b"/>
            <a:pathLst>
              <a:path w="447040" h="83184">
                <a:moveTo>
                  <a:pt x="57378" y="55753"/>
                </a:moveTo>
                <a:lnTo>
                  <a:pt x="28270" y="34010"/>
                </a:lnTo>
                <a:lnTo>
                  <a:pt x="24828" y="32829"/>
                </a:lnTo>
                <a:lnTo>
                  <a:pt x="19900" y="30619"/>
                </a:lnTo>
                <a:lnTo>
                  <a:pt x="18173" y="29362"/>
                </a:lnTo>
                <a:lnTo>
                  <a:pt x="16192" y="26517"/>
                </a:lnTo>
                <a:lnTo>
                  <a:pt x="15709" y="24765"/>
                </a:lnTo>
                <a:lnTo>
                  <a:pt x="15709" y="19570"/>
                </a:lnTo>
                <a:lnTo>
                  <a:pt x="16814" y="17094"/>
                </a:lnTo>
                <a:lnTo>
                  <a:pt x="21272" y="13398"/>
                </a:lnTo>
                <a:lnTo>
                  <a:pt x="24269" y="12471"/>
                </a:lnTo>
                <a:lnTo>
                  <a:pt x="30835" y="12471"/>
                </a:lnTo>
                <a:lnTo>
                  <a:pt x="42252" y="26771"/>
                </a:lnTo>
                <a:lnTo>
                  <a:pt x="56299" y="26060"/>
                </a:lnTo>
                <a:lnTo>
                  <a:pt x="34150" y="0"/>
                </a:lnTo>
                <a:lnTo>
                  <a:pt x="22923" y="0"/>
                </a:lnTo>
                <a:lnTo>
                  <a:pt x="1663" y="18757"/>
                </a:lnTo>
                <a:lnTo>
                  <a:pt x="1663" y="27711"/>
                </a:lnTo>
                <a:lnTo>
                  <a:pt x="29768" y="47510"/>
                </a:lnTo>
                <a:lnTo>
                  <a:pt x="33591" y="48856"/>
                </a:lnTo>
                <a:lnTo>
                  <a:pt x="38925" y="51536"/>
                </a:lnTo>
                <a:lnTo>
                  <a:pt x="40767" y="53009"/>
                </a:lnTo>
                <a:lnTo>
                  <a:pt x="42837" y="56210"/>
                </a:lnTo>
                <a:lnTo>
                  <a:pt x="43345" y="58102"/>
                </a:lnTo>
                <a:lnTo>
                  <a:pt x="43345" y="62420"/>
                </a:lnTo>
                <a:lnTo>
                  <a:pt x="32956" y="70167"/>
                </a:lnTo>
                <a:lnTo>
                  <a:pt x="27139" y="70167"/>
                </a:lnTo>
                <a:lnTo>
                  <a:pt x="13944" y="53835"/>
                </a:lnTo>
                <a:lnTo>
                  <a:pt x="0" y="54597"/>
                </a:lnTo>
                <a:lnTo>
                  <a:pt x="23672" y="82638"/>
                </a:lnTo>
                <a:lnTo>
                  <a:pt x="29514" y="82638"/>
                </a:lnTo>
                <a:lnTo>
                  <a:pt x="35229" y="82638"/>
                </a:lnTo>
                <a:lnTo>
                  <a:pt x="57378" y="64528"/>
                </a:lnTo>
                <a:lnTo>
                  <a:pt x="57378" y="55753"/>
                </a:lnTo>
                <a:close/>
              </a:path>
              <a:path w="447040" h="83184">
                <a:moveTo>
                  <a:pt x="136334" y="1778"/>
                </a:moveTo>
                <a:lnTo>
                  <a:pt x="121323" y="1778"/>
                </a:lnTo>
                <a:lnTo>
                  <a:pt x="106667" y="33947"/>
                </a:lnTo>
                <a:lnTo>
                  <a:pt x="91998" y="1778"/>
                </a:lnTo>
                <a:lnTo>
                  <a:pt x="76987" y="1778"/>
                </a:lnTo>
                <a:lnTo>
                  <a:pt x="99847" y="48120"/>
                </a:lnTo>
                <a:lnTo>
                  <a:pt x="99847" y="80860"/>
                </a:lnTo>
                <a:lnTo>
                  <a:pt x="113614" y="80860"/>
                </a:lnTo>
                <a:lnTo>
                  <a:pt x="113614" y="48120"/>
                </a:lnTo>
                <a:lnTo>
                  <a:pt x="136334" y="1778"/>
                </a:lnTo>
                <a:close/>
              </a:path>
              <a:path w="447040" h="83184">
                <a:moveTo>
                  <a:pt x="213334" y="55753"/>
                </a:moveTo>
                <a:lnTo>
                  <a:pt x="184213" y="34010"/>
                </a:lnTo>
                <a:lnTo>
                  <a:pt x="180771" y="32829"/>
                </a:lnTo>
                <a:lnTo>
                  <a:pt x="175844" y="30619"/>
                </a:lnTo>
                <a:lnTo>
                  <a:pt x="174117" y="29362"/>
                </a:lnTo>
                <a:lnTo>
                  <a:pt x="172135" y="26517"/>
                </a:lnTo>
                <a:lnTo>
                  <a:pt x="171653" y="24765"/>
                </a:lnTo>
                <a:lnTo>
                  <a:pt x="171653" y="19570"/>
                </a:lnTo>
                <a:lnTo>
                  <a:pt x="172758" y="17094"/>
                </a:lnTo>
                <a:lnTo>
                  <a:pt x="177215" y="13398"/>
                </a:lnTo>
                <a:lnTo>
                  <a:pt x="180213" y="12471"/>
                </a:lnTo>
                <a:lnTo>
                  <a:pt x="186778" y="12471"/>
                </a:lnTo>
                <a:lnTo>
                  <a:pt x="198196" y="26771"/>
                </a:lnTo>
                <a:lnTo>
                  <a:pt x="212242" y="26060"/>
                </a:lnTo>
                <a:lnTo>
                  <a:pt x="190093" y="0"/>
                </a:lnTo>
                <a:lnTo>
                  <a:pt x="178866" y="0"/>
                </a:lnTo>
                <a:lnTo>
                  <a:pt x="157607" y="18757"/>
                </a:lnTo>
                <a:lnTo>
                  <a:pt x="157607" y="27711"/>
                </a:lnTo>
                <a:lnTo>
                  <a:pt x="185712" y="47510"/>
                </a:lnTo>
                <a:lnTo>
                  <a:pt x="189534" y="48856"/>
                </a:lnTo>
                <a:lnTo>
                  <a:pt x="194868" y="51536"/>
                </a:lnTo>
                <a:lnTo>
                  <a:pt x="196710" y="53009"/>
                </a:lnTo>
                <a:lnTo>
                  <a:pt x="198780" y="56210"/>
                </a:lnTo>
                <a:lnTo>
                  <a:pt x="199288" y="58102"/>
                </a:lnTo>
                <a:lnTo>
                  <a:pt x="199288" y="62420"/>
                </a:lnTo>
                <a:lnTo>
                  <a:pt x="188899" y="70167"/>
                </a:lnTo>
                <a:lnTo>
                  <a:pt x="183083" y="70167"/>
                </a:lnTo>
                <a:lnTo>
                  <a:pt x="169887" y="53835"/>
                </a:lnTo>
                <a:lnTo>
                  <a:pt x="155943" y="54597"/>
                </a:lnTo>
                <a:lnTo>
                  <a:pt x="179628" y="82638"/>
                </a:lnTo>
                <a:lnTo>
                  <a:pt x="185458" y="82638"/>
                </a:lnTo>
                <a:lnTo>
                  <a:pt x="191173" y="82638"/>
                </a:lnTo>
                <a:lnTo>
                  <a:pt x="213334" y="64528"/>
                </a:lnTo>
                <a:lnTo>
                  <a:pt x="213334" y="55753"/>
                </a:lnTo>
                <a:close/>
              </a:path>
              <a:path w="447040" h="83184">
                <a:moveTo>
                  <a:pt x="291566" y="1778"/>
                </a:moveTo>
                <a:lnTo>
                  <a:pt x="233641" y="1778"/>
                </a:lnTo>
                <a:lnTo>
                  <a:pt x="233641" y="14427"/>
                </a:lnTo>
                <a:lnTo>
                  <a:pt x="255727" y="14427"/>
                </a:lnTo>
                <a:lnTo>
                  <a:pt x="255727" y="80860"/>
                </a:lnTo>
                <a:lnTo>
                  <a:pt x="269494" y="80860"/>
                </a:lnTo>
                <a:lnTo>
                  <a:pt x="269494" y="14427"/>
                </a:lnTo>
                <a:lnTo>
                  <a:pt x="291566" y="14427"/>
                </a:lnTo>
                <a:lnTo>
                  <a:pt x="291566" y="1778"/>
                </a:lnTo>
                <a:close/>
              </a:path>
              <a:path w="447040" h="83184">
                <a:moveTo>
                  <a:pt x="366649" y="68211"/>
                </a:moveTo>
                <a:lnTo>
                  <a:pt x="330504" y="68211"/>
                </a:lnTo>
                <a:lnTo>
                  <a:pt x="330504" y="47383"/>
                </a:lnTo>
                <a:lnTo>
                  <a:pt x="364413" y="47383"/>
                </a:lnTo>
                <a:lnTo>
                  <a:pt x="364413" y="35039"/>
                </a:lnTo>
                <a:lnTo>
                  <a:pt x="330504" y="35039"/>
                </a:lnTo>
                <a:lnTo>
                  <a:pt x="330504" y="14427"/>
                </a:lnTo>
                <a:lnTo>
                  <a:pt x="365747" y="14427"/>
                </a:lnTo>
                <a:lnTo>
                  <a:pt x="365747" y="1778"/>
                </a:lnTo>
                <a:lnTo>
                  <a:pt x="316738" y="1778"/>
                </a:lnTo>
                <a:lnTo>
                  <a:pt x="316738" y="80860"/>
                </a:lnTo>
                <a:lnTo>
                  <a:pt x="366649" y="80860"/>
                </a:lnTo>
                <a:lnTo>
                  <a:pt x="366649" y="68211"/>
                </a:lnTo>
                <a:close/>
              </a:path>
              <a:path w="447040" h="83184">
                <a:moveTo>
                  <a:pt x="446849" y="1778"/>
                </a:moveTo>
                <a:lnTo>
                  <a:pt x="430136" y="1778"/>
                </a:lnTo>
                <a:lnTo>
                  <a:pt x="418553" y="48260"/>
                </a:lnTo>
                <a:lnTo>
                  <a:pt x="411187" y="18707"/>
                </a:lnTo>
                <a:lnTo>
                  <a:pt x="411124" y="18440"/>
                </a:lnTo>
                <a:lnTo>
                  <a:pt x="406971" y="1778"/>
                </a:lnTo>
                <a:lnTo>
                  <a:pt x="390258" y="1778"/>
                </a:lnTo>
                <a:lnTo>
                  <a:pt x="390258" y="80860"/>
                </a:lnTo>
                <a:lnTo>
                  <a:pt x="403136" y="80860"/>
                </a:lnTo>
                <a:lnTo>
                  <a:pt x="403136" y="25412"/>
                </a:lnTo>
                <a:lnTo>
                  <a:pt x="413956" y="70612"/>
                </a:lnTo>
                <a:lnTo>
                  <a:pt x="423138" y="70612"/>
                </a:lnTo>
                <a:lnTo>
                  <a:pt x="426440" y="56845"/>
                </a:lnTo>
                <a:lnTo>
                  <a:pt x="433971" y="25412"/>
                </a:lnTo>
                <a:lnTo>
                  <a:pt x="433971" y="80860"/>
                </a:lnTo>
                <a:lnTo>
                  <a:pt x="446849" y="80860"/>
                </a:lnTo>
                <a:lnTo>
                  <a:pt x="446849" y="18440"/>
                </a:lnTo>
                <a:lnTo>
                  <a:pt x="446849" y="17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11173" y="1158506"/>
            <a:ext cx="441325" cy="83185"/>
          </a:xfrm>
          <a:custGeom>
            <a:avLst/>
            <a:gdLst/>
            <a:ahLst/>
            <a:cxnLst/>
            <a:rect l="l" t="t" r="r" b="b"/>
            <a:pathLst>
              <a:path w="441325" h="83184">
                <a:moveTo>
                  <a:pt x="54521" y="32435"/>
                </a:moveTo>
                <a:lnTo>
                  <a:pt x="40411" y="7556"/>
                </a:lnTo>
                <a:lnTo>
                  <a:pt x="40411" y="32435"/>
                </a:lnTo>
                <a:lnTo>
                  <a:pt x="40411" y="50342"/>
                </a:lnTo>
                <a:lnTo>
                  <a:pt x="38620" y="57048"/>
                </a:lnTo>
                <a:lnTo>
                  <a:pt x="31483" y="65976"/>
                </a:lnTo>
                <a:lnTo>
                  <a:pt x="26365" y="68211"/>
                </a:lnTo>
                <a:lnTo>
                  <a:pt x="13766" y="68211"/>
                </a:lnTo>
                <a:lnTo>
                  <a:pt x="13766" y="14427"/>
                </a:lnTo>
                <a:lnTo>
                  <a:pt x="26365" y="14427"/>
                </a:lnTo>
                <a:lnTo>
                  <a:pt x="31483" y="16687"/>
                </a:lnTo>
                <a:lnTo>
                  <a:pt x="38633" y="25730"/>
                </a:lnTo>
                <a:lnTo>
                  <a:pt x="40411" y="32435"/>
                </a:lnTo>
                <a:lnTo>
                  <a:pt x="40411" y="7556"/>
                </a:lnTo>
                <a:lnTo>
                  <a:pt x="33210" y="3314"/>
                </a:lnTo>
                <a:lnTo>
                  <a:pt x="27000" y="1778"/>
                </a:lnTo>
                <a:lnTo>
                  <a:pt x="0" y="1778"/>
                </a:lnTo>
                <a:lnTo>
                  <a:pt x="0" y="80860"/>
                </a:lnTo>
                <a:lnTo>
                  <a:pt x="27000" y="80860"/>
                </a:lnTo>
                <a:lnTo>
                  <a:pt x="33210" y="79336"/>
                </a:lnTo>
                <a:lnTo>
                  <a:pt x="43624" y="73215"/>
                </a:lnTo>
                <a:lnTo>
                  <a:pt x="47625" y="68745"/>
                </a:lnTo>
                <a:lnTo>
                  <a:pt x="47879" y="68211"/>
                </a:lnTo>
                <a:lnTo>
                  <a:pt x="53200" y="57048"/>
                </a:lnTo>
                <a:lnTo>
                  <a:pt x="54521" y="50342"/>
                </a:lnTo>
                <a:lnTo>
                  <a:pt x="54521" y="32435"/>
                </a:lnTo>
                <a:close/>
              </a:path>
              <a:path w="441325" h="83184">
                <a:moveTo>
                  <a:pt x="129032" y="68211"/>
                </a:moveTo>
                <a:lnTo>
                  <a:pt x="92900" y="68211"/>
                </a:lnTo>
                <a:lnTo>
                  <a:pt x="92900" y="47383"/>
                </a:lnTo>
                <a:lnTo>
                  <a:pt x="126796" y="47383"/>
                </a:lnTo>
                <a:lnTo>
                  <a:pt x="126796" y="35039"/>
                </a:lnTo>
                <a:lnTo>
                  <a:pt x="92900" y="35039"/>
                </a:lnTo>
                <a:lnTo>
                  <a:pt x="92900" y="14427"/>
                </a:lnTo>
                <a:lnTo>
                  <a:pt x="128143" y="14427"/>
                </a:lnTo>
                <a:lnTo>
                  <a:pt x="128143" y="1778"/>
                </a:lnTo>
                <a:lnTo>
                  <a:pt x="79121" y="1778"/>
                </a:lnTo>
                <a:lnTo>
                  <a:pt x="79121" y="80860"/>
                </a:lnTo>
                <a:lnTo>
                  <a:pt x="129032" y="80860"/>
                </a:lnTo>
                <a:lnTo>
                  <a:pt x="129032" y="68211"/>
                </a:lnTo>
                <a:close/>
              </a:path>
              <a:path w="441325" h="83184">
                <a:moveTo>
                  <a:pt x="209626" y="55753"/>
                </a:moveTo>
                <a:lnTo>
                  <a:pt x="180517" y="34010"/>
                </a:lnTo>
                <a:lnTo>
                  <a:pt x="177076" y="32829"/>
                </a:lnTo>
                <a:lnTo>
                  <a:pt x="172148" y="30619"/>
                </a:lnTo>
                <a:lnTo>
                  <a:pt x="170421" y="29362"/>
                </a:lnTo>
                <a:lnTo>
                  <a:pt x="168440" y="26517"/>
                </a:lnTo>
                <a:lnTo>
                  <a:pt x="167944" y="24765"/>
                </a:lnTo>
                <a:lnTo>
                  <a:pt x="167944" y="19570"/>
                </a:lnTo>
                <a:lnTo>
                  <a:pt x="169062" y="17094"/>
                </a:lnTo>
                <a:lnTo>
                  <a:pt x="173520" y="13398"/>
                </a:lnTo>
                <a:lnTo>
                  <a:pt x="176517" y="12471"/>
                </a:lnTo>
                <a:lnTo>
                  <a:pt x="183083" y="12471"/>
                </a:lnTo>
                <a:lnTo>
                  <a:pt x="194500" y="26771"/>
                </a:lnTo>
                <a:lnTo>
                  <a:pt x="208534" y="26060"/>
                </a:lnTo>
                <a:lnTo>
                  <a:pt x="186397" y="0"/>
                </a:lnTo>
                <a:lnTo>
                  <a:pt x="175171" y="0"/>
                </a:lnTo>
                <a:lnTo>
                  <a:pt x="153911" y="18757"/>
                </a:lnTo>
                <a:lnTo>
                  <a:pt x="153911" y="27711"/>
                </a:lnTo>
                <a:lnTo>
                  <a:pt x="182016" y="47510"/>
                </a:lnTo>
                <a:lnTo>
                  <a:pt x="185839" y="48856"/>
                </a:lnTo>
                <a:lnTo>
                  <a:pt x="191160" y="51536"/>
                </a:lnTo>
                <a:lnTo>
                  <a:pt x="193014" y="53009"/>
                </a:lnTo>
                <a:lnTo>
                  <a:pt x="195084" y="56210"/>
                </a:lnTo>
                <a:lnTo>
                  <a:pt x="195592" y="58102"/>
                </a:lnTo>
                <a:lnTo>
                  <a:pt x="195592" y="62420"/>
                </a:lnTo>
                <a:lnTo>
                  <a:pt x="185204" y="70167"/>
                </a:lnTo>
                <a:lnTo>
                  <a:pt x="179387" y="70167"/>
                </a:lnTo>
                <a:lnTo>
                  <a:pt x="166192" y="53835"/>
                </a:lnTo>
                <a:lnTo>
                  <a:pt x="152247" y="54597"/>
                </a:lnTo>
                <a:lnTo>
                  <a:pt x="175920" y="82638"/>
                </a:lnTo>
                <a:lnTo>
                  <a:pt x="181762" y="82638"/>
                </a:lnTo>
                <a:lnTo>
                  <a:pt x="187477" y="82638"/>
                </a:lnTo>
                <a:lnTo>
                  <a:pt x="209626" y="64528"/>
                </a:lnTo>
                <a:lnTo>
                  <a:pt x="209626" y="55753"/>
                </a:lnTo>
                <a:close/>
              </a:path>
              <a:path w="441325" h="83184">
                <a:moveTo>
                  <a:pt x="283857" y="1778"/>
                </a:moveTo>
                <a:lnTo>
                  <a:pt x="233959" y="1778"/>
                </a:lnTo>
                <a:lnTo>
                  <a:pt x="233959" y="14427"/>
                </a:lnTo>
                <a:lnTo>
                  <a:pt x="252018" y="14427"/>
                </a:lnTo>
                <a:lnTo>
                  <a:pt x="252018" y="68211"/>
                </a:lnTo>
                <a:lnTo>
                  <a:pt x="233959" y="68211"/>
                </a:lnTo>
                <a:lnTo>
                  <a:pt x="233959" y="80860"/>
                </a:lnTo>
                <a:lnTo>
                  <a:pt x="283857" y="80860"/>
                </a:lnTo>
                <a:lnTo>
                  <a:pt x="283857" y="68211"/>
                </a:lnTo>
                <a:lnTo>
                  <a:pt x="265798" y="68211"/>
                </a:lnTo>
                <a:lnTo>
                  <a:pt x="265798" y="14427"/>
                </a:lnTo>
                <a:lnTo>
                  <a:pt x="283857" y="14427"/>
                </a:lnTo>
                <a:lnTo>
                  <a:pt x="283857" y="1778"/>
                </a:lnTo>
                <a:close/>
              </a:path>
              <a:path w="441325" h="83184">
                <a:moveTo>
                  <a:pt x="365683" y="27000"/>
                </a:moveTo>
                <a:lnTo>
                  <a:pt x="342290" y="0"/>
                </a:lnTo>
                <a:lnTo>
                  <a:pt x="330936" y="0"/>
                </a:lnTo>
                <a:lnTo>
                  <a:pt x="307251" y="32893"/>
                </a:lnTo>
                <a:lnTo>
                  <a:pt x="307251" y="50279"/>
                </a:lnTo>
                <a:lnTo>
                  <a:pt x="331089" y="82638"/>
                </a:lnTo>
                <a:lnTo>
                  <a:pt x="341109" y="82638"/>
                </a:lnTo>
                <a:lnTo>
                  <a:pt x="344678" y="81737"/>
                </a:lnTo>
                <a:lnTo>
                  <a:pt x="350545" y="78092"/>
                </a:lnTo>
                <a:lnTo>
                  <a:pt x="352882" y="75641"/>
                </a:lnTo>
                <a:lnTo>
                  <a:pt x="355257" y="71450"/>
                </a:lnTo>
                <a:lnTo>
                  <a:pt x="355371" y="74714"/>
                </a:lnTo>
                <a:lnTo>
                  <a:pt x="355498" y="78092"/>
                </a:lnTo>
                <a:lnTo>
                  <a:pt x="355600" y="80860"/>
                </a:lnTo>
                <a:lnTo>
                  <a:pt x="365620" y="80860"/>
                </a:lnTo>
                <a:lnTo>
                  <a:pt x="365620" y="62242"/>
                </a:lnTo>
                <a:lnTo>
                  <a:pt x="365620" y="40119"/>
                </a:lnTo>
                <a:lnTo>
                  <a:pt x="337146" y="40119"/>
                </a:lnTo>
                <a:lnTo>
                  <a:pt x="337146" y="51384"/>
                </a:lnTo>
                <a:lnTo>
                  <a:pt x="352869" y="51384"/>
                </a:lnTo>
                <a:lnTo>
                  <a:pt x="352755" y="55181"/>
                </a:lnTo>
                <a:lnTo>
                  <a:pt x="341007" y="70065"/>
                </a:lnTo>
                <a:lnTo>
                  <a:pt x="334606" y="70065"/>
                </a:lnTo>
                <a:lnTo>
                  <a:pt x="321462" y="47536"/>
                </a:lnTo>
                <a:lnTo>
                  <a:pt x="321462" y="35255"/>
                </a:lnTo>
                <a:lnTo>
                  <a:pt x="333933" y="12598"/>
                </a:lnTo>
                <a:lnTo>
                  <a:pt x="341033" y="12598"/>
                </a:lnTo>
                <a:lnTo>
                  <a:pt x="344106" y="13944"/>
                </a:lnTo>
                <a:lnTo>
                  <a:pt x="348881" y="19291"/>
                </a:lnTo>
                <a:lnTo>
                  <a:pt x="350558" y="23025"/>
                </a:lnTo>
                <a:lnTo>
                  <a:pt x="351510" y="27838"/>
                </a:lnTo>
                <a:lnTo>
                  <a:pt x="365683" y="27000"/>
                </a:lnTo>
                <a:close/>
              </a:path>
              <a:path w="441325" h="83184">
                <a:moveTo>
                  <a:pt x="440918" y="1778"/>
                </a:moveTo>
                <a:lnTo>
                  <a:pt x="427596" y="1778"/>
                </a:lnTo>
                <a:lnTo>
                  <a:pt x="427596" y="58534"/>
                </a:lnTo>
                <a:lnTo>
                  <a:pt x="410578" y="18237"/>
                </a:lnTo>
                <a:lnTo>
                  <a:pt x="403618" y="1778"/>
                </a:lnTo>
                <a:lnTo>
                  <a:pt x="388785" y="1778"/>
                </a:lnTo>
                <a:lnTo>
                  <a:pt x="388785" y="80860"/>
                </a:lnTo>
                <a:lnTo>
                  <a:pt x="402107" y="80860"/>
                </a:lnTo>
                <a:lnTo>
                  <a:pt x="402107" y="24104"/>
                </a:lnTo>
                <a:lnTo>
                  <a:pt x="426085" y="80860"/>
                </a:lnTo>
                <a:lnTo>
                  <a:pt x="440918" y="80860"/>
                </a:lnTo>
                <a:lnTo>
                  <a:pt x="440918" y="64338"/>
                </a:lnTo>
                <a:lnTo>
                  <a:pt x="440918" y="17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0275" y="1454530"/>
            <a:ext cx="644525" cy="281305"/>
          </a:xfrm>
          <a:custGeom>
            <a:avLst/>
            <a:gdLst/>
            <a:ahLst/>
            <a:cxnLst/>
            <a:rect l="l" t="t" r="r" b="b"/>
            <a:pathLst>
              <a:path w="644525" h="281305">
                <a:moveTo>
                  <a:pt x="183451" y="274955"/>
                </a:moveTo>
                <a:lnTo>
                  <a:pt x="177088" y="199961"/>
                </a:lnTo>
                <a:lnTo>
                  <a:pt x="160007" y="161937"/>
                </a:lnTo>
                <a:lnTo>
                  <a:pt x="133388" y="151345"/>
                </a:lnTo>
                <a:lnTo>
                  <a:pt x="133172" y="151345"/>
                </a:lnTo>
                <a:lnTo>
                  <a:pt x="166243" y="128689"/>
                </a:lnTo>
                <a:lnTo>
                  <a:pt x="179362" y="86804"/>
                </a:lnTo>
                <a:lnTo>
                  <a:pt x="177863" y="69519"/>
                </a:lnTo>
                <a:lnTo>
                  <a:pt x="177838" y="69138"/>
                </a:lnTo>
                <a:lnTo>
                  <a:pt x="173609" y="54686"/>
                </a:lnTo>
                <a:lnTo>
                  <a:pt x="173240" y="53416"/>
                </a:lnTo>
                <a:lnTo>
                  <a:pt x="165582" y="39636"/>
                </a:lnTo>
                <a:lnTo>
                  <a:pt x="154863" y="27800"/>
                </a:lnTo>
                <a:lnTo>
                  <a:pt x="141414" y="18288"/>
                </a:lnTo>
                <a:lnTo>
                  <a:pt x="125590" y="11493"/>
                </a:lnTo>
                <a:lnTo>
                  <a:pt x="123913" y="11125"/>
                </a:lnTo>
                <a:lnTo>
                  <a:pt x="123913" y="91579"/>
                </a:lnTo>
                <a:lnTo>
                  <a:pt x="123291" y="99910"/>
                </a:lnTo>
                <a:lnTo>
                  <a:pt x="93891" y="128079"/>
                </a:lnTo>
                <a:lnTo>
                  <a:pt x="84988" y="128689"/>
                </a:lnTo>
                <a:lnTo>
                  <a:pt x="53924" y="128689"/>
                </a:lnTo>
                <a:lnTo>
                  <a:pt x="53924" y="54686"/>
                </a:lnTo>
                <a:lnTo>
                  <a:pt x="84988" y="54686"/>
                </a:lnTo>
                <a:lnTo>
                  <a:pt x="121412" y="75844"/>
                </a:lnTo>
                <a:lnTo>
                  <a:pt x="123913" y="91579"/>
                </a:lnTo>
                <a:lnTo>
                  <a:pt x="123913" y="11125"/>
                </a:lnTo>
                <a:lnTo>
                  <a:pt x="107391" y="7416"/>
                </a:lnTo>
                <a:lnTo>
                  <a:pt x="86804" y="6057"/>
                </a:lnTo>
                <a:lnTo>
                  <a:pt x="0" y="6057"/>
                </a:lnTo>
                <a:lnTo>
                  <a:pt x="0" y="274955"/>
                </a:lnTo>
                <a:lnTo>
                  <a:pt x="53924" y="274955"/>
                </a:lnTo>
                <a:lnTo>
                  <a:pt x="53924" y="177355"/>
                </a:lnTo>
                <a:lnTo>
                  <a:pt x="93103" y="177355"/>
                </a:lnTo>
                <a:lnTo>
                  <a:pt x="123469" y="204203"/>
                </a:lnTo>
                <a:lnTo>
                  <a:pt x="124218" y="214363"/>
                </a:lnTo>
                <a:lnTo>
                  <a:pt x="129070" y="274955"/>
                </a:lnTo>
                <a:lnTo>
                  <a:pt x="183451" y="274955"/>
                </a:lnTo>
                <a:close/>
              </a:path>
              <a:path w="644525" h="281305">
                <a:moveTo>
                  <a:pt x="424014" y="274955"/>
                </a:moveTo>
                <a:lnTo>
                  <a:pt x="408355" y="217766"/>
                </a:lnTo>
                <a:lnTo>
                  <a:pt x="395478" y="170726"/>
                </a:lnTo>
                <a:lnTo>
                  <a:pt x="368185" y="71043"/>
                </a:lnTo>
                <a:lnTo>
                  <a:pt x="350393" y="6057"/>
                </a:lnTo>
                <a:lnTo>
                  <a:pt x="342988" y="6057"/>
                </a:lnTo>
                <a:lnTo>
                  <a:pt x="342988" y="170726"/>
                </a:lnTo>
                <a:lnTo>
                  <a:pt x="292036" y="170726"/>
                </a:lnTo>
                <a:lnTo>
                  <a:pt x="317512" y="71043"/>
                </a:lnTo>
                <a:lnTo>
                  <a:pt x="342988" y="170726"/>
                </a:lnTo>
                <a:lnTo>
                  <a:pt x="342988" y="6057"/>
                </a:lnTo>
                <a:lnTo>
                  <a:pt x="284645" y="6057"/>
                </a:lnTo>
                <a:lnTo>
                  <a:pt x="211023" y="274955"/>
                </a:lnTo>
                <a:lnTo>
                  <a:pt x="265404" y="274955"/>
                </a:lnTo>
                <a:lnTo>
                  <a:pt x="280022" y="217766"/>
                </a:lnTo>
                <a:lnTo>
                  <a:pt x="355015" y="217766"/>
                </a:lnTo>
                <a:lnTo>
                  <a:pt x="369633" y="274955"/>
                </a:lnTo>
                <a:lnTo>
                  <a:pt x="424014" y="274955"/>
                </a:lnTo>
                <a:close/>
              </a:path>
              <a:path w="644525" h="281305">
                <a:moveTo>
                  <a:pt x="644131" y="94526"/>
                </a:moveTo>
                <a:lnTo>
                  <a:pt x="631520" y="54381"/>
                </a:lnTo>
                <a:lnTo>
                  <a:pt x="601929" y="17119"/>
                </a:lnTo>
                <a:lnTo>
                  <a:pt x="558863" y="685"/>
                </a:lnTo>
                <a:lnTo>
                  <a:pt x="545960" y="0"/>
                </a:lnTo>
                <a:lnTo>
                  <a:pt x="530479" y="1066"/>
                </a:lnTo>
                <a:lnTo>
                  <a:pt x="490816" y="17119"/>
                </a:lnTo>
                <a:lnTo>
                  <a:pt x="462330" y="50914"/>
                </a:lnTo>
                <a:lnTo>
                  <a:pt x="446316" y="100330"/>
                </a:lnTo>
                <a:lnTo>
                  <a:pt x="443255" y="140881"/>
                </a:lnTo>
                <a:lnTo>
                  <a:pt x="444055" y="162369"/>
                </a:lnTo>
                <a:lnTo>
                  <a:pt x="450532" y="200469"/>
                </a:lnTo>
                <a:lnTo>
                  <a:pt x="471525" y="244475"/>
                </a:lnTo>
                <a:lnTo>
                  <a:pt x="503897" y="271792"/>
                </a:lnTo>
                <a:lnTo>
                  <a:pt x="545350" y="281012"/>
                </a:lnTo>
                <a:lnTo>
                  <a:pt x="555675" y="280416"/>
                </a:lnTo>
                <a:lnTo>
                  <a:pt x="595515" y="260070"/>
                </a:lnTo>
                <a:lnTo>
                  <a:pt x="605967" y="244475"/>
                </a:lnTo>
                <a:lnTo>
                  <a:pt x="606005" y="245338"/>
                </a:lnTo>
                <a:lnTo>
                  <a:pt x="607237" y="274955"/>
                </a:lnTo>
                <a:lnTo>
                  <a:pt x="643216" y="274955"/>
                </a:lnTo>
                <a:lnTo>
                  <a:pt x="643216" y="210273"/>
                </a:lnTo>
                <a:lnTo>
                  <a:pt x="643216" y="135128"/>
                </a:lnTo>
                <a:lnTo>
                  <a:pt x="545350" y="135128"/>
                </a:lnTo>
                <a:lnTo>
                  <a:pt x="545350" y="177088"/>
                </a:lnTo>
                <a:lnTo>
                  <a:pt x="593382" y="177088"/>
                </a:lnTo>
                <a:lnTo>
                  <a:pt x="592810" y="185483"/>
                </a:lnTo>
                <a:lnTo>
                  <a:pt x="578993" y="221564"/>
                </a:lnTo>
                <a:lnTo>
                  <a:pt x="558685" y="232613"/>
                </a:lnTo>
                <a:lnTo>
                  <a:pt x="549757" y="232613"/>
                </a:lnTo>
                <a:lnTo>
                  <a:pt x="512064" y="208864"/>
                </a:lnTo>
                <a:lnTo>
                  <a:pt x="500202" y="168109"/>
                </a:lnTo>
                <a:lnTo>
                  <a:pt x="498690" y="140881"/>
                </a:lnTo>
                <a:lnTo>
                  <a:pt x="499046" y="126542"/>
                </a:lnTo>
                <a:lnTo>
                  <a:pt x="507415" y="80657"/>
                </a:lnTo>
                <a:lnTo>
                  <a:pt x="532384" y="51066"/>
                </a:lnTo>
                <a:lnTo>
                  <a:pt x="538734" y="49187"/>
                </a:lnTo>
                <a:lnTo>
                  <a:pt x="537857" y="49187"/>
                </a:lnTo>
                <a:lnTo>
                  <a:pt x="546417" y="48399"/>
                </a:lnTo>
                <a:lnTo>
                  <a:pt x="554443" y="49187"/>
                </a:lnTo>
                <a:lnTo>
                  <a:pt x="561721" y="51523"/>
                </a:lnTo>
                <a:lnTo>
                  <a:pt x="586422" y="86296"/>
                </a:lnTo>
                <a:lnTo>
                  <a:pt x="588911" y="97713"/>
                </a:lnTo>
                <a:lnTo>
                  <a:pt x="644131" y="94526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495419" y="1456797"/>
            <a:ext cx="1534160" cy="329565"/>
            <a:chOff x="1495419" y="1456797"/>
            <a:chExt cx="1534160" cy="329565"/>
          </a:xfrm>
        </p:grpSpPr>
        <p:sp>
          <p:nvSpPr>
            <p:cNvPr id="6" name="object 6"/>
            <p:cNvSpPr/>
            <p:nvPr/>
          </p:nvSpPr>
          <p:spPr>
            <a:xfrm>
              <a:off x="1495412" y="1456804"/>
              <a:ext cx="638175" cy="329565"/>
            </a:xfrm>
            <a:custGeom>
              <a:avLst/>
              <a:gdLst/>
              <a:ahLst/>
              <a:cxnLst/>
              <a:rect l="l" t="t" r="r" b="b"/>
              <a:pathLst>
                <a:path w="638175" h="329564">
                  <a:moveTo>
                    <a:pt x="181038" y="90284"/>
                  </a:moveTo>
                  <a:lnTo>
                    <a:pt x="172974" y="52412"/>
                  </a:lnTo>
                  <a:lnTo>
                    <a:pt x="145948" y="20624"/>
                  </a:lnTo>
                  <a:lnTo>
                    <a:pt x="125590" y="10236"/>
                  </a:lnTo>
                  <a:lnTo>
                    <a:pt x="125590" y="90284"/>
                  </a:lnTo>
                  <a:lnTo>
                    <a:pt x="124904" y="98907"/>
                  </a:lnTo>
                  <a:lnTo>
                    <a:pt x="91732" y="127114"/>
                  </a:lnTo>
                  <a:lnTo>
                    <a:pt x="81203" y="127711"/>
                  </a:lnTo>
                  <a:lnTo>
                    <a:pt x="53924" y="127711"/>
                  </a:lnTo>
                  <a:lnTo>
                    <a:pt x="53924" y="52412"/>
                  </a:lnTo>
                  <a:lnTo>
                    <a:pt x="81203" y="52412"/>
                  </a:lnTo>
                  <a:lnTo>
                    <a:pt x="119430" y="67360"/>
                  </a:lnTo>
                  <a:lnTo>
                    <a:pt x="125590" y="90284"/>
                  </a:lnTo>
                  <a:lnTo>
                    <a:pt x="125590" y="10236"/>
                  </a:lnTo>
                  <a:lnTo>
                    <a:pt x="124841" y="9906"/>
                  </a:lnTo>
                  <a:lnTo>
                    <a:pt x="112979" y="6502"/>
                  </a:lnTo>
                  <a:lnTo>
                    <a:pt x="100291" y="4470"/>
                  </a:lnTo>
                  <a:lnTo>
                    <a:pt x="86804" y="3784"/>
                  </a:lnTo>
                  <a:lnTo>
                    <a:pt x="0" y="3784"/>
                  </a:lnTo>
                  <a:lnTo>
                    <a:pt x="0" y="272681"/>
                  </a:lnTo>
                  <a:lnTo>
                    <a:pt x="53924" y="272681"/>
                  </a:lnTo>
                  <a:lnTo>
                    <a:pt x="53924" y="176326"/>
                  </a:lnTo>
                  <a:lnTo>
                    <a:pt x="86804" y="176326"/>
                  </a:lnTo>
                  <a:lnTo>
                    <a:pt x="124841" y="170281"/>
                  </a:lnTo>
                  <a:lnTo>
                    <a:pt x="162560" y="144653"/>
                  </a:lnTo>
                  <a:lnTo>
                    <a:pt x="173164" y="127711"/>
                  </a:lnTo>
                  <a:lnTo>
                    <a:pt x="174320" y="125488"/>
                  </a:lnTo>
                  <a:lnTo>
                    <a:pt x="178054" y="114592"/>
                  </a:lnTo>
                  <a:lnTo>
                    <a:pt x="180289" y="102857"/>
                  </a:lnTo>
                  <a:lnTo>
                    <a:pt x="181038" y="90284"/>
                  </a:lnTo>
                  <a:close/>
                </a:path>
                <a:path w="638175" h="329564">
                  <a:moveTo>
                    <a:pt x="349567" y="0"/>
                  </a:moveTo>
                  <a:lnTo>
                    <a:pt x="297294" y="0"/>
                  </a:lnTo>
                  <a:lnTo>
                    <a:pt x="297294" y="44691"/>
                  </a:lnTo>
                  <a:lnTo>
                    <a:pt x="349567" y="44691"/>
                  </a:lnTo>
                  <a:lnTo>
                    <a:pt x="349567" y="0"/>
                  </a:lnTo>
                  <a:close/>
                </a:path>
                <a:path w="638175" h="329564">
                  <a:moveTo>
                    <a:pt x="414324" y="231775"/>
                  </a:moveTo>
                  <a:lnTo>
                    <a:pt x="350316" y="231775"/>
                  </a:lnTo>
                  <a:lnTo>
                    <a:pt x="350316" y="110591"/>
                  </a:lnTo>
                  <a:lnTo>
                    <a:pt x="350316" y="88620"/>
                  </a:lnTo>
                  <a:lnTo>
                    <a:pt x="350316" y="69684"/>
                  </a:lnTo>
                  <a:lnTo>
                    <a:pt x="227241" y="69684"/>
                  </a:lnTo>
                  <a:lnTo>
                    <a:pt x="227241" y="110591"/>
                  </a:lnTo>
                  <a:lnTo>
                    <a:pt x="298818" y="110591"/>
                  </a:lnTo>
                  <a:lnTo>
                    <a:pt x="298818" y="231775"/>
                  </a:lnTo>
                  <a:lnTo>
                    <a:pt x="223443" y="231775"/>
                  </a:lnTo>
                  <a:lnTo>
                    <a:pt x="223443" y="272681"/>
                  </a:lnTo>
                  <a:lnTo>
                    <a:pt x="414324" y="272681"/>
                  </a:lnTo>
                  <a:lnTo>
                    <a:pt x="414324" y="231775"/>
                  </a:lnTo>
                  <a:close/>
                </a:path>
                <a:path w="638175" h="329564">
                  <a:moveTo>
                    <a:pt x="637768" y="171183"/>
                  </a:moveTo>
                  <a:lnTo>
                    <a:pt x="632790" y="129654"/>
                  </a:lnTo>
                  <a:lnTo>
                    <a:pt x="625894" y="110439"/>
                  </a:lnTo>
                  <a:lnTo>
                    <a:pt x="623912" y="105918"/>
                  </a:lnTo>
                  <a:lnTo>
                    <a:pt x="592658" y="73063"/>
                  </a:lnTo>
                  <a:lnTo>
                    <a:pt x="584441" y="69672"/>
                  </a:lnTo>
                  <a:lnTo>
                    <a:pt x="584441" y="171183"/>
                  </a:lnTo>
                  <a:lnTo>
                    <a:pt x="583742" y="185724"/>
                  </a:lnTo>
                  <a:lnTo>
                    <a:pt x="567055" y="223608"/>
                  </a:lnTo>
                  <a:lnTo>
                    <a:pt x="541578" y="231927"/>
                  </a:lnTo>
                  <a:lnTo>
                    <a:pt x="532993" y="231927"/>
                  </a:lnTo>
                  <a:lnTo>
                    <a:pt x="503059" y="205422"/>
                  </a:lnTo>
                  <a:lnTo>
                    <a:pt x="497484" y="171183"/>
                  </a:lnTo>
                  <a:lnTo>
                    <a:pt x="497840" y="161264"/>
                  </a:lnTo>
                  <a:lnTo>
                    <a:pt x="512102" y="121297"/>
                  </a:lnTo>
                  <a:lnTo>
                    <a:pt x="532993" y="110439"/>
                  </a:lnTo>
                  <a:lnTo>
                    <a:pt x="541578" y="110439"/>
                  </a:lnTo>
                  <a:lnTo>
                    <a:pt x="578142" y="133667"/>
                  </a:lnTo>
                  <a:lnTo>
                    <a:pt x="584441" y="171183"/>
                  </a:lnTo>
                  <a:lnTo>
                    <a:pt x="584441" y="69672"/>
                  </a:lnTo>
                  <a:lnTo>
                    <a:pt x="582015" y="68668"/>
                  </a:lnTo>
                  <a:lnTo>
                    <a:pt x="570242" y="66027"/>
                  </a:lnTo>
                  <a:lnTo>
                    <a:pt x="557326" y="65138"/>
                  </a:lnTo>
                  <a:lnTo>
                    <a:pt x="544309" y="66027"/>
                  </a:lnTo>
                  <a:lnTo>
                    <a:pt x="545211" y="66027"/>
                  </a:lnTo>
                  <a:lnTo>
                    <a:pt x="534885" y="68313"/>
                  </a:lnTo>
                  <a:lnTo>
                    <a:pt x="502285" y="93268"/>
                  </a:lnTo>
                  <a:lnTo>
                    <a:pt x="496785" y="103022"/>
                  </a:lnTo>
                  <a:lnTo>
                    <a:pt x="496785" y="105918"/>
                  </a:lnTo>
                  <a:lnTo>
                    <a:pt x="496925" y="110439"/>
                  </a:lnTo>
                  <a:lnTo>
                    <a:pt x="496989" y="112610"/>
                  </a:lnTo>
                  <a:lnTo>
                    <a:pt x="497103" y="116497"/>
                  </a:lnTo>
                  <a:lnTo>
                    <a:pt x="496785" y="105918"/>
                  </a:lnTo>
                  <a:lnTo>
                    <a:pt x="496697" y="103238"/>
                  </a:lnTo>
                  <a:lnTo>
                    <a:pt x="495769" y="73063"/>
                  </a:lnTo>
                  <a:lnTo>
                    <a:pt x="495668" y="69684"/>
                  </a:lnTo>
                  <a:lnTo>
                    <a:pt x="446138" y="69684"/>
                  </a:lnTo>
                  <a:lnTo>
                    <a:pt x="446138" y="329488"/>
                  </a:lnTo>
                  <a:lnTo>
                    <a:pt x="497484" y="329488"/>
                  </a:lnTo>
                  <a:lnTo>
                    <a:pt x="497484" y="244487"/>
                  </a:lnTo>
                  <a:lnTo>
                    <a:pt x="498386" y="246214"/>
                  </a:lnTo>
                  <a:lnTo>
                    <a:pt x="528472" y="272262"/>
                  </a:lnTo>
                  <a:lnTo>
                    <a:pt x="557326" y="277228"/>
                  </a:lnTo>
                  <a:lnTo>
                    <a:pt x="570242" y="276352"/>
                  </a:lnTo>
                  <a:lnTo>
                    <a:pt x="610539" y="255473"/>
                  </a:lnTo>
                  <a:lnTo>
                    <a:pt x="625856" y="231927"/>
                  </a:lnTo>
                  <a:lnTo>
                    <a:pt x="628904" y="224967"/>
                  </a:lnTo>
                  <a:lnTo>
                    <a:pt x="632790" y="212572"/>
                  </a:lnTo>
                  <a:lnTo>
                    <a:pt x="635558" y="199478"/>
                  </a:lnTo>
                  <a:lnTo>
                    <a:pt x="637209" y="185724"/>
                  </a:lnTo>
                  <a:lnTo>
                    <a:pt x="637768" y="17118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5755" y="1521938"/>
              <a:ext cx="190878" cy="2120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92984" y="1456804"/>
              <a:ext cx="426084" cy="273050"/>
            </a:xfrm>
            <a:custGeom>
              <a:avLst/>
              <a:gdLst/>
              <a:ahLst/>
              <a:cxnLst/>
              <a:rect l="l" t="t" r="r" b="b"/>
              <a:pathLst>
                <a:path w="426085" h="273050">
                  <a:moveTo>
                    <a:pt x="190881" y="231927"/>
                  </a:moveTo>
                  <a:lnTo>
                    <a:pt x="126339" y="231927"/>
                  </a:lnTo>
                  <a:lnTo>
                    <a:pt x="126339" y="69380"/>
                  </a:lnTo>
                  <a:lnTo>
                    <a:pt x="125336" y="54571"/>
                  </a:lnTo>
                  <a:lnTo>
                    <a:pt x="100609" y="13055"/>
                  </a:lnTo>
                  <a:lnTo>
                    <a:pt x="60744" y="3784"/>
                  </a:lnTo>
                  <a:lnTo>
                    <a:pt x="7569" y="3784"/>
                  </a:lnTo>
                  <a:lnTo>
                    <a:pt x="7569" y="44538"/>
                  </a:lnTo>
                  <a:lnTo>
                    <a:pt x="59131" y="44538"/>
                  </a:lnTo>
                  <a:lnTo>
                    <a:pt x="64947" y="46545"/>
                  </a:lnTo>
                  <a:lnTo>
                    <a:pt x="72974" y="54571"/>
                  </a:lnTo>
                  <a:lnTo>
                    <a:pt x="74980" y="60388"/>
                  </a:lnTo>
                  <a:lnTo>
                    <a:pt x="74980" y="231927"/>
                  </a:lnTo>
                  <a:lnTo>
                    <a:pt x="0" y="231927"/>
                  </a:lnTo>
                  <a:lnTo>
                    <a:pt x="0" y="272681"/>
                  </a:lnTo>
                  <a:lnTo>
                    <a:pt x="190881" y="272681"/>
                  </a:lnTo>
                  <a:lnTo>
                    <a:pt x="190881" y="259041"/>
                  </a:lnTo>
                  <a:lnTo>
                    <a:pt x="190881" y="231927"/>
                  </a:lnTo>
                  <a:close/>
                </a:path>
                <a:path w="426085" h="273050">
                  <a:moveTo>
                    <a:pt x="360921" y="0"/>
                  </a:moveTo>
                  <a:lnTo>
                    <a:pt x="308660" y="0"/>
                  </a:lnTo>
                  <a:lnTo>
                    <a:pt x="308660" y="44691"/>
                  </a:lnTo>
                  <a:lnTo>
                    <a:pt x="360921" y="44691"/>
                  </a:lnTo>
                  <a:lnTo>
                    <a:pt x="360921" y="0"/>
                  </a:lnTo>
                  <a:close/>
                </a:path>
                <a:path w="426085" h="273050">
                  <a:moveTo>
                    <a:pt x="425678" y="231775"/>
                  </a:moveTo>
                  <a:lnTo>
                    <a:pt x="361683" y="231775"/>
                  </a:lnTo>
                  <a:lnTo>
                    <a:pt x="361683" y="110591"/>
                  </a:lnTo>
                  <a:lnTo>
                    <a:pt x="361683" y="88620"/>
                  </a:lnTo>
                  <a:lnTo>
                    <a:pt x="361683" y="69684"/>
                  </a:lnTo>
                  <a:lnTo>
                    <a:pt x="238594" y="69684"/>
                  </a:lnTo>
                  <a:lnTo>
                    <a:pt x="238594" y="110591"/>
                  </a:lnTo>
                  <a:lnTo>
                    <a:pt x="310172" y="110591"/>
                  </a:lnTo>
                  <a:lnTo>
                    <a:pt x="310172" y="231775"/>
                  </a:lnTo>
                  <a:lnTo>
                    <a:pt x="234810" y="231775"/>
                  </a:lnTo>
                  <a:lnTo>
                    <a:pt x="234810" y="272681"/>
                  </a:lnTo>
                  <a:lnTo>
                    <a:pt x="425678" y="272681"/>
                  </a:lnTo>
                  <a:lnTo>
                    <a:pt x="425678" y="23177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6542" y="1521938"/>
              <a:ext cx="172698" cy="20754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74685" y="1521938"/>
            <a:ext cx="190878" cy="21208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18089" y="1456797"/>
            <a:ext cx="2701494" cy="2772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4570" y="2189577"/>
            <a:ext cx="277669" cy="7908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932775" y="2187795"/>
            <a:ext cx="640080" cy="83185"/>
            <a:chOff x="932775" y="2027337"/>
            <a:chExt cx="640080" cy="83185"/>
          </a:xfrm>
        </p:grpSpPr>
        <p:sp>
          <p:nvSpPr>
            <p:cNvPr id="14" name="object 14"/>
            <p:cNvSpPr/>
            <p:nvPr/>
          </p:nvSpPr>
          <p:spPr>
            <a:xfrm>
              <a:off x="932775" y="2029119"/>
              <a:ext cx="50800" cy="79375"/>
            </a:xfrm>
            <a:custGeom>
              <a:avLst/>
              <a:gdLst/>
              <a:ahLst/>
              <a:cxnLst/>
              <a:rect l="l" t="t" r="r" b="b"/>
              <a:pathLst>
                <a:path w="50800" h="79375">
                  <a:moveTo>
                    <a:pt x="50348" y="0"/>
                  </a:moveTo>
                  <a:lnTo>
                    <a:pt x="0" y="0"/>
                  </a:lnTo>
                  <a:lnTo>
                    <a:pt x="0" y="14301"/>
                  </a:lnTo>
                  <a:lnTo>
                    <a:pt x="17242" y="14301"/>
                  </a:lnTo>
                  <a:lnTo>
                    <a:pt x="17242" y="64785"/>
                  </a:lnTo>
                  <a:lnTo>
                    <a:pt x="0" y="64785"/>
                  </a:lnTo>
                  <a:lnTo>
                    <a:pt x="0" y="79086"/>
                  </a:lnTo>
                  <a:lnTo>
                    <a:pt x="50348" y="79086"/>
                  </a:lnTo>
                  <a:lnTo>
                    <a:pt x="50348" y="64785"/>
                  </a:lnTo>
                  <a:lnTo>
                    <a:pt x="33105" y="64785"/>
                  </a:lnTo>
                  <a:lnTo>
                    <a:pt x="33105" y="14301"/>
                  </a:lnTo>
                  <a:lnTo>
                    <a:pt x="50348" y="14301"/>
                  </a:lnTo>
                  <a:lnTo>
                    <a:pt x="5034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5178" y="2027337"/>
              <a:ext cx="129033" cy="8265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4438" y="2027337"/>
              <a:ext cx="200054" cy="8265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3874" y="2027337"/>
              <a:ext cx="198494" cy="82651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0588" y="2187795"/>
            <a:ext cx="64382" cy="82651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814972" y="2187795"/>
            <a:ext cx="569595" cy="83185"/>
            <a:chOff x="1814972" y="2027337"/>
            <a:chExt cx="569595" cy="83185"/>
          </a:xfrm>
        </p:grpSpPr>
        <p:sp>
          <p:nvSpPr>
            <p:cNvPr id="20" name="object 20"/>
            <p:cNvSpPr/>
            <p:nvPr/>
          </p:nvSpPr>
          <p:spPr>
            <a:xfrm>
              <a:off x="1814969" y="2029129"/>
              <a:ext cx="202565" cy="79375"/>
            </a:xfrm>
            <a:custGeom>
              <a:avLst/>
              <a:gdLst/>
              <a:ahLst/>
              <a:cxnLst/>
              <a:rect l="l" t="t" r="r" b="b"/>
              <a:pathLst>
                <a:path w="202564" h="79375">
                  <a:moveTo>
                    <a:pt x="50342" y="0"/>
                  </a:moveTo>
                  <a:lnTo>
                    <a:pt x="0" y="0"/>
                  </a:lnTo>
                  <a:lnTo>
                    <a:pt x="0" y="14300"/>
                  </a:lnTo>
                  <a:lnTo>
                    <a:pt x="17233" y="14300"/>
                  </a:lnTo>
                  <a:lnTo>
                    <a:pt x="17233" y="64782"/>
                  </a:lnTo>
                  <a:lnTo>
                    <a:pt x="0" y="64782"/>
                  </a:lnTo>
                  <a:lnTo>
                    <a:pt x="0" y="79082"/>
                  </a:lnTo>
                  <a:lnTo>
                    <a:pt x="50342" y="79082"/>
                  </a:lnTo>
                  <a:lnTo>
                    <a:pt x="50342" y="64782"/>
                  </a:lnTo>
                  <a:lnTo>
                    <a:pt x="33108" y="64782"/>
                  </a:lnTo>
                  <a:lnTo>
                    <a:pt x="33108" y="14300"/>
                  </a:lnTo>
                  <a:lnTo>
                    <a:pt x="50342" y="14300"/>
                  </a:lnTo>
                  <a:lnTo>
                    <a:pt x="50342" y="0"/>
                  </a:lnTo>
                  <a:close/>
                </a:path>
                <a:path w="202564" h="79375">
                  <a:moveTo>
                    <a:pt x="124980" y="0"/>
                  </a:moveTo>
                  <a:lnTo>
                    <a:pt x="109778" y="0"/>
                  </a:lnTo>
                  <a:lnTo>
                    <a:pt x="109778" y="51066"/>
                  </a:lnTo>
                  <a:lnTo>
                    <a:pt x="97091" y="21513"/>
                  </a:lnTo>
                  <a:lnTo>
                    <a:pt x="87858" y="0"/>
                  </a:lnTo>
                  <a:lnTo>
                    <a:pt x="72402" y="0"/>
                  </a:lnTo>
                  <a:lnTo>
                    <a:pt x="72402" y="79082"/>
                  </a:lnTo>
                  <a:lnTo>
                    <a:pt x="87591" y="79082"/>
                  </a:lnTo>
                  <a:lnTo>
                    <a:pt x="87591" y="28016"/>
                  </a:lnTo>
                  <a:lnTo>
                    <a:pt x="109512" y="79082"/>
                  </a:lnTo>
                  <a:lnTo>
                    <a:pt x="124980" y="79082"/>
                  </a:lnTo>
                  <a:lnTo>
                    <a:pt x="124980" y="57518"/>
                  </a:lnTo>
                  <a:lnTo>
                    <a:pt x="124980" y="0"/>
                  </a:lnTo>
                  <a:close/>
                </a:path>
                <a:path w="202564" h="79375">
                  <a:moveTo>
                    <a:pt x="202057" y="31165"/>
                  </a:moveTo>
                  <a:lnTo>
                    <a:pt x="185750" y="4597"/>
                  </a:lnTo>
                  <a:lnTo>
                    <a:pt x="185750" y="31165"/>
                  </a:lnTo>
                  <a:lnTo>
                    <a:pt x="185737" y="48044"/>
                  </a:lnTo>
                  <a:lnTo>
                    <a:pt x="184137" y="54305"/>
                  </a:lnTo>
                  <a:lnTo>
                    <a:pt x="177685" y="62687"/>
                  </a:lnTo>
                  <a:lnTo>
                    <a:pt x="173024" y="64782"/>
                  </a:lnTo>
                  <a:lnTo>
                    <a:pt x="162267" y="64782"/>
                  </a:lnTo>
                  <a:lnTo>
                    <a:pt x="162267" y="14300"/>
                  </a:lnTo>
                  <a:lnTo>
                    <a:pt x="173024" y="14300"/>
                  </a:lnTo>
                  <a:lnTo>
                    <a:pt x="177685" y="16408"/>
                  </a:lnTo>
                  <a:lnTo>
                    <a:pt x="184137" y="24841"/>
                  </a:lnTo>
                  <a:lnTo>
                    <a:pt x="185750" y="31165"/>
                  </a:lnTo>
                  <a:lnTo>
                    <a:pt x="185750" y="4597"/>
                  </a:lnTo>
                  <a:lnTo>
                    <a:pt x="180467" y="1524"/>
                  </a:lnTo>
                  <a:lnTo>
                    <a:pt x="174129" y="0"/>
                  </a:lnTo>
                  <a:lnTo>
                    <a:pt x="146405" y="0"/>
                  </a:lnTo>
                  <a:lnTo>
                    <a:pt x="146405" y="79082"/>
                  </a:lnTo>
                  <a:lnTo>
                    <a:pt x="174129" y="79082"/>
                  </a:lnTo>
                  <a:lnTo>
                    <a:pt x="202057" y="48044"/>
                  </a:lnTo>
                  <a:lnTo>
                    <a:pt x="202057" y="3116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36635" y="2029119"/>
              <a:ext cx="196267" cy="7908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4957" y="2027337"/>
              <a:ext cx="129033" cy="82651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950" y="2324364"/>
            <a:ext cx="1492627" cy="110276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081433" y="2779502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16662" y="2324364"/>
            <a:ext cx="1442501" cy="1102762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690237" y="2779502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26249" y="2324364"/>
            <a:ext cx="1804670" cy="935990"/>
            <a:chOff x="3826249" y="2163906"/>
            <a:chExt cx="1804670" cy="935990"/>
          </a:xfrm>
        </p:grpSpPr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26249" y="2163906"/>
              <a:ext cx="1804520" cy="45112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26249" y="2648453"/>
              <a:ext cx="1804520" cy="45112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664363" y="2779502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03424" y="2324364"/>
            <a:ext cx="2784752" cy="1102762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8618729" y="2779502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755261" y="2324364"/>
            <a:ext cx="1225291" cy="1225286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560515" y="3778250"/>
            <a:ext cx="718185" cy="83185"/>
            <a:chOff x="560515" y="3419713"/>
            <a:chExt cx="718185" cy="83185"/>
          </a:xfrm>
        </p:grpSpPr>
        <p:sp>
          <p:nvSpPr>
            <p:cNvPr id="35" name="object 35"/>
            <p:cNvSpPr/>
            <p:nvPr/>
          </p:nvSpPr>
          <p:spPr>
            <a:xfrm>
              <a:off x="560514" y="3419716"/>
              <a:ext cx="276860" cy="83185"/>
            </a:xfrm>
            <a:custGeom>
              <a:avLst/>
              <a:gdLst/>
              <a:ahLst/>
              <a:cxnLst/>
              <a:rect l="l" t="t" r="r" b="b"/>
              <a:pathLst>
                <a:path w="276859" h="83185">
                  <a:moveTo>
                    <a:pt x="59080" y="27800"/>
                  </a:moveTo>
                  <a:lnTo>
                    <a:pt x="58089" y="22529"/>
                  </a:lnTo>
                  <a:lnTo>
                    <a:pt x="57962" y="21856"/>
                  </a:lnTo>
                  <a:lnTo>
                    <a:pt x="56121" y="16802"/>
                  </a:lnTo>
                  <a:lnTo>
                    <a:pt x="54521" y="14236"/>
                  </a:lnTo>
                  <a:lnTo>
                    <a:pt x="50977" y="8534"/>
                  </a:lnTo>
                  <a:lnTo>
                    <a:pt x="47752" y="5384"/>
                  </a:lnTo>
                  <a:lnTo>
                    <a:pt x="39992" y="1079"/>
                  </a:lnTo>
                  <a:lnTo>
                    <a:pt x="35433" y="0"/>
                  </a:lnTo>
                  <a:lnTo>
                    <a:pt x="23901" y="0"/>
                  </a:lnTo>
                  <a:lnTo>
                    <a:pt x="0" y="32905"/>
                  </a:lnTo>
                  <a:lnTo>
                    <a:pt x="0" y="50190"/>
                  </a:lnTo>
                  <a:lnTo>
                    <a:pt x="24053" y="82651"/>
                  </a:lnTo>
                  <a:lnTo>
                    <a:pt x="34226" y="82651"/>
                  </a:lnTo>
                  <a:lnTo>
                    <a:pt x="37820" y="81711"/>
                  </a:lnTo>
                  <a:lnTo>
                    <a:pt x="43751" y="77914"/>
                  </a:lnTo>
                  <a:lnTo>
                    <a:pt x="46101" y="75387"/>
                  </a:lnTo>
                  <a:lnTo>
                    <a:pt x="47866" y="72174"/>
                  </a:lnTo>
                  <a:lnTo>
                    <a:pt x="47967" y="74612"/>
                  </a:lnTo>
                  <a:lnTo>
                    <a:pt x="47993" y="75387"/>
                  </a:lnTo>
                  <a:lnTo>
                    <a:pt x="48107" y="77914"/>
                  </a:lnTo>
                  <a:lnTo>
                    <a:pt x="48221" y="80873"/>
                  </a:lnTo>
                  <a:lnTo>
                    <a:pt x="58813" y="80873"/>
                  </a:lnTo>
                  <a:lnTo>
                    <a:pt x="58813" y="61849"/>
                  </a:lnTo>
                  <a:lnTo>
                    <a:pt x="58813" y="39751"/>
                  </a:lnTo>
                  <a:lnTo>
                    <a:pt x="51054" y="39751"/>
                  </a:lnTo>
                  <a:lnTo>
                    <a:pt x="51054" y="61849"/>
                  </a:lnTo>
                  <a:lnTo>
                    <a:pt x="50685" y="65176"/>
                  </a:lnTo>
                  <a:lnTo>
                    <a:pt x="50634" y="65595"/>
                  </a:lnTo>
                  <a:lnTo>
                    <a:pt x="51054" y="61849"/>
                  </a:lnTo>
                  <a:lnTo>
                    <a:pt x="51054" y="39751"/>
                  </a:lnTo>
                  <a:lnTo>
                    <a:pt x="47701" y="39751"/>
                  </a:lnTo>
                  <a:lnTo>
                    <a:pt x="47701" y="68414"/>
                  </a:lnTo>
                  <a:lnTo>
                    <a:pt x="47586" y="65595"/>
                  </a:lnTo>
                  <a:lnTo>
                    <a:pt x="47510" y="63766"/>
                  </a:lnTo>
                  <a:lnTo>
                    <a:pt x="47574" y="65176"/>
                  </a:lnTo>
                  <a:lnTo>
                    <a:pt x="47586" y="65595"/>
                  </a:lnTo>
                  <a:lnTo>
                    <a:pt x="47663" y="67373"/>
                  </a:lnTo>
                  <a:lnTo>
                    <a:pt x="47701" y="68414"/>
                  </a:lnTo>
                  <a:lnTo>
                    <a:pt x="47701" y="39751"/>
                  </a:lnTo>
                  <a:lnTo>
                    <a:pt x="30022" y="39751"/>
                  </a:lnTo>
                  <a:lnTo>
                    <a:pt x="30022" y="52120"/>
                  </a:lnTo>
                  <a:lnTo>
                    <a:pt x="44145" y="52120"/>
                  </a:lnTo>
                  <a:lnTo>
                    <a:pt x="44043" y="55499"/>
                  </a:lnTo>
                  <a:lnTo>
                    <a:pt x="33947" y="68414"/>
                  </a:lnTo>
                  <a:lnTo>
                    <a:pt x="28105" y="68414"/>
                  </a:lnTo>
                  <a:lnTo>
                    <a:pt x="16306" y="47218"/>
                  </a:lnTo>
                  <a:lnTo>
                    <a:pt x="16306" y="35585"/>
                  </a:lnTo>
                  <a:lnTo>
                    <a:pt x="27368" y="14236"/>
                  </a:lnTo>
                  <a:lnTo>
                    <a:pt x="33629" y="14236"/>
                  </a:lnTo>
                  <a:lnTo>
                    <a:pt x="36334" y="15468"/>
                  </a:lnTo>
                  <a:lnTo>
                    <a:pt x="40551" y="20370"/>
                  </a:lnTo>
                  <a:lnTo>
                    <a:pt x="42024" y="23977"/>
                  </a:lnTo>
                  <a:lnTo>
                    <a:pt x="42837" y="28740"/>
                  </a:lnTo>
                  <a:lnTo>
                    <a:pt x="59080" y="27800"/>
                  </a:lnTo>
                  <a:close/>
                </a:path>
                <a:path w="276859" h="83185">
                  <a:moveTo>
                    <a:pt x="129654" y="66573"/>
                  </a:moveTo>
                  <a:lnTo>
                    <a:pt x="95161" y="66573"/>
                  </a:lnTo>
                  <a:lnTo>
                    <a:pt x="95161" y="48183"/>
                  </a:lnTo>
                  <a:lnTo>
                    <a:pt x="127419" y="48183"/>
                  </a:lnTo>
                  <a:lnTo>
                    <a:pt x="127419" y="34239"/>
                  </a:lnTo>
                  <a:lnTo>
                    <a:pt x="95161" y="34239"/>
                  </a:lnTo>
                  <a:lnTo>
                    <a:pt x="95161" y="16090"/>
                  </a:lnTo>
                  <a:lnTo>
                    <a:pt x="128765" y="16090"/>
                  </a:lnTo>
                  <a:lnTo>
                    <a:pt x="128765" y="1790"/>
                  </a:lnTo>
                  <a:lnTo>
                    <a:pt x="79298" y="1790"/>
                  </a:lnTo>
                  <a:lnTo>
                    <a:pt x="79298" y="80873"/>
                  </a:lnTo>
                  <a:lnTo>
                    <a:pt x="129654" y="80873"/>
                  </a:lnTo>
                  <a:lnTo>
                    <a:pt x="129654" y="66573"/>
                  </a:lnTo>
                  <a:close/>
                </a:path>
                <a:path w="276859" h="83185">
                  <a:moveTo>
                    <a:pt x="203161" y="1790"/>
                  </a:moveTo>
                  <a:lnTo>
                    <a:pt x="187972" y="1790"/>
                  </a:lnTo>
                  <a:lnTo>
                    <a:pt x="187972" y="52857"/>
                  </a:lnTo>
                  <a:lnTo>
                    <a:pt x="175285" y="23304"/>
                  </a:lnTo>
                  <a:lnTo>
                    <a:pt x="166052" y="1790"/>
                  </a:lnTo>
                  <a:lnTo>
                    <a:pt x="150596" y="1790"/>
                  </a:lnTo>
                  <a:lnTo>
                    <a:pt x="150596" y="80873"/>
                  </a:lnTo>
                  <a:lnTo>
                    <a:pt x="165785" y="80873"/>
                  </a:lnTo>
                  <a:lnTo>
                    <a:pt x="165785" y="29806"/>
                  </a:lnTo>
                  <a:lnTo>
                    <a:pt x="187706" y="80873"/>
                  </a:lnTo>
                  <a:lnTo>
                    <a:pt x="203161" y="80873"/>
                  </a:lnTo>
                  <a:lnTo>
                    <a:pt x="203161" y="59309"/>
                  </a:lnTo>
                  <a:lnTo>
                    <a:pt x="203161" y="1790"/>
                  </a:lnTo>
                  <a:close/>
                </a:path>
                <a:path w="276859" h="83185">
                  <a:moveTo>
                    <a:pt x="276682" y="66573"/>
                  </a:moveTo>
                  <a:lnTo>
                    <a:pt x="242201" y="66573"/>
                  </a:lnTo>
                  <a:lnTo>
                    <a:pt x="242201" y="48183"/>
                  </a:lnTo>
                  <a:lnTo>
                    <a:pt x="274459" y="48183"/>
                  </a:lnTo>
                  <a:lnTo>
                    <a:pt x="274459" y="34239"/>
                  </a:lnTo>
                  <a:lnTo>
                    <a:pt x="242201" y="34239"/>
                  </a:lnTo>
                  <a:lnTo>
                    <a:pt x="242201" y="16090"/>
                  </a:lnTo>
                  <a:lnTo>
                    <a:pt x="275793" y="16090"/>
                  </a:lnTo>
                  <a:lnTo>
                    <a:pt x="275793" y="1790"/>
                  </a:lnTo>
                  <a:lnTo>
                    <a:pt x="226339" y="1790"/>
                  </a:lnTo>
                  <a:lnTo>
                    <a:pt x="226339" y="80873"/>
                  </a:lnTo>
                  <a:lnTo>
                    <a:pt x="276682" y="80873"/>
                  </a:lnTo>
                  <a:lnTo>
                    <a:pt x="276682" y="6657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57877" y="3421495"/>
              <a:ext cx="202550" cy="790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79808" y="3419713"/>
              <a:ext cx="198494" cy="82651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66522" y="3778250"/>
            <a:ext cx="64382" cy="82651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1522021" y="3778250"/>
            <a:ext cx="712470" cy="83185"/>
            <a:chOff x="1522021" y="3419713"/>
            <a:chExt cx="712470" cy="83185"/>
          </a:xfrm>
        </p:grpSpPr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2021" y="3421495"/>
              <a:ext cx="202416" cy="7908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43684" y="3421429"/>
              <a:ext cx="272456" cy="8093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035521" y="3419713"/>
              <a:ext cx="198495" cy="82651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56950" y="3914819"/>
            <a:ext cx="1631864" cy="980232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220584" y="4308693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45" name="object 4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355900" y="3943553"/>
            <a:ext cx="1631864" cy="980232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4021884" y="4308693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160419" y="3914819"/>
            <a:ext cx="1910340" cy="980232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6104966" y="4308693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49" name="object 4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243415" y="3914819"/>
            <a:ext cx="2300205" cy="980232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8573126" y="4308693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470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51" name="object 5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710706" y="3914819"/>
            <a:ext cx="1425793" cy="98023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56950" y="5460721"/>
            <a:ext cx="9579548" cy="4511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530" y="1158494"/>
            <a:ext cx="751840" cy="83185"/>
            <a:chOff x="566530" y="1158494"/>
            <a:chExt cx="751840" cy="83185"/>
          </a:xfrm>
        </p:grpSpPr>
        <p:sp>
          <p:nvSpPr>
            <p:cNvPr id="3" name="object 3"/>
            <p:cNvSpPr/>
            <p:nvPr/>
          </p:nvSpPr>
          <p:spPr>
            <a:xfrm>
              <a:off x="566530" y="1160275"/>
              <a:ext cx="50165" cy="79375"/>
            </a:xfrm>
            <a:custGeom>
              <a:avLst/>
              <a:gdLst/>
              <a:ahLst/>
              <a:cxnLst/>
              <a:rect l="l" t="t" r="r" b="b"/>
              <a:pathLst>
                <a:path w="50165" h="79375">
                  <a:moveTo>
                    <a:pt x="49011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49902" y="79087"/>
                  </a:lnTo>
                  <a:lnTo>
                    <a:pt x="49902" y="66432"/>
                  </a:lnTo>
                  <a:lnTo>
                    <a:pt x="13768" y="66432"/>
                  </a:lnTo>
                  <a:lnTo>
                    <a:pt x="13768" y="45604"/>
                  </a:lnTo>
                  <a:lnTo>
                    <a:pt x="47674" y="45604"/>
                  </a:lnTo>
                  <a:lnTo>
                    <a:pt x="47674" y="33261"/>
                  </a:lnTo>
                  <a:lnTo>
                    <a:pt x="13768" y="33261"/>
                  </a:lnTo>
                  <a:lnTo>
                    <a:pt x="13768" y="12655"/>
                  </a:lnTo>
                  <a:lnTo>
                    <a:pt x="49011" y="12655"/>
                  </a:lnTo>
                  <a:lnTo>
                    <a:pt x="490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550" y="1160275"/>
              <a:ext cx="139816" cy="790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1547" y="1160233"/>
              <a:ext cx="128270" cy="81280"/>
            </a:xfrm>
            <a:custGeom>
              <a:avLst/>
              <a:gdLst/>
              <a:ahLst/>
              <a:cxnLst/>
              <a:rect l="l" t="t" r="r" b="b"/>
              <a:pathLst>
                <a:path w="128269" h="81280">
                  <a:moveTo>
                    <a:pt x="49911" y="66484"/>
                  </a:moveTo>
                  <a:lnTo>
                    <a:pt x="13779" y="66484"/>
                  </a:lnTo>
                  <a:lnTo>
                    <a:pt x="13779" y="50"/>
                  </a:lnTo>
                  <a:lnTo>
                    <a:pt x="0" y="50"/>
                  </a:lnTo>
                  <a:lnTo>
                    <a:pt x="0" y="79133"/>
                  </a:lnTo>
                  <a:lnTo>
                    <a:pt x="49911" y="79133"/>
                  </a:lnTo>
                  <a:lnTo>
                    <a:pt x="49911" y="74637"/>
                  </a:lnTo>
                  <a:lnTo>
                    <a:pt x="49911" y="66484"/>
                  </a:lnTo>
                  <a:close/>
                </a:path>
                <a:path w="128269" h="81280">
                  <a:moveTo>
                    <a:pt x="127876" y="0"/>
                  </a:moveTo>
                  <a:lnTo>
                    <a:pt x="114109" y="0"/>
                  </a:lnTo>
                  <a:lnTo>
                    <a:pt x="114109" y="57683"/>
                  </a:lnTo>
                  <a:lnTo>
                    <a:pt x="112966" y="61607"/>
                  </a:lnTo>
                  <a:lnTo>
                    <a:pt x="108381" y="67081"/>
                  </a:lnTo>
                  <a:lnTo>
                    <a:pt x="105054" y="68440"/>
                  </a:lnTo>
                  <a:lnTo>
                    <a:pt x="96354" y="68440"/>
                  </a:lnTo>
                  <a:lnTo>
                    <a:pt x="93027" y="67081"/>
                  </a:lnTo>
                  <a:lnTo>
                    <a:pt x="88442" y="61607"/>
                  </a:lnTo>
                  <a:lnTo>
                    <a:pt x="87287" y="57683"/>
                  </a:lnTo>
                  <a:lnTo>
                    <a:pt x="87287" y="0"/>
                  </a:lnTo>
                  <a:lnTo>
                    <a:pt x="73520" y="0"/>
                  </a:lnTo>
                  <a:lnTo>
                    <a:pt x="73520" y="60985"/>
                  </a:lnTo>
                  <a:lnTo>
                    <a:pt x="75907" y="68186"/>
                  </a:lnTo>
                  <a:lnTo>
                    <a:pt x="85483" y="78371"/>
                  </a:lnTo>
                  <a:lnTo>
                    <a:pt x="92151" y="80911"/>
                  </a:lnTo>
                  <a:lnTo>
                    <a:pt x="100698" y="80911"/>
                  </a:lnTo>
                  <a:lnTo>
                    <a:pt x="109258" y="80911"/>
                  </a:lnTo>
                  <a:lnTo>
                    <a:pt x="115925" y="78371"/>
                  </a:lnTo>
                  <a:lnTo>
                    <a:pt x="125488" y="68186"/>
                  </a:lnTo>
                  <a:lnTo>
                    <a:pt x="127876" y="60985"/>
                  </a:lnTo>
                  <a:lnTo>
                    <a:pt x="12787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172" y="1160275"/>
              <a:ext cx="137988" cy="790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1211" y="1158493"/>
              <a:ext cx="207010" cy="83185"/>
            </a:xfrm>
            <a:custGeom>
              <a:avLst/>
              <a:gdLst/>
              <a:ahLst/>
              <a:cxnLst/>
              <a:rect l="l" t="t" r="r" b="b"/>
              <a:pathLst>
                <a:path w="207009" h="83184">
                  <a:moveTo>
                    <a:pt x="49911" y="1790"/>
                  </a:moveTo>
                  <a:lnTo>
                    <a:pt x="0" y="1790"/>
                  </a:lnTo>
                  <a:lnTo>
                    <a:pt x="0" y="14439"/>
                  </a:lnTo>
                  <a:lnTo>
                    <a:pt x="18072" y="14439"/>
                  </a:lnTo>
                  <a:lnTo>
                    <a:pt x="18072" y="68224"/>
                  </a:lnTo>
                  <a:lnTo>
                    <a:pt x="0" y="68224"/>
                  </a:lnTo>
                  <a:lnTo>
                    <a:pt x="0" y="80873"/>
                  </a:lnTo>
                  <a:lnTo>
                    <a:pt x="49911" y="80873"/>
                  </a:lnTo>
                  <a:lnTo>
                    <a:pt x="49911" y="68224"/>
                  </a:lnTo>
                  <a:lnTo>
                    <a:pt x="31838" y="68224"/>
                  </a:lnTo>
                  <a:lnTo>
                    <a:pt x="31838" y="14439"/>
                  </a:lnTo>
                  <a:lnTo>
                    <a:pt x="49911" y="14439"/>
                  </a:lnTo>
                  <a:lnTo>
                    <a:pt x="49911" y="1790"/>
                  </a:lnTo>
                  <a:close/>
                </a:path>
                <a:path w="207009" h="83184">
                  <a:moveTo>
                    <a:pt x="132549" y="32562"/>
                  </a:moveTo>
                  <a:lnTo>
                    <a:pt x="131406" y="25044"/>
                  </a:lnTo>
                  <a:lnTo>
                    <a:pt x="126822" y="12712"/>
                  </a:lnTo>
                  <a:lnTo>
                    <a:pt x="126657" y="12484"/>
                  </a:lnTo>
                  <a:lnTo>
                    <a:pt x="123456" y="8026"/>
                  </a:lnTo>
                  <a:lnTo>
                    <a:pt x="118338" y="4318"/>
                  </a:lnTo>
                  <a:lnTo>
                    <a:pt x="118338" y="34950"/>
                  </a:lnTo>
                  <a:lnTo>
                    <a:pt x="118338" y="47929"/>
                  </a:lnTo>
                  <a:lnTo>
                    <a:pt x="106273" y="70180"/>
                  </a:lnTo>
                  <a:lnTo>
                    <a:pt x="99618" y="70180"/>
                  </a:lnTo>
                  <a:lnTo>
                    <a:pt x="87515" y="47929"/>
                  </a:lnTo>
                  <a:lnTo>
                    <a:pt x="87515" y="34950"/>
                  </a:lnTo>
                  <a:lnTo>
                    <a:pt x="99618" y="12484"/>
                  </a:lnTo>
                  <a:lnTo>
                    <a:pt x="106273" y="12484"/>
                  </a:lnTo>
                  <a:lnTo>
                    <a:pt x="118338" y="34950"/>
                  </a:lnTo>
                  <a:lnTo>
                    <a:pt x="118338" y="4318"/>
                  </a:lnTo>
                  <a:lnTo>
                    <a:pt x="114630" y="1612"/>
                  </a:lnTo>
                  <a:lnTo>
                    <a:pt x="109258" y="0"/>
                  </a:lnTo>
                  <a:lnTo>
                    <a:pt x="96596" y="0"/>
                  </a:lnTo>
                  <a:lnTo>
                    <a:pt x="73291" y="32562"/>
                  </a:lnTo>
                  <a:lnTo>
                    <a:pt x="73291" y="50241"/>
                  </a:lnTo>
                  <a:lnTo>
                    <a:pt x="96596" y="82651"/>
                  </a:lnTo>
                  <a:lnTo>
                    <a:pt x="109258" y="82651"/>
                  </a:lnTo>
                  <a:lnTo>
                    <a:pt x="132549" y="50241"/>
                  </a:lnTo>
                  <a:lnTo>
                    <a:pt x="132549" y="32562"/>
                  </a:lnTo>
                  <a:close/>
                </a:path>
                <a:path w="207009" h="83184">
                  <a:moveTo>
                    <a:pt x="206959" y="1790"/>
                  </a:moveTo>
                  <a:lnTo>
                    <a:pt x="193636" y="1790"/>
                  </a:lnTo>
                  <a:lnTo>
                    <a:pt x="193636" y="58547"/>
                  </a:lnTo>
                  <a:lnTo>
                    <a:pt x="176618" y="18249"/>
                  </a:lnTo>
                  <a:lnTo>
                    <a:pt x="169672" y="1790"/>
                  </a:lnTo>
                  <a:lnTo>
                    <a:pt x="154838" y="1790"/>
                  </a:lnTo>
                  <a:lnTo>
                    <a:pt x="154838" y="80873"/>
                  </a:lnTo>
                  <a:lnTo>
                    <a:pt x="168160" y="80873"/>
                  </a:lnTo>
                  <a:lnTo>
                    <a:pt x="168160" y="24117"/>
                  </a:lnTo>
                  <a:lnTo>
                    <a:pt x="192125" y="80873"/>
                  </a:lnTo>
                  <a:lnTo>
                    <a:pt x="206959" y="80873"/>
                  </a:lnTo>
                  <a:lnTo>
                    <a:pt x="206959" y="64338"/>
                  </a:lnTo>
                  <a:lnTo>
                    <a:pt x="206959" y="179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25336" y="1158494"/>
            <a:ext cx="676275" cy="83185"/>
            <a:chOff x="1425336" y="1158494"/>
            <a:chExt cx="676275" cy="83185"/>
          </a:xfrm>
        </p:grpSpPr>
        <p:sp>
          <p:nvSpPr>
            <p:cNvPr id="9" name="object 9"/>
            <p:cNvSpPr/>
            <p:nvPr/>
          </p:nvSpPr>
          <p:spPr>
            <a:xfrm>
              <a:off x="1425333" y="1160284"/>
              <a:ext cx="128270" cy="79375"/>
            </a:xfrm>
            <a:custGeom>
              <a:avLst/>
              <a:gdLst/>
              <a:ahLst/>
              <a:cxnLst/>
              <a:rect l="l" t="t" r="r" b="b"/>
              <a:pathLst>
                <a:path w="128269" h="79375">
                  <a:moveTo>
                    <a:pt x="49898" y="0"/>
                  </a:moveTo>
                  <a:lnTo>
                    <a:pt x="0" y="0"/>
                  </a:lnTo>
                  <a:lnTo>
                    <a:pt x="0" y="79082"/>
                  </a:lnTo>
                  <a:lnTo>
                    <a:pt x="13766" y="79082"/>
                  </a:lnTo>
                  <a:lnTo>
                    <a:pt x="13766" y="46558"/>
                  </a:lnTo>
                  <a:lnTo>
                    <a:pt x="47891" y="46558"/>
                  </a:lnTo>
                  <a:lnTo>
                    <a:pt x="47891" y="34213"/>
                  </a:lnTo>
                  <a:lnTo>
                    <a:pt x="13766" y="34213"/>
                  </a:lnTo>
                  <a:lnTo>
                    <a:pt x="13766" y="12522"/>
                  </a:lnTo>
                  <a:lnTo>
                    <a:pt x="49898" y="12522"/>
                  </a:lnTo>
                  <a:lnTo>
                    <a:pt x="49898" y="6705"/>
                  </a:lnTo>
                  <a:lnTo>
                    <a:pt x="49898" y="0"/>
                  </a:lnTo>
                  <a:close/>
                </a:path>
                <a:path w="128269" h="79375">
                  <a:moveTo>
                    <a:pt x="127647" y="79082"/>
                  </a:moveTo>
                  <a:lnTo>
                    <a:pt x="114350" y="42354"/>
                  </a:lnTo>
                  <a:lnTo>
                    <a:pt x="114528" y="42354"/>
                  </a:lnTo>
                  <a:lnTo>
                    <a:pt x="114744" y="42227"/>
                  </a:lnTo>
                  <a:lnTo>
                    <a:pt x="115100" y="42011"/>
                  </a:lnTo>
                  <a:lnTo>
                    <a:pt x="120256" y="38938"/>
                  </a:lnTo>
                  <a:lnTo>
                    <a:pt x="122466" y="36664"/>
                  </a:lnTo>
                  <a:lnTo>
                    <a:pt x="125793" y="30899"/>
                  </a:lnTo>
                  <a:lnTo>
                    <a:pt x="126619" y="27533"/>
                  </a:lnTo>
                  <a:lnTo>
                    <a:pt x="126619" y="16383"/>
                  </a:lnTo>
                  <a:lnTo>
                    <a:pt x="125069" y="12649"/>
                  </a:lnTo>
                  <a:lnTo>
                    <a:pt x="124218" y="10591"/>
                  </a:lnTo>
                  <a:lnTo>
                    <a:pt x="114592" y="2120"/>
                  </a:lnTo>
                  <a:lnTo>
                    <a:pt x="112407" y="1435"/>
                  </a:lnTo>
                  <a:lnTo>
                    <a:pt x="112407" y="20777"/>
                  </a:lnTo>
                  <a:lnTo>
                    <a:pt x="112407" y="28448"/>
                  </a:lnTo>
                  <a:lnTo>
                    <a:pt x="111277" y="31407"/>
                  </a:lnTo>
                  <a:lnTo>
                    <a:pt x="108534" y="33947"/>
                  </a:lnTo>
                  <a:lnTo>
                    <a:pt x="108534" y="43434"/>
                  </a:lnTo>
                  <a:lnTo>
                    <a:pt x="108191" y="42354"/>
                  </a:lnTo>
                  <a:lnTo>
                    <a:pt x="108458" y="43192"/>
                  </a:lnTo>
                  <a:lnTo>
                    <a:pt x="108534" y="43434"/>
                  </a:lnTo>
                  <a:lnTo>
                    <a:pt x="108534" y="33947"/>
                  </a:lnTo>
                  <a:lnTo>
                    <a:pt x="106730" y="35610"/>
                  </a:lnTo>
                  <a:lnTo>
                    <a:pt x="103428" y="36664"/>
                  </a:lnTo>
                  <a:lnTo>
                    <a:pt x="88214" y="36664"/>
                  </a:lnTo>
                  <a:lnTo>
                    <a:pt x="88214" y="12649"/>
                  </a:lnTo>
                  <a:lnTo>
                    <a:pt x="103441" y="12649"/>
                  </a:lnTo>
                  <a:lnTo>
                    <a:pt x="106730" y="13690"/>
                  </a:lnTo>
                  <a:lnTo>
                    <a:pt x="111277" y="17818"/>
                  </a:lnTo>
                  <a:lnTo>
                    <a:pt x="112407" y="20777"/>
                  </a:lnTo>
                  <a:lnTo>
                    <a:pt x="112407" y="1435"/>
                  </a:lnTo>
                  <a:lnTo>
                    <a:pt x="107950" y="0"/>
                  </a:lnTo>
                  <a:lnTo>
                    <a:pt x="74447" y="0"/>
                  </a:lnTo>
                  <a:lnTo>
                    <a:pt x="74447" y="79082"/>
                  </a:lnTo>
                  <a:lnTo>
                    <a:pt x="88214" y="79082"/>
                  </a:lnTo>
                  <a:lnTo>
                    <a:pt x="88214" y="49314"/>
                  </a:lnTo>
                  <a:lnTo>
                    <a:pt x="102476" y="49314"/>
                  </a:lnTo>
                  <a:lnTo>
                    <a:pt x="113792" y="79082"/>
                  </a:lnTo>
                  <a:lnTo>
                    <a:pt x="127647" y="7908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2948" y="1160275"/>
              <a:ext cx="137321" cy="790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36110" y="1160275"/>
              <a:ext cx="50165" cy="79375"/>
            </a:xfrm>
            <a:custGeom>
              <a:avLst/>
              <a:gdLst/>
              <a:ahLst/>
              <a:cxnLst/>
              <a:rect l="l" t="t" r="r" b="b"/>
              <a:pathLst>
                <a:path w="50164" h="79375">
                  <a:moveTo>
                    <a:pt x="49011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49903" y="79087"/>
                  </a:lnTo>
                  <a:lnTo>
                    <a:pt x="49903" y="66432"/>
                  </a:lnTo>
                  <a:lnTo>
                    <a:pt x="13769" y="66432"/>
                  </a:lnTo>
                  <a:lnTo>
                    <a:pt x="13769" y="45604"/>
                  </a:lnTo>
                  <a:lnTo>
                    <a:pt x="47675" y="45604"/>
                  </a:lnTo>
                  <a:lnTo>
                    <a:pt x="47675" y="33261"/>
                  </a:lnTo>
                  <a:lnTo>
                    <a:pt x="13769" y="33261"/>
                  </a:lnTo>
                  <a:lnTo>
                    <a:pt x="13769" y="12655"/>
                  </a:lnTo>
                  <a:lnTo>
                    <a:pt x="49011" y="12655"/>
                  </a:lnTo>
                  <a:lnTo>
                    <a:pt x="490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7399" y="1158494"/>
              <a:ext cx="138122" cy="8265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67611" y="1160284"/>
              <a:ext cx="133985" cy="79375"/>
            </a:xfrm>
            <a:custGeom>
              <a:avLst/>
              <a:gdLst/>
              <a:ahLst/>
              <a:cxnLst/>
              <a:rect l="l" t="t" r="r" b="b"/>
              <a:pathLst>
                <a:path w="133985" h="79375">
                  <a:moveTo>
                    <a:pt x="53200" y="79082"/>
                  </a:moveTo>
                  <a:lnTo>
                    <a:pt x="39903" y="42354"/>
                  </a:lnTo>
                  <a:lnTo>
                    <a:pt x="40081" y="42354"/>
                  </a:lnTo>
                  <a:lnTo>
                    <a:pt x="40297" y="42227"/>
                  </a:lnTo>
                  <a:lnTo>
                    <a:pt x="40652" y="42011"/>
                  </a:lnTo>
                  <a:lnTo>
                    <a:pt x="45808" y="38938"/>
                  </a:lnTo>
                  <a:lnTo>
                    <a:pt x="48018" y="36664"/>
                  </a:lnTo>
                  <a:lnTo>
                    <a:pt x="51346" y="30899"/>
                  </a:lnTo>
                  <a:lnTo>
                    <a:pt x="52184" y="27533"/>
                  </a:lnTo>
                  <a:lnTo>
                    <a:pt x="52184" y="16383"/>
                  </a:lnTo>
                  <a:lnTo>
                    <a:pt x="50622" y="12649"/>
                  </a:lnTo>
                  <a:lnTo>
                    <a:pt x="49771" y="10591"/>
                  </a:lnTo>
                  <a:lnTo>
                    <a:pt x="40144" y="2120"/>
                  </a:lnTo>
                  <a:lnTo>
                    <a:pt x="37960" y="1422"/>
                  </a:lnTo>
                  <a:lnTo>
                    <a:pt x="37960" y="20777"/>
                  </a:lnTo>
                  <a:lnTo>
                    <a:pt x="37960" y="28448"/>
                  </a:lnTo>
                  <a:lnTo>
                    <a:pt x="36830" y="31407"/>
                  </a:lnTo>
                  <a:lnTo>
                    <a:pt x="32283" y="35610"/>
                  </a:lnTo>
                  <a:lnTo>
                    <a:pt x="28981" y="36664"/>
                  </a:lnTo>
                  <a:lnTo>
                    <a:pt x="13766" y="36664"/>
                  </a:lnTo>
                  <a:lnTo>
                    <a:pt x="13766" y="12649"/>
                  </a:lnTo>
                  <a:lnTo>
                    <a:pt x="28994" y="12649"/>
                  </a:lnTo>
                  <a:lnTo>
                    <a:pt x="32283" y="13690"/>
                  </a:lnTo>
                  <a:lnTo>
                    <a:pt x="36830" y="17818"/>
                  </a:lnTo>
                  <a:lnTo>
                    <a:pt x="37960" y="20777"/>
                  </a:lnTo>
                  <a:lnTo>
                    <a:pt x="37960" y="1422"/>
                  </a:lnTo>
                  <a:lnTo>
                    <a:pt x="33515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13766" y="79082"/>
                  </a:lnTo>
                  <a:lnTo>
                    <a:pt x="13766" y="49314"/>
                  </a:lnTo>
                  <a:lnTo>
                    <a:pt x="28028" y="49314"/>
                  </a:lnTo>
                  <a:lnTo>
                    <a:pt x="39344" y="79082"/>
                  </a:lnTo>
                  <a:lnTo>
                    <a:pt x="53200" y="79082"/>
                  </a:lnTo>
                  <a:close/>
                </a:path>
                <a:path w="133985" h="79375">
                  <a:moveTo>
                    <a:pt x="133629" y="79082"/>
                  </a:moveTo>
                  <a:lnTo>
                    <a:pt x="106235" y="34785"/>
                  </a:lnTo>
                  <a:lnTo>
                    <a:pt x="106159" y="34645"/>
                  </a:lnTo>
                  <a:lnTo>
                    <a:pt x="108064" y="32169"/>
                  </a:lnTo>
                  <a:lnTo>
                    <a:pt x="132956" y="0"/>
                  </a:lnTo>
                  <a:lnTo>
                    <a:pt x="116433" y="0"/>
                  </a:lnTo>
                  <a:lnTo>
                    <a:pt x="92316" y="32169"/>
                  </a:lnTo>
                  <a:lnTo>
                    <a:pt x="90360" y="34645"/>
                  </a:lnTo>
                  <a:lnTo>
                    <a:pt x="90360" y="0"/>
                  </a:lnTo>
                  <a:lnTo>
                    <a:pt x="76593" y="0"/>
                  </a:lnTo>
                  <a:lnTo>
                    <a:pt x="76593" y="79082"/>
                  </a:lnTo>
                  <a:lnTo>
                    <a:pt x="90360" y="79082"/>
                  </a:lnTo>
                  <a:lnTo>
                    <a:pt x="90360" y="56489"/>
                  </a:lnTo>
                  <a:lnTo>
                    <a:pt x="90360" y="55054"/>
                  </a:lnTo>
                  <a:lnTo>
                    <a:pt x="97802" y="45440"/>
                  </a:lnTo>
                  <a:lnTo>
                    <a:pt x="118071" y="79082"/>
                  </a:lnTo>
                  <a:lnTo>
                    <a:pt x="133629" y="7908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2099" y="1454524"/>
            <a:ext cx="1102995" cy="281305"/>
            <a:chOff x="572099" y="1454524"/>
            <a:chExt cx="1102995" cy="281305"/>
          </a:xfrm>
        </p:grpSpPr>
        <p:sp>
          <p:nvSpPr>
            <p:cNvPr id="15" name="object 15"/>
            <p:cNvSpPr/>
            <p:nvPr/>
          </p:nvSpPr>
          <p:spPr>
            <a:xfrm>
              <a:off x="572096" y="1454530"/>
              <a:ext cx="880110" cy="281305"/>
            </a:xfrm>
            <a:custGeom>
              <a:avLst/>
              <a:gdLst/>
              <a:ahLst/>
              <a:cxnLst/>
              <a:rect l="l" t="t" r="r" b="b"/>
              <a:pathLst>
                <a:path w="880110" h="281305">
                  <a:moveTo>
                    <a:pt x="196938" y="5969"/>
                  </a:moveTo>
                  <a:lnTo>
                    <a:pt x="0" y="5969"/>
                  </a:lnTo>
                  <a:lnTo>
                    <a:pt x="0" y="54229"/>
                  </a:lnTo>
                  <a:lnTo>
                    <a:pt x="71501" y="54229"/>
                  </a:lnTo>
                  <a:lnTo>
                    <a:pt x="71501" y="275209"/>
                  </a:lnTo>
                  <a:lnTo>
                    <a:pt x="125437" y="275209"/>
                  </a:lnTo>
                  <a:lnTo>
                    <a:pt x="125437" y="54229"/>
                  </a:lnTo>
                  <a:lnTo>
                    <a:pt x="196938" y="54229"/>
                  </a:lnTo>
                  <a:lnTo>
                    <a:pt x="196938" y="5969"/>
                  </a:lnTo>
                  <a:close/>
                </a:path>
                <a:path w="880110" h="281305">
                  <a:moveTo>
                    <a:pt x="418858" y="274955"/>
                  </a:moveTo>
                  <a:lnTo>
                    <a:pt x="412508" y="199961"/>
                  </a:lnTo>
                  <a:lnTo>
                    <a:pt x="395427" y="161937"/>
                  </a:lnTo>
                  <a:lnTo>
                    <a:pt x="368795" y="151345"/>
                  </a:lnTo>
                  <a:lnTo>
                    <a:pt x="368579" y="151345"/>
                  </a:lnTo>
                  <a:lnTo>
                    <a:pt x="401650" y="128689"/>
                  </a:lnTo>
                  <a:lnTo>
                    <a:pt x="401853" y="128460"/>
                  </a:lnTo>
                  <a:lnTo>
                    <a:pt x="414769" y="86804"/>
                  </a:lnTo>
                  <a:lnTo>
                    <a:pt x="413270" y="69519"/>
                  </a:lnTo>
                  <a:lnTo>
                    <a:pt x="413245" y="69138"/>
                  </a:lnTo>
                  <a:lnTo>
                    <a:pt x="409016" y="54686"/>
                  </a:lnTo>
                  <a:lnTo>
                    <a:pt x="408647" y="53416"/>
                  </a:lnTo>
                  <a:lnTo>
                    <a:pt x="400989" y="39636"/>
                  </a:lnTo>
                  <a:lnTo>
                    <a:pt x="390271" y="27800"/>
                  </a:lnTo>
                  <a:lnTo>
                    <a:pt x="376821" y="18288"/>
                  </a:lnTo>
                  <a:lnTo>
                    <a:pt x="360997" y="11493"/>
                  </a:lnTo>
                  <a:lnTo>
                    <a:pt x="359321" y="11125"/>
                  </a:lnTo>
                  <a:lnTo>
                    <a:pt x="359321" y="91579"/>
                  </a:lnTo>
                  <a:lnTo>
                    <a:pt x="358698" y="99910"/>
                  </a:lnTo>
                  <a:lnTo>
                    <a:pt x="329311" y="128079"/>
                  </a:lnTo>
                  <a:lnTo>
                    <a:pt x="320395" y="128689"/>
                  </a:lnTo>
                  <a:lnTo>
                    <a:pt x="289344" y="128689"/>
                  </a:lnTo>
                  <a:lnTo>
                    <a:pt x="289344" y="54686"/>
                  </a:lnTo>
                  <a:lnTo>
                    <a:pt x="320395" y="54686"/>
                  </a:lnTo>
                  <a:lnTo>
                    <a:pt x="356831" y="75844"/>
                  </a:lnTo>
                  <a:lnTo>
                    <a:pt x="359321" y="91579"/>
                  </a:lnTo>
                  <a:lnTo>
                    <a:pt x="359321" y="11125"/>
                  </a:lnTo>
                  <a:lnTo>
                    <a:pt x="342798" y="7416"/>
                  </a:lnTo>
                  <a:lnTo>
                    <a:pt x="322211" y="6057"/>
                  </a:lnTo>
                  <a:lnTo>
                    <a:pt x="235407" y="6057"/>
                  </a:lnTo>
                  <a:lnTo>
                    <a:pt x="235407" y="274955"/>
                  </a:lnTo>
                  <a:lnTo>
                    <a:pt x="289344" y="274955"/>
                  </a:lnTo>
                  <a:lnTo>
                    <a:pt x="289344" y="177355"/>
                  </a:lnTo>
                  <a:lnTo>
                    <a:pt x="328510" y="177355"/>
                  </a:lnTo>
                  <a:lnTo>
                    <a:pt x="358876" y="204203"/>
                  </a:lnTo>
                  <a:lnTo>
                    <a:pt x="359638" y="214363"/>
                  </a:lnTo>
                  <a:lnTo>
                    <a:pt x="364477" y="274955"/>
                  </a:lnTo>
                  <a:lnTo>
                    <a:pt x="418858" y="274955"/>
                  </a:lnTo>
                  <a:close/>
                </a:path>
                <a:path w="880110" h="281305">
                  <a:moveTo>
                    <a:pt x="659434" y="274955"/>
                  </a:moveTo>
                  <a:lnTo>
                    <a:pt x="643775" y="217766"/>
                  </a:lnTo>
                  <a:lnTo>
                    <a:pt x="630885" y="170726"/>
                  </a:lnTo>
                  <a:lnTo>
                    <a:pt x="603592" y="71043"/>
                  </a:lnTo>
                  <a:lnTo>
                    <a:pt x="585800" y="6057"/>
                  </a:lnTo>
                  <a:lnTo>
                    <a:pt x="578396" y="6057"/>
                  </a:lnTo>
                  <a:lnTo>
                    <a:pt x="578396" y="170726"/>
                  </a:lnTo>
                  <a:lnTo>
                    <a:pt x="527456" y="170726"/>
                  </a:lnTo>
                  <a:lnTo>
                    <a:pt x="552932" y="71043"/>
                  </a:lnTo>
                  <a:lnTo>
                    <a:pt x="578396" y="170726"/>
                  </a:lnTo>
                  <a:lnTo>
                    <a:pt x="578396" y="6057"/>
                  </a:lnTo>
                  <a:lnTo>
                    <a:pt x="520052" y="6057"/>
                  </a:lnTo>
                  <a:lnTo>
                    <a:pt x="446430" y="274955"/>
                  </a:lnTo>
                  <a:lnTo>
                    <a:pt x="500811" y="274955"/>
                  </a:lnTo>
                  <a:lnTo>
                    <a:pt x="515429" y="217766"/>
                  </a:lnTo>
                  <a:lnTo>
                    <a:pt x="590423" y="217766"/>
                  </a:lnTo>
                  <a:lnTo>
                    <a:pt x="605040" y="274955"/>
                  </a:lnTo>
                  <a:lnTo>
                    <a:pt x="659434" y="274955"/>
                  </a:lnTo>
                  <a:close/>
                </a:path>
                <a:path w="880110" h="281305">
                  <a:moveTo>
                    <a:pt x="879843" y="177469"/>
                  </a:moveTo>
                  <a:lnTo>
                    <a:pt x="824928" y="175120"/>
                  </a:lnTo>
                  <a:lnTo>
                    <a:pt x="822515" y="188455"/>
                  </a:lnTo>
                  <a:lnTo>
                    <a:pt x="819124" y="200101"/>
                  </a:lnTo>
                  <a:lnTo>
                    <a:pt x="789546" y="232359"/>
                  </a:lnTo>
                  <a:lnTo>
                    <a:pt x="781837" y="233299"/>
                  </a:lnTo>
                  <a:lnTo>
                    <a:pt x="774407" y="232625"/>
                  </a:lnTo>
                  <a:lnTo>
                    <a:pt x="742721" y="200799"/>
                  </a:lnTo>
                  <a:lnTo>
                    <a:pt x="734453" y="155067"/>
                  </a:lnTo>
                  <a:lnTo>
                    <a:pt x="734110" y="140881"/>
                  </a:lnTo>
                  <a:lnTo>
                    <a:pt x="734453" y="126530"/>
                  </a:lnTo>
                  <a:lnTo>
                    <a:pt x="742721" y="80479"/>
                  </a:lnTo>
                  <a:lnTo>
                    <a:pt x="767588" y="50431"/>
                  </a:lnTo>
                  <a:lnTo>
                    <a:pt x="781837" y="47713"/>
                  </a:lnTo>
                  <a:lnTo>
                    <a:pt x="789419" y="48590"/>
                  </a:lnTo>
                  <a:lnTo>
                    <a:pt x="817981" y="78778"/>
                  </a:lnTo>
                  <a:lnTo>
                    <a:pt x="823874" y="102095"/>
                  </a:lnTo>
                  <a:lnTo>
                    <a:pt x="878928" y="99606"/>
                  </a:lnTo>
                  <a:lnTo>
                    <a:pt x="867346" y="57277"/>
                  </a:lnTo>
                  <a:lnTo>
                    <a:pt x="832929" y="14566"/>
                  </a:lnTo>
                  <a:lnTo>
                    <a:pt x="781837" y="0"/>
                  </a:lnTo>
                  <a:lnTo>
                    <a:pt x="766013" y="1066"/>
                  </a:lnTo>
                  <a:lnTo>
                    <a:pt x="725932" y="17119"/>
                  </a:lnTo>
                  <a:lnTo>
                    <a:pt x="697522" y="50914"/>
                  </a:lnTo>
                  <a:lnTo>
                    <a:pt x="681697" y="100330"/>
                  </a:lnTo>
                  <a:lnTo>
                    <a:pt x="678662" y="140881"/>
                  </a:lnTo>
                  <a:lnTo>
                    <a:pt x="679424" y="161836"/>
                  </a:lnTo>
                  <a:lnTo>
                    <a:pt x="690778" y="215722"/>
                  </a:lnTo>
                  <a:lnTo>
                    <a:pt x="715098" y="254711"/>
                  </a:lnTo>
                  <a:lnTo>
                    <a:pt x="751420" y="276783"/>
                  </a:lnTo>
                  <a:lnTo>
                    <a:pt x="781837" y="281012"/>
                  </a:lnTo>
                  <a:lnTo>
                    <a:pt x="801065" y="279323"/>
                  </a:lnTo>
                  <a:lnTo>
                    <a:pt x="847725" y="253898"/>
                  </a:lnTo>
                  <a:lnTo>
                    <a:pt x="868553" y="221234"/>
                  </a:lnTo>
                  <a:lnTo>
                    <a:pt x="879843" y="177469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4058" y="1521937"/>
              <a:ext cx="190878" cy="212086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776811" y="1672291"/>
            <a:ext cx="60325" cy="57785"/>
          </a:xfrm>
          <a:custGeom>
            <a:avLst/>
            <a:gdLst/>
            <a:ahLst/>
            <a:cxnLst/>
            <a:rect l="l" t="t" r="r" b="b"/>
            <a:pathLst>
              <a:path w="60325" h="57785">
                <a:moveTo>
                  <a:pt x="59838" y="0"/>
                </a:moveTo>
                <a:lnTo>
                  <a:pt x="0" y="0"/>
                </a:lnTo>
                <a:lnTo>
                  <a:pt x="0" y="57188"/>
                </a:lnTo>
                <a:lnTo>
                  <a:pt x="59838" y="57188"/>
                </a:lnTo>
                <a:lnTo>
                  <a:pt x="59838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6811" y="1533678"/>
            <a:ext cx="60325" cy="57785"/>
          </a:xfrm>
          <a:custGeom>
            <a:avLst/>
            <a:gdLst/>
            <a:ahLst/>
            <a:cxnLst/>
            <a:rect l="l" t="t" r="r" b="b"/>
            <a:pathLst>
              <a:path w="60325" h="57784">
                <a:moveTo>
                  <a:pt x="59838" y="0"/>
                </a:moveTo>
                <a:lnTo>
                  <a:pt x="0" y="0"/>
                </a:lnTo>
                <a:lnTo>
                  <a:pt x="0" y="57186"/>
                </a:lnTo>
                <a:lnTo>
                  <a:pt x="59838" y="57186"/>
                </a:lnTo>
                <a:lnTo>
                  <a:pt x="59838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2183177" y="1460583"/>
            <a:ext cx="401955" cy="273685"/>
            <a:chOff x="2183177" y="1460583"/>
            <a:chExt cx="401955" cy="273685"/>
          </a:xfrm>
        </p:grpSpPr>
        <p:sp>
          <p:nvSpPr>
            <p:cNvPr id="20" name="object 20"/>
            <p:cNvSpPr/>
            <p:nvPr/>
          </p:nvSpPr>
          <p:spPr>
            <a:xfrm>
              <a:off x="2183177" y="1460583"/>
              <a:ext cx="171450" cy="269240"/>
            </a:xfrm>
            <a:custGeom>
              <a:avLst/>
              <a:gdLst/>
              <a:ahLst/>
              <a:cxnLst/>
              <a:rect l="l" t="t" r="r" b="b"/>
              <a:pathLst>
                <a:path w="171450" h="269239">
                  <a:moveTo>
                    <a:pt x="171184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60958"/>
                  </a:lnTo>
                  <a:lnTo>
                    <a:pt x="164367" y="160958"/>
                  </a:lnTo>
                  <a:lnTo>
                    <a:pt x="164367" y="113540"/>
                  </a:lnTo>
                  <a:lnTo>
                    <a:pt x="53926" y="113540"/>
                  </a:lnTo>
                  <a:lnTo>
                    <a:pt x="53926" y="48323"/>
                  </a:lnTo>
                  <a:lnTo>
                    <a:pt x="32191" y="48323"/>
                  </a:lnTo>
                  <a:lnTo>
                    <a:pt x="53926" y="26433"/>
                  </a:lnTo>
                  <a:lnTo>
                    <a:pt x="171184" y="26433"/>
                  </a:lnTo>
                  <a:lnTo>
                    <a:pt x="171184" y="0"/>
                  </a:lnTo>
                  <a:close/>
                </a:path>
                <a:path w="171450" h="269239">
                  <a:moveTo>
                    <a:pt x="53926" y="26433"/>
                  </a:moveTo>
                  <a:lnTo>
                    <a:pt x="32191" y="48323"/>
                  </a:lnTo>
                  <a:lnTo>
                    <a:pt x="53926" y="48323"/>
                  </a:lnTo>
                  <a:lnTo>
                    <a:pt x="53926" y="26433"/>
                  </a:lnTo>
                  <a:close/>
                </a:path>
                <a:path w="171450" h="269239">
                  <a:moveTo>
                    <a:pt x="171184" y="26433"/>
                  </a:moveTo>
                  <a:lnTo>
                    <a:pt x="53926" y="26433"/>
                  </a:lnTo>
                  <a:lnTo>
                    <a:pt x="53926" y="48323"/>
                  </a:lnTo>
                  <a:lnTo>
                    <a:pt x="171184" y="48323"/>
                  </a:lnTo>
                  <a:lnTo>
                    <a:pt x="171184" y="2643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92230" y="1521937"/>
              <a:ext cx="192391" cy="212086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30220" y="1526482"/>
            <a:ext cx="169971" cy="20754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56542" y="1526482"/>
            <a:ext cx="184061" cy="202996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3319339" y="1460583"/>
            <a:ext cx="400685" cy="273685"/>
            <a:chOff x="3319339" y="1460583"/>
            <a:chExt cx="400685" cy="273685"/>
          </a:xfrm>
        </p:grpSpPr>
        <p:sp>
          <p:nvSpPr>
            <p:cNvPr id="25" name="object 25"/>
            <p:cNvSpPr/>
            <p:nvPr/>
          </p:nvSpPr>
          <p:spPr>
            <a:xfrm>
              <a:off x="3319339" y="1460583"/>
              <a:ext cx="171450" cy="269240"/>
            </a:xfrm>
            <a:custGeom>
              <a:avLst/>
              <a:gdLst/>
              <a:ahLst/>
              <a:cxnLst/>
              <a:rect l="l" t="t" r="r" b="b"/>
              <a:pathLst>
                <a:path w="171450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171183" y="268895"/>
                  </a:lnTo>
                  <a:lnTo>
                    <a:pt x="171183" y="253522"/>
                  </a:lnTo>
                  <a:lnTo>
                    <a:pt x="53926" y="253522"/>
                  </a:lnTo>
                  <a:lnTo>
                    <a:pt x="14236" y="220271"/>
                  </a:lnTo>
                  <a:lnTo>
                    <a:pt x="53926" y="220271"/>
                  </a:lnTo>
                  <a:lnTo>
                    <a:pt x="53926" y="0"/>
                  </a:lnTo>
                  <a:close/>
                </a:path>
                <a:path w="171450" h="269239">
                  <a:moveTo>
                    <a:pt x="53926" y="220271"/>
                  </a:moveTo>
                  <a:lnTo>
                    <a:pt x="14236" y="220271"/>
                  </a:lnTo>
                  <a:lnTo>
                    <a:pt x="53926" y="253522"/>
                  </a:lnTo>
                  <a:lnTo>
                    <a:pt x="53926" y="220271"/>
                  </a:lnTo>
                  <a:close/>
                </a:path>
                <a:path w="171450" h="269239">
                  <a:moveTo>
                    <a:pt x="171183" y="220271"/>
                  </a:moveTo>
                  <a:lnTo>
                    <a:pt x="53926" y="220271"/>
                  </a:lnTo>
                  <a:lnTo>
                    <a:pt x="53926" y="253522"/>
                  </a:lnTo>
                  <a:lnTo>
                    <a:pt x="171183" y="253522"/>
                  </a:lnTo>
                  <a:lnTo>
                    <a:pt x="171183" y="220271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9149" y="1521937"/>
              <a:ext cx="190878" cy="212086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65471" y="1521937"/>
            <a:ext cx="172699" cy="207542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989828" y="1521937"/>
            <a:ext cx="633095" cy="212090"/>
            <a:chOff x="3989828" y="1521937"/>
            <a:chExt cx="633095" cy="21209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89828" y="1521937"/>
              <a:ext cx="178450" cy="21208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0846" y="1521937"/>
              <a:ext cx="190878" cy="21208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44292" y="1521937"/>
              <a:ext cx="178451" cy="212086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91785" y="1521937"/>
            <a:ext cx="192391" cy="21208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28865" y="1521937"/>
            <a:ext cx="172698" cy="207542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5585602" y="1456796"/>
            <a:ext cx="1534160" cy="329565"/>
            <a:chOff x="5585602" y="1456796"/>
            <a:chExt cx="1534160" cy="329565"/>
          </a:xfrm>
        </p:grpSpPr>
        <p:sp>
          <p:nvSpPr>
            <p:cNvPr id="35" name="object 35"/>
            <p:cNvSpPr/>
            <p:nvPr/>
          </p:nvSpPr>
          <p:spPr>
            <a:xfrm>
              <a:off x="5585599" y="1456803"/>
              <a:ext cx="638175" cy="329565"/>
            </a:xfrm>
            <a:custGeom>
              <a:avLst/>
              <a:gdLst/>
              <a:ahLst/>
              <a:cxnLst/>
              <a:rect l="l" t="t" r="r" b="b"/>
              <a:pathLst>
                <a:path w="638175" h="329564">
                  <a:moveTo>
                    <a:pt x="181025" y="90284"/>
                  </a:moveTo>
                  <a:lnTo>
                    <a:pt x="172974" y="52412"/>
                  </a:lnTo>
                  <a:lnTo>
                    <a:pt x="145935" y="20624"/>
                  </a:lnTo>
                  <a:lnTo>
                    <a:pt x="125590" y="10236"/>
                  </a:lnTo>
                  <a:lnTo>
                    <a:pt x="125590" y="90284"/>
                  </a:lnTo>
                  <a:lnTo>
                    <a:pt x="124904" y="98907"/>
                  </a:lnTo>
                  <a:lnTo>
                    <a:pt x="91719" y="127114"/>
                  </a:lnTo>
                  <a:lnTo>
                    <a:pt x="81203" y="127711"/>
                  </a:lnTo>
                  <a:lnTo>
                    <a:pt x="53924" y="127711"/>
                  </a:lnTo>
                  <a:lnTo>
                    <a:pt x="53924" y="52412"/>
                  </a:lnTo>
                  <a:lnTo>
                    <a:pt x="81203" y="52412"/>
                  </a:lnTo>
                  <a:lnTo>
                    <a:pt x="119430" y="67360"/>
                  </a:lnTo>
                  <a:lnTo>
                    <a:pt x="125590" y="90284"/>
                  </a:lnTo>
                  <a:lnTo>
                    <a:pt x="125590" y="10236"/>
                  </a:lnTo>
                  <a:lnTo>
                    <a:pt x="124828" y="9906"/>
                  </a:lnTo>
                  <a:lnTo>
                    <a:pt x="112966" y="6502"/>
                  </a:lnTo>
                  <a:lnTo>
                    <a:pt x="100291" y="4470"/>
                  </a:lnTo>
                  <a:lnTo>
                    <a:pt x="86804" y="3784"/>
                  </a:lnTo>
                  <a:lnTo>
                    <a:pt x="0" y="3784"/>
                  </a:lnTo>
                  <a:lnTo>
                    <a:pt x="0" y="272681"/>
                  </a:lnTo>
                  <a:lnTo>
                    <a:pt x="53924" y="272681"/>
                  </a:lnTo>
                  <a:lnTo>
                    <a:pt x="53924" y="176326"/>
                  </a:lnTo>
                  <a:lnTo>
                    <a:pt x="86804" y="176326"/>
                  </a:lnTo>
                  <a:lnTo>
                    <a:pt x="124828" y="170281"/>
                  </a:lnTo>
                  <a:lnTo>
                    <a:pt x="162547" y="144653"/>
                  </a:lnTo>
                  <a:lnTo>
                    <a:pt x="173164" y="127711"/>
                  </a:lnTo>
                  <a:lnTo>
                    <a:pt x="174320" y="125488"/>
                  </a:lnTo>
                  <a:lnTo>
                    <a:pt x="178041" y="114592"/>
                  </a:lnTo>
                  <a:lnTo>
                    <a:pt x="180276" y="102857"/>
                  </a:lnTo>
                  <a:lnTo>
                    <a:pt x="181025" y="90284"/>
                  </a:lnTo>
                  <a:close/>
                </a:path>
                <a:path w="638175" h="329564">
                  <a:moveTo>
                    <a:pt x="349554" y="0"/>
                  </a:moveTo>
                  <a:lnTo>
                    <a:pt x="297294" y="0"/>
                  </a:lnTo>
                  <a:lnTo>
                    <a:pt x="297294" y="44691"/>
                  </a:lnTo>
                  <a:lnTo>
                    <a:pt x="349554" y="44691"/>
                  </a:lnTo>
                  <a:lnTo>
                    <a:pt x="349554" y="0"/>
                  </a:lnTo>
                  <a:close/>
                </a:path>
                <a:path w="638175" h="329564">
                  <a:moveTo>
                    <a:pt x="414324" y="231775"/>
                  </a:moveTo>
                  <a:lnTo>
                    <a:pt x="350316" y="231775"/>
                  </a:lnTo>
                  <a:lnTo>
                    <a:pt x="350316" y="110591"/>
                  </a:lnTo>
                  <a:lnTo>
                    <a:pt x="350316" y="88620"/>
                  </a:lnTo>
                  <a:lnTo>
                    <a:pt x="350316" y="69684"/>
                  </a:lnTo>
                  <a:lnTo>
                    <a:pt x="227228" y="69684"/>
                  </a:lnTo>
                  <a:lnTo>
                    <a:pt x="227228" y="110591"/>
                  </a:lnTo>
                  <a:lnTo>
                    <a:pt x="298805" y="110591"/>
                  </a:lnTo>
                  <a:lnTo>
                    <a:pt x="298805" y="231775"/>
                  </a:lnTo>
                  <a:lnTo>
                    <a:pt x="223443" y="231775"/>
                  </a:lnTo>
                  <a:lnTo>
                    <a:pt x="223443" y="272681"/>
                  </a:lnTo>
                  <a:lnTo>
                    <a:pt x="414324" y="272681"/>
                  </a:lnTo>
                  <a:lnTo>
                    <a:pt x="414324" y="231775"/>
                  </a:lnTo>
                  <a:close/>
                </a:path>
                <a:path w="638175" h="329564">
                  <a:moveTo>
                    <a:pt x="637768" y="171183"/>
                  </a:moveTo>
                  <a:lnTo>
                    <a:pt x="632777" y="129654"/>
                  </a:lnTo>
                  <a:lnTo>
                    <a:pt x="610539" y="86893"/>
                  </a:lnTo>
                  <a:lnTo>
                    <a:pt x="584441" y="69672"/>
                  </a:lnTo>
                  <a:lnTo>
                    <a:pt x="584441" y="171183"/>
                  </a:lnTo>
                  <a:lnTo>
                    <a:pt x="583742" y="185724"/>
                  </a:lnTo>
                  <a:lnTo>
                    <a:pt x="567042" y="223608"/>
                  </a:lnTo>
                  <a:lnTo>
                    <a:pt x="541566" y="231927"/>
                  </a:lnTo>
                  <a:lnTo>
                    <a:pt x="532980" y="231927"/>
                  </a:lnTo>
                  <a:lnTo>
                    <a:pt x="503047" y="205422"/>
                  </a:lnTo>
                  <a:lnTo>
                    <a:pt x="497484" y="171183"/>
                  </a:lnTo>
                  <a:lnTo>
                    <a:pt x="497840" y="161264"/>
                  </a:lnTo>
                  <a:lnTo>
                    <a:pt x="512089" y="121285"/>
                  </a:lnTo>
                  <a:lnTo>
                    <a:pt x="519430" y="116497"/>
                  </a:lnTo>
                  <a:lnTo>
                    <a:pt x="525373" y="112598"/>
                  </a:lnTo>
                  <a:lnTo>
                    <a:pt x="532980" y="110426"/>
                  </a:lnTo>
                  <a:lnTo>
                    <a:pt x="541566" y="110426"/>
                  </a:lnTo>
                  <a:lnTo>
                    <a:pt x="578129" y="133667"/>
                  </a:lnTo>
                  <a:lnTo>
                    <a:pt x="584441" y="171183"/>
                  </a:lnTo>
                  <a:lnTo>
                    <a:pt x="584441" y="69672"/>
                  </a:lnTo>
                  <a:lnTo>
                    <a:pt x="582015" y="68656"/>
                  </a:lnTo>
                  <a:lnTo>
                    <a:pt x="570230" y="66014"/>
                  </a:lnTo>
                  <a:lnTo>
                    <a:pt x="557326" y="65138"/>
                  </a:lnTo>
                  <a:lnTo>
                    <a:pt x="544296" y="66014"/>
                  </a:lnTo>
                  <a:lnTo>
                    <a:pt x="545198" y="66014"/>
                  </a:lnTo>
                  <a:lnTo>
                    <a:pt x="534885" y="68313"/>
                  </a:lnTo>
                  <a:lnTo>
                    <a:pt x="502272" y="93268"/>
                  </a:lnTo>
                  <a:lnTo>
                    <a:pt x="497103" y="102336"/>
                  </a:lnTo>
                  <a:lnTo>
                    <a:pt x="497103" y="116497"/>
                  </a:lnTo>
                  <a:lnTo>
                    <a:pt x="496912" y="110693"/>
                  </a:lnTo>
                  <a:lnTo>
                    <a:pt x="496989" y="112598"/>
                  </a:lnTo>
                  <a:lnTo>
                    <a:pt x="497103" y="116497"/>
                  </a:lnTo>
                  <a:lnTo>
                    <a:pt x="497103" y="102336"/>
                  </a:lnTo>
                  <a:lnTo>
                    <a:pt x="496938" y="102616"/>
                  </a:lnTo>
                  <a:lnTo>
                    <a:pt x="496785" y="103022"/>
                  </a:lnTo>
                  <a:lnTo>
                    <a:pt x="496773" y="105918"/>
                  </a:lnTo>
                  <a:lnTo>
                    <a:pt x="496697" y="103238"/>
                  </a:lnTo>
                  <a:lnTo>
                    <a:pt x="495769" y="73063"/>
                  </a:lnTo>
                  <a:lnTo>
                    <a:pt x="495668" y="69684"/>
                  </a:lnTo>
                  <a:lnTo>
                    <a:pt x="446125" y="69684"/>
                  </a:lnTo>
                  <a:lnTo>
                    <a:pt x="446125" y="329488"/>
                  </a:lnTo>
                  <a:lnTo>
                    <a:pt x="497484" y="329488"/>
                  </a:lnTo>
                  <a:lnTo>
                    <a:pt x="497484" y="244475"/>
                  </a:lnTo>
                  <a:lnTo>
                    <a:pt x="498386" y="246214"/>
                  </a:lnTo>
                  <a:lnTo>
                    <a:pt x="528472" y="272262"/>
                  </a:lnTo>
                  <a:lnTo>
                    <a:pt x="557326" y="277228"/>
                  </a:lnTo>
                  <a:lnTo>
                    <a:pt x="570230" y="276339"/>
                  </a:lnTo>
                  <a:lnTo>
                    <a:pt x="610539" y="255473"/>
                  </a:lnTo>
                  <a:lnTo>
                    <a:pt x="625856" y="231927"/>
                  </a:lnTo>
                  <a:lnTo>
                    <a:pt x="628904" y="224967"/>
                  </a:lnTo>
                  <a:lnTo>
                    <a:pt x="632777" y="212572"/>
                  </a:lnTo>
                  <a:lnTo>
                    <a:pt x="635546" y="199478"/>
                  </a:lnTo>
                  <a:lnTo>
                    <a:pt x="637209" y="185724"/>
                  </a:lnTo>
                  <a:lnTo>
                    <a:pt x="637768" y="17118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55937" y="1521937"/>
              <a:ext cx="190878" cy="21208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83159" y="1456803"/>
              <a:ext cx="426084" cy="273050"/>
            </a:xfrm>
            <a:custGeom>
              <a:avLst/>
              <a:gdLst/>
              <a:ahLst/>
              <a:cxnLst/>
              <a:rect l="l" t="t" r="r" b="b"/>
              <a:pathLst>
                <a:path w="426084" h="273050">
                  <a:moveTo>
                    <a:pt x="190881" y="231927"/>
                  </a:moveTo>
                  <a:lnTo>
                    <a:pt x="126339" y="231927"/>
                  </a:lnTo>
                  <a:lnTo>
                    <a:pt x="126339" y="69380"/>
                  </a:lnTo>
                  <a:lnTo>
                    <a:pt x="125349" y="54571"/>
                  </a:lnTo>
                  <a:lnTo>
                    <a:pt x="100622" y="13055"/>
                  </a:lnTo>
                  <a:lnTo>
                    <a:pt x="60756" y="3784"/>
                  </a:lnTo>
                  <a:lnTo>
                    <a:pt x="7581" y="3784"/>
                  </a:lnTo>
                  <a:lnTo>
                    <a:pt x="7581" y="44538"/>
                  </a:lnTo>
                  <a:lnTo>
                    <a:pt x="59131" y="44538"/>
                  </a:lnTo>
                  <a:lnTo>
                    <a:pt x="64960" y="46545"/>
                  </a:lnTo>
                  <a:lnTo>
                    <a:pt x="72986" y="54571"/>
                  </a:lnTo>
                  <a:lnTo>
                    <a:pt x="74993" y="60388"/>
                  </a:lnTo>
                  <a:lnTo>
                    <a:pt x="74993" y="231927"/>
                  </a:lnTo>
                  <a:lnTo>
                    <a:pt x="0" y="231927"/>
                  </a:lnTo>
                  <a:lnTo>
                    <a:pt x="0" y="272681"/>
                  </a:lnTo>
                  <a:lnTo>
                    <a:pt x="190881" y="272681"/>
                  </a:lnTo>
                  <a:lnTo>
                    <a:pt x="190881" y="259041"/>
                  </a:lnTo>
                  <a:lnTo>
                    <a:pt x="190881" y="231927"/>
                  </a:lnTo>
                  <a:close/>
                </a:path>
                <a:path w="426084" h="273050">
                  <a:moveTo>
                    <a:pt x="360934" y="0"/>
                  </a:moveTo>
                  <a:lnTo>
                    <a:pt x="308660" y="0"/>
                  </a:lnTo>
                  <a:lnTo>
                    <a:pt x="308660" y="44691"/>
                  </a:lnTo>
                  <a:lnTo>
                    <a:pt x="360934" y="44691"/>
                  </a:lnTo>
                  <a:lnTo>
                    <a:pt x="360934" y="0"/>
                  </a:lnTo>
                  <a:close/>
                </a:path>
                <a:path w="426084" h="273050">
                  <a:moveTo>
                    <a:pt x="425691" y="231775"/>
                  </a:moveTo>
                  <a:lnTo>
                    <a:pt x="361683" y="231775"/>
                  </a:lnTo>
                  <a:lnTo>
                    <a:pt x="361683" y="110591"/>
                  </a:lnTo>
                  <a:lnTo>
                    <a:pt x="361683" y="88620"/>
                  </a:lnTo>
                  <a:lnTo>
                    <a:pt x="361683" y="69684"/>
                  </a:lnTo>
                  <a:lnTo>
                    <a:pt x="238594" y="69684"/>
                  </a:lnTo>
                  <a:lnTo>
                    <a:pt x="238594" y="110591"/>
                  </a:lnTo>
                  <a:lnTo>
                    <a:pt x="310184" y="110591"/>
                  </a:lnTo>
                  <a:lnTo>
                    <a:pt x="310184" y="231775"/>
                  </a:lnTo>
                  <a:lnTo>
                    <a:pt x="234810" y="231775"/>
                  </a:lnTo>
                  <a:lnTo>
                    <a:pt x="234810" y="272681"/>
                  </a:lnTo>
                  <a:lnTo>
                    <a:pt x="425691" y="272681"/>
                  </a:lnTo>
                  <a:lnTo>
                    <a:pt x="425691" y="23177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46724" y="1521937"/>
              <a:ext cx="172698" cy="207542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64866" y="1521937"/>
            <a:ext cx="190878" cy="212086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7613272" y="1454524"/>
            <a:ext cx="413384" cy="320675"/>
            <a:chOff x="7613272" y="1454524"/>
            <a:chExt cx="413384" cy="320675"/>
          </a:xfrm>
        </p:grpSpPr>
        <p:sp>
          <p:nvSpPr>
            <p:cNvPr id="41" name="object 41"/>
            <p:cNvSpPr/>
            <p:nvPr/>
          </p:nvSpPr>
          <p:spPr>
            <a:xfrm>
              <a:off x="7613272" y="1454524"/>
              <a:ext cx="203200" cy="320675"/>
            </a:xfrm>
            <a:custGeom>
              <a:avLst/>
              <a:gdLst/>
              <a:ahLst/>
              <a:cxnLst/>
              <a:rect l="l" t="t" r="r" b="b"/>
              <a:pathLst>
                <a:path w="203200" h="320675">
                  <a:moveTo>
                    <a:pt x="140799" y="273375"/>
                  </a:moveTo>
                  <a:lnTo>
                    <a:pt x="131549" y="276943"/>
                  </a:lnTo>
                  <a:lnTo>
                    <a:pt x="117134" y="279996"/>
                  </a:lnTo>
                  <a:lnTo>
                    <a:pt x="106838" y="280666"/>
                  </a:lnTo>
                  <a:lnTo>
                    <a:pt x="116570" y="320248"/>
                  </a:lnTo>
                  <a:lnTo>
                    <a:pt x="152325" y="320248"/>
                  </a:lnTo>
                  <a:lnTo>
                    <a:pt x="140799" y="273375"/>
                  </a:lnTo>
                  <a:close/>
                </a:path>
                <a:path w="203200" h="320675">
                  <a:moveTo>
                    <a:pt x="101498" y="0"/>
                  </a:moveTo>
                  <a:lnTo>
                    <a:pt x="58316" y="9223"/>
                  </a:lnTo>
                  <a:lnTo>
                    <a:pt x="26462" y="36553"/>
                  </a:lnTo>
                  <a:lnTo>
                    <a:pt x="6688" y="80807"/>
                  </a:lnTo>
                  <a:lnTo>
                    <a:pt x="743" y="119136"/>
                  </a:lnTo>
                  <a:lnTo>
                    <a:pt x="0" y="140886"/>
                  </a:lnTo>
                  <a:lnTo>
                    <a:pt x="743" y="162493"/>
                  </a:lnTo>
                  <a:lnTo>
                    <a:pt x="6688" y="200611"/>
                  </a:lnTo>
                  <a:lnTo>
                    <a:pt x="26462" y="244684"/>
                  </a:lnTo>
                  <a:lnTo>
                    <a:pt x="58316" y="271853"/>
                  </a:lnTo>
                  <a:lnTo>
                    <a:pt x="101498" y="281014"/>
                  </a:lnTo>
                  <a:lnTo>
                    <a:pt x="106838" y="280666"/>
                  </a:lnTo>
                  <a:lnTo>
                    <a:pt x="95191" y="233295"/>
                  </a:lnTo>
                  <a:lnTo>
                    <a:pt x="95070" y="232803"/>
                  </a:lnTo>
                  <a:lnTo>
                    <a:pt x="94550" y="232803"/>
                  </a:lnTo>
                  <a:lnTo>
                    <a:pt x="87711" y="231097"/>
                  </a:lnTo>
                  <a:lnTo>
                    <a:pt x="60631" y="195458"/>
                  </a:lnTo>
                  <a:lnTo>
                    <a:pt x="55766" y="157162"/>
                  </a:lnTo>
                  <a:lnTo>
                    <a:pt x="55441" y="140886"/>
                  </a:lnTo>
                  <a:lnTo>
                    <a:pt x="55766" y="125576"/>
                  </a:lnTo>
                  <a:lnTo>
                    <a:pt x="63550" y="78503"/>
                  </a:lnTo>
                  <a:lnTo>
                    <a:pt x="94320" y="48336"/>
                  </a:lnTo>
                  <a:lnTo>
                    <a:pt x="101498" y="47718"/>
                  </a:lnTo>
                  <a:lnTo>
                    <a:pt x="183577" y="47718"/>
                  </a:lnTo>
                  <a:lnTo>
                    <a:pt x="176702" y="36553"/>
                  </a:lnTo>
                  <a:lnTo>
                    <a:pt x="144743" y="9223"/>
                  </a:lnTo>
                  <a:lnTo>
                    <a:pt x="117134" y="1024"/>
                  </a:lnTo>
                  <a:lnTo>
                    <a:pt x="101498" y="0"/>
                  </a:lnTo>
                  <a:close/>
                </a:path>
                <a:path w="203200" h="320675">
                  <a:moveTo>
                    <a:pt x="129108" y="225825"/>
                  </a:moveTo>
                  <a:lnTo>
                    <a:pt x="128591" y="226352"/>
                  </a:lnTo>
                  <a:lnTo>
                    <a:pt x="116977" y="231905"/>
                  </a:lnTo>
                  <a:lnTo>
                    <a:pt x="109881" y="233295"/>
                  </a:lnTo>
                  <a:lnTo>
                    <a:pt x="95191" y="233295"/>
                  </a:lnTo>
                  <a:lnTo>
                    <a:pt x="106838" y="280666"/>
                  </a:lnTo>
                  <a:lnTo>
                    <a:pt x="117134" y="279996"/>
                  </a:lnTo>
                  <a:lnTo>
                    <a:pt x="131549" y="276943"/>
                  </a:lnTo>
                  <a:lnTo>
                    <a:pt x="140799" y="273375"/>
                  </a:lnTo>
                  <a:lnTo>
                    <a:pt x="130944" y="233295"/>
                  </a:lnTo>
                  <a:lnTo>
                    <a:pt x="101498" y="233295"/>
                  </a:lnTo>
                  <a:lnTo>
                    <a:pt x="95070" y="232803"/>
                  </a:lnTo>
                  <a:lnTo>
                    <a:pt x="130823" y="232803"/>
                  </a:lnTo>
                  <a:lnTo>
                    <a:pt x="129108" y="225825"/>
                  </a:lnTo>
                  <a:close/>
                </a:path>
                <a:path w="203200" h="320675">
                  <a:moveTo>
                    <a:pt x="183577" y="47718"/>
                  </a:moveTo>
                  <a:lnTo>
                    <a:pt x="101498" y="47718"/>
                  </a:lnTo>
                  <a:lnTo>
                    <a:pt x="108767" y="48336"/>
                  </a:lnTo>
                  <a:lnTo>
                    <a:pt x="115425" y="50190"/>
                  </a:lnTo>
                  <a:lnTo>
                    <a:pt x="142365" y="88168"/>
                  </a:lnTo>
                  <a:lnTo>
                    <a:pt x="147554" y="140886"/>
                  </a:lnTo>
                  <a:lnTo>
                    <a:pt x="147396" y="154101"/>
                  </a:lnTo>
                  <a:lnTo>
                    <a:pt x="143562" y="194925"/>
                  </a:lnTo>
                  <a:lnTo>
                    <a:pt x="129108" y="225825"/>
                  </a:lnTo>
                  <a:lnTo>
                    <a:pt x="140799" y="273375"/>
                  </a:lnTo>
                  <a:lnTo>
                    <a:pt x="176702" y="244684"/>
                  </a:lnTo>
                  <a:lnTo>
                    <a:pt x="196371" y="200611"/>
                  </a:lnTo>
                  <a:lnTo>
                    <a:pt x="202260" y="162493"/>
                  </a:lnTo>
                  <a:lnTo>
                    <a:pt x="202996" y="140886"/>
                  </a:lnTo>
                  <a:lnTo>
                    <a:pt x="202260" y="119136"/>
                  </a:lnTo>
                  <a:lnTo>
                    <a:pt x="200064" y="99217"/>
                  </a:lnTo>
                  <a:lnTo>
                    <a:pt x="196371" y="80807"/>
                  </a:lnTo>
                  <a:lnTo>
                    <a:pt x="191217" y="64228"/>
                  </a:lnTo>
                  <a:lnTo>
                    <a:pt x="184644" y="49451"/>
                  </a:lnTo>
                  <a:lnTo>
                    <a:pt x="183577" y="47718"/>
                  </a:lnTo>
                  <a:close/>
                </a:path>
                <a:path w="203200" h="320675">
                  <a:moveTo>
                    <a:pt x="118540" y="182846"/>
                  </a:moveTo>
                  <a:lnTo>
                    <a:pt x="82787" y="182846"/>
                  </a:lnTo>
                  <a:lnTo>
                    <a:pt x="95070" y="232803"/>
                  </a:lnTo>
                  <a:lnTo>
                    <a:pt x="101498" y="233295"/>
                  </a:lnTo>
                  <a:lnTo>
                    <a:pt x="109881" y="233295"/>
                  </a:lnTo>
                  <a:lnTo>
                    <a:pt x="116977" y="231905"/>
                  </a:lnTo>
                  <a:lnTo>
                    <a:pt x="128591" y="226352"/>
                  </a:lnTo>
                  <a:lnTo>
                    <a:pt x="129108" y="225825"/>
                  </a:lnTo>
                  <a:lnTo>
                    <a:pt x="118540" y="18284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56565" y="1526482"/>
              <a:ext cx="169970" cy="207540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8072884" y="1456796"/>
            <a:ext cx="1106805" cy="329565"/>
            <a:chOff x="8072884" y="1456796"/>
            <a:chExt cx="1106805" cy="329565"/>
          </a:xfrm>
        </p:grpSpPr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72884" y="1521937"/>
              <a:ext cx="193304" cy="21208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301025" y="1456803"/>
              <a:ext cx="426084" cy="273050"/>
            </a:xfrm>
            <a:custGeom>
              <a:avLst/>
              <a:gdLst/>
              <a:ahLst/>
              <a:cxnLst/>
              <a:rect l="l" t="t" r="r" b="b"/>
              <a:pathLst>
                <a:path w="426084" h="273050">
                  <a:moveTo>
                    <a:pt x="190881" y="231927"/>
                  </a:moveTo>
                  <a:lnTo>
                    <a:pt x="126339" y="231927"/>
                  </a:lnTo>
                  <a:lnTo>
                    <a:pt x="126339" y="69380"/>
                  </a:lnTo>
                  <a:lnTo>
                    <a:pt x="125336" y="54571"/>
                  </a:lnTo>
                  <a:lnTo>
                    <a:pt x="100622" y="13055"/>
                  </a:lnTo>
                  <a:lnTo>
                    <a:pt x="60744" y="3784"/>
                  </a:lnTo>
                  <a:lnTo>
                    <a:pt x="7569" y="3784"/>
                  </a:lnTo>
                  <a:lnTo>
                    <a:pt x="7569" y="44538"/>
                  </a:lnTo>
                  <a:lnTo>
                    <a:pt x="59131" y="44538"/>
                  </a:lnTo>
                  <a:lnTo>
                    <a:pt x="64947" y="46545"/>
                  </a:lnTo>
                  <a:lnTo>
                    <a:pt x="72974" y="54571"/>
                  </a:lnTo>
                  <a:lnTo>
                    <a:pt x="74980" y="60388"/>
                  </a:lnTo>
                  <a:lnTo>
                    <a:pt x="74980" y="231927"/>
                  </a:lnTo>
                  <a:lnTo>
                    <a:pt x="0" y="231927"/>
                  </a:lnTo>
                  <a:lnTo>
                    <a:pt x="0" y="272681"/>
                  </a:lnTo>
                  <a:lnTo>
                    <a:pt x="190881" y="272681"/>
                  </a:lnTo>
                  <a:lnTo>
                    <a:pt x="190881" y="259041"/>
                  </a:lnTo>
                  <a:lnTo>
                    <a:pt x="190881" y="231927"/>
                  </a:lnTo>
                  <a:close/>
                </a:path>
                <a:path w="426084" h="273050">
                  <a:moveTo>
                    <a:pt x="360921" y="0"/>
                  </a:moveTo>
                  <a:lnTo>
                    <a:pt x="308660" y="0"/>
                  </a:lnTo>
                  <a:lnTo>
                    <a:pt x="308660" y="44691"/>
                  </a:lnTo>
                  <a:lnTo>
                    <a:pt x="360921" y="44691"/>
                  </a:lnTo>
                  <a:lnTo>
                    <a:pt x="360921" y="0"/>
                  </a:lnTo>
                  <a:close/>
                </a:path>
                <a:path w="426084" h="273050">
                  <a:moveTo>
                    <a:pt x="425678" y="231775"/>
                  </a:moveTo>
                  <a:lnTo>
                    <a:pt x="361683" y="231775"/>
                  </a:lnTo>
                  <a:lnTo>
                    <a:pt x="361683" y="110591"/>
                  </a:lnTo>
                  <a:lnTo>
                    <a:pt x="361683" y="88620"/>
                  </a:lnTo>
                  <a:lnTo>
                    <a:pt x="361683" y="69684"/>
                  </a:lnTo>
                  <a:lnTo>
                    <a:pt x="238594" y="69684"/>
                  </a:lnTo>
                  <a:lnTo>
                    <a:pt x="238594" y="110591"/>
                  </a:lnTo>
                  <a:lnTo>
                    <a:pt x="310172" y="110591"/>
                  </a:lnTo>
                  <a:lnTo>
                    <a:pt x="310172" y="231775"/>
                  </a:lnTo>
                  <a:lnTo>
                    <a:pt x="234810" y="231775"/>
                  </a:lnTo>
                  <a:lnTo>
                    <a:pt x="234810" y="272681"/>
                  </a:lnTo>
                  <a:lnTo>
                    <a:pt x="425678" y="272681"/>
                  </a:lnTo>
                  <a:lnTo>
                    <a:pt x="425678" y="23177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753978" y="1478840"/>
              <a:ext cx="184819" cy="25063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976967" y="1526482"/>
              <a:ext cx="202565" cy="260350"/>
            </a:xfrm>
            <a:custGeom>
              <a:avLst/>
              <a:gdLst/>
              <a:ahLst/>
              <a:cxnLst/>
              <a:rect l="l" t="t" r="r" b="b"/>
              <a:pathLst>
                <a:path w="202565" h="260350">
                  <a:moveTo>
                    <a:pt x="202394" y="0"/>
                  </a:moveTo>
                  <a:lnTo>
                    <a:pt x="148916" y="0"/>
                  </a:lnTo>
                  <a:lnTo>
                    <a:pt x="103315" y="141039"/>
                  </a:lnTo>
                  <a:lnTo>
                    <a:pt x="53478" y="0"/>
                  </a:lnTo>
                  <a:lnTo>
                    <a:pt x="0" y="0"/>
                  </a:lnTo>
                  <a:lnTo>
                    <a:pt x="71201" y="190120"/>
                  </a:lnTo>
                  <a:lnTo>
                    <a:pt x="87409" y="190120"/>
                  </a:lnTo>
                  <a:lnTo>
                    <a:pt x="80037" y="210673"/>
                  </a:lnTo>
                  <a:lnTo>
                    <a:pt x="77336" y="214259"/>
                  </a:lnTo>
                  <a:lnTo>
                    <a:pt x="70065" y="218097"/>
                  </a:lnTo>
                  <a:lnTo>
                    <a:pt x="64940" y="219057"/>
                  </a:lnTo>
                  <a:lnTo>
                    <a:pt x="30907" y="219057"/>
                  </a:lnTo>
                  <a:lnTo>
                    <a:pt x="30907" y="259805"/>
                  </a:lnTo>
                  <a:lnTo>
                    <a:pt x="63626" y="259805"/>
                  </a:lnTo>
                  <a:lnTo>
                    <a:pt x="74837" y="259246"/>
                  </a:lnTo>
                  <a:lnTo>
                    <a:pt x="115172" y="238899"/>
                  </a:lnTo>
                  <a:lnTo>
                    <a:pt x="124376" y="220873"/>
                  </a:lnTo>
                  <a:lnTo>
                    <a:pt x="20239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56950" y="2063645"/>
            <a:ext cx="2305775" cy="3954348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85254" y="2063645"/>
            <a:ext cx="2300206" cy="3954348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407988" y="2063645"/>
            <a:ext cx="2305775" cy="3954348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6291968" y="5297966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059669"/>
                </a:solidFill>
                <a:latin typeface="HGGothicE"/>
                <a:cs typeface="HGGothicE"/>
              </a:rPr>
              <a:t>∩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836293" y="2063645"/>
            <a:ext cx="2300205" cy="3954348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56950" y="6140527"/>
            <a:ext cx="9579548" cy="2896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6530" y="1160277"/>
            <a:ext cx="909319" cy="79375"/>
            <a:chOff x="566530" y="1160277"/>
            <a:chExt cx="909319" cy="79375"/>
          </a:xfrm>
        </p:grpSpPr>
        <p:sp>
          <p:nvSpPr>
            <p:cNvPr id="3" name="object 3"/>
            <p:cNvSpPr/>
            <p:nvPr/>
          </p:nvSpPr>
          <p:spPr>
            <a:xfrm>
              <a:off x="566521" y="1160284"/>
              <a:ext cx="673735" cy="79375"/>
            </a:xfrm>
            <a:custGeom>
              <a:avLst/>
              <a:gdLst/>
              <a:ahLst/>
              <a:cxnLst/>
              <a:rect l="l" t="t" r="r" b="b"/>
              <a:pathLst>
                <a:path w="673735" h="79375">
                  <a:moveTo>
                    <a:pt x="49911" y="66433"/>
                  </a:moveTo>
                  <a:lnTo>
                    <a:pt x="13766" y="66433"/>
                  </a:lnTo>
                  <a:lnTo>
                    <a:pt x="13766" y="45605"/>
                  </a:lnTo>
                  <a:lnTo>
                    <a:pt x="47675" y="45605"/>
                  </a:lnTo>
                  <a:lnTo>
                    <a:pt x="47675" y="33261"/>
                  </a:lnTo>
                  <a:lnTo>
                    <a:pt x="13766" y="33261"/>
                  </a:lnTo>
                  <a:lnTo>
                    <a:pt x="13766" y="12649"/>
                  </a:lnTo>
                  <a:lnTo>
                    <a:pt x="49009" y="12649"/>
                  </a:lnTo>
                  <a:lnTo>
                    <a:pt x="49009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49911" y="79082"/>
                  </a:lnTo>
                  <a:lnTo>
                    <a:pt x="49911" y="66433"/>
                  </a:lnTo>
                  <a:close/>
                </a:path>
                <a:path w="673735" h="79375">
                  <a:moveTo>
                    <a:pt x="130822" y="79082"/>
                  </a:moveTo>
                  <a:lnTo>
                    <a:pt x="110947" y="39433"/>
                  </a:lnTo>
                  <a:lnTo>
                    <a:pt x="130467" y="0"/>
                  </a:lnTo>
                  <a:lnTo>
                    <a:pt x="115443" y="0"/>
                  </a:lnTo>
                  <a:lnTo>
                    <a:pt x="101968" y="29032"/>
                  </a:lnTo>
                  <a:lnTo>
                    <a:pt x="88493" y="0"/>
                  </a:lnTo>
                  <a:lnTo>
                    <a:pt x="73164" y="0"/>
                  </a:lnTo>
                  <a:lnTo>
                    <a:pt x="92671" y="39268"/>
                  </a:lnTo>
                  <a:lnTo>
                    <a:pt x="72809" y="79082"/>
                  </a:lnTo>
                  <a:lnTo>
                    <a:pt x="87820" y="79082"/>
                  </a:lnTo>
                  <a:lnTo>
                    <a:pt x="101650" y="49517"/>
                  </a:lnTo>
                  <a:lnTo>
                    <a:pt x="115493" y="79082"/>
                  </a:lnTo>
                  <a:lnTo>
                    <a:pt x="130822" y="79082"/>
                  </a:lnTo>
                  <a:close/>
                </a:path>
                <a:path w="673735" h="79375">
                  <a:moveTo>
                    <a:pt x="208076" y="19939"/>
                  </a:moveTo>
                  <a:lnTo>
                    <a:pt x="193865" y="2552"/>
                  </a:lnTo>
                  <a:lnTo>
                    <a:pt x="193865" y="20967"/>
                  </a:lnTo>
                  <a:lnTo>
                    <a:pt x="193865" y="28994"/>
                  </a:lnTo>
                  <a:lnTo>
                    <a:pt x="192646" y="32042"/>
                  </a:lnTo>
                  <a:lnTo>
                    <a:pt x="187807" y="36245"/>
                  </a:lnTo>
                  <a:lnTo>
                    <a:pt x="184086" y="37287"/>
                  </a:lnTo>
                  <a:lnTo>
                    <a:pt x="169265" y="37287"/>
                  </a:lnTo>
                  <a:lnTo>
                    <a:pt x="169265" y="12649"/>
                  </a:lnTo>
                  <a:lnTo>
                    <a:pt x="184086" y="12649"/>
                  </a:lnTo>
                  <a:lnTo>
                    <a:pt x="187807" y="13703"/>
                  </a:lnTo>
                  <a:lnTo>
                    <a:pt x="192646" y="17894"/>
                  </a:lnTo>
                  <a:lnTo>
                    <a:pt x="193865" y="20967"/>
                  </a:lnTo>
                  <a:lnTo>
                    <a:pt x="193865" y="2552"/>
                  </a:lnTo>
                  <a:lnTo>
                    <a:pt x="190817" y="1028"/>
                  </a:lnTo>
                  <a:lnTo>
                    <a:pt x="186004" y="0"/>
                  </a:lnTo>
                  <a:lnTo>
                    <a:pt x="155498" y="0"/>
                  </a:lnTo>
                  <a:lnTo>
                    <a:pt x="155498" y="79082"/>
                  </a:lnTo>
                  <a:lnTo>
                    <a:pt x="169265" y="79082"/>
                  </a:lnTo>
                  <a:lnTo>
                    <a:pt x="169265" y="49949"/>
                  </a:lnTo>
                  <a:lnTo>
                    <a:pt x="186004" y="49949"/>
                  </a:lnTo>
                  <a:lnTo>
                    <a:pt x="190817" y="48920"/>
                  </a:lnTo>
                  <a:lnTo>
                    <a:pt x="199097" y="44818"/>
                  </a:lnTo>
                  <a:lnTo>
                    <a:pt x="202323" y="41935"/>
                  </a:lnTo>
                  <a:lnTo>
                    <a:pt x="205193" y="37287"/>
                  </a:lnTo>
                  <a:lnTo>
                    <a:pt x="206921" y="34493"/>
                  </a:lnTo>
                  <a:lnTo>
                    <a:pt x="208076" y="30099"/>
                  </a:lnTo>
                  <a:lnTo>
                    <a:pt x="208076" y="19939"/>
                  </a:lnTo>
                  <a:close/>
                </a:path>
                <a:path w="673735" h="79375">
                  <a:moveTo>
                    <a:pt x="283819" y="66433"/>
                  </a:moveTo>
                  <a:lnTo>
                    <a:pt x="247688" y="66433"/>
                  </a:lnTo>
                  <a:lnTo>
                    <a:pt x="247688" y="45605"/>
                  </a:lnTo>
                  <a:lnTo>
                    <a:pt x="281597" y="45605"/>
                  </a:lnTo>
                  <a:lnTo>
                    <a:pt x="281597" y="33261"/>
                  </a:lnTo>
                  <a:lnTo>
                    <a:pt x="247688" y="33261"/>
                  </a:lnTo>
                  <a:lnTo>
                    <a:pt x="247688" y="12649"/>
                  </a:lnTo>
                  <a:lnTo>
                    <a:pt x="282930" y="12649"/>
                  </a:lnTo>
                  <a:lnTo>
                    <a:pt x="282930" y="0"/>
                  </a:lnTo>
                  <a:lnTo>
                    <a:pt x="233921" y="0"/>
                  </a:lnTo>
                  <a:lnTo>
                    <a:pt x="233921" y="79082"/>
                  </a:lnTo>
                  <a:lnTo>
                    <a:pt x="283819" y="79082"/>
                  </a:lnTo>
                  <a:lnTo>
                    <a:pt x="283819" y="66433"/>
                  </a:lnTo>
                  <a:close/>
                </a:path>
                <a:path w="673735" h="79375">
                  <a:moveTo>
                    <a:pt x="362686" y="79082"/>
                  </a:moveTo>
                  <a:lnTo>
                    <a:pt x="360349" y="51943"/>
                  </a:lnTo>
                  <a:lnTo>
                    <a:pt x="360324" y="51701"/>
                  </a:lnTo>
                  <a:lnTo>
                    <a:pt x="359270" y="49326"/>
                  </a:lnTo>
                  <a:lnTo>
                    <a:pt x="358698" y="48006"/>
                  </a:lnTo>
                  <a:lnTo>
                    <a:pt x="353085" y="43446"/>
                  </a:lnTo>
                  <a:lnTo>
                    <a:pt x="349377" y="42354"/>
                  </a:lnTo>
                  <a:lnTo>
                    <a:pt x="349554" y="42354"/>
                  </a:lnTo>
                  <a:lnTo>
                    <a:pt x="349783" y="42227"/>
                  </a:lnTo>
                  <a:lnTo>
                    <a:pt x="350139" y="42011"/>
                  </a:lnTo>
                  <a:lnTo>
                    <a:pt x="355282" y="38938"/>
                  </a:lnTo>
                  <a:lnTo>
                    <a:pt x="357505" y="36677"/>
                  </a:lnTo>
                  <a:lnTo>
                    <a:pt x="360832" y="30899"/>
                  </a:lnTo>
                  <a:lnTo>
                    <a:pt x="361657" y="27533"/>
                  </a:lnTo>
                  <a:lnTo>
                    <a:pt x="361657" y="16383"/>
                  </a:lnTo>
                  <a:lnTo>
                    <a:pt x="360108" y="12649"/>
                  </a:lnTo>
                  <a:lnTo>
                    <a:pt x="359257" y="10604"/>
                  </a:lnTo>
                  <a:lnTo>
                    <a:pt x="349631" y="2120"/>
                  </a:lnTo>
                  <a:lnTo>
                    <a:pt x="347446" y="1435"/>
                  </a:lnTo>
                  <a:lnTo>
                    <a:pt x="347446" y="20777"/>
                  </a:lnTo>
                  <a:lnTo>
                    <a:pt x="347446" y="28460"/>
                  </a:lnTo>
                  <a:lnTo>
                    <a:pt x="346316" y="31419"/>
                  </a:lnTo>
                  <a:lnTo>
                    <a:pt x="343573" y="33959"/>
                  </a:lnTo>
                  <a:lnTo>
                    <a:pt x="343573" y="43446"/>
                  </a:lnTo>
                  <a:lnTo>
                    <a:pt x="343230" y="42354"/>
                  </a:lnTo>
                  <a:lnTo>
                    <a:pt x="343496" y="43192"/>
                  </a:lnTo>
                  <a:lnTo>
                    <a:pt x="343573" y="43446"/>
                  </a:lnTo>
                  <a:lnTo>
                    <a:pt x="343573" y="33959"/>
                  </a:lnTo>
                  <a:lnTo>
                    <a:pt x="341769" y="35623"/>
                  </a:lnTo>
                  <a:lnTo>
                    <a:pt x="338467" y="36677"/>
                  </a:lnTo>
                  <a:lnTo>
                    <a:pt x="323253" y="36677"/>
                  </a:lnTo>
                  <a:lnTo>
                    <a:pt x="323253" y="12649"/>
                  </a:lnTo>
                  <a:lnTo>
                    <a:pt x="338480" y="12649"/>
                  </a:lnTo>
                  <a:lnTo>
                    <a:pt x="341769" y="13690"/>
                  </a:lnTo>
                  <a:lnTo>
                    <a:pt x="346316" y="17818"/>
                  </a:lnTo>
                  <a:lnTo>
                    <a:pt x="347446" y="20777"/>
                  </a:lnTo>
                  <a:lnTo>
                    <a:pt x="347446" y="1435"/>
                  </a:lnTo>
                  <a:lnTo>
                    <a:pt x="342988" y="0"/>
                  </a:lnTo>
                  <a:lnTo>
                    <a:pt x="309486" y="0"/>
                  </a:lnTo>
                  <a:lnTo>
                    <a:pt x="309486" y="79082"/>
                  </a:lnTo>
                  <a:lnTo>
                    <a:pt x="323253" y="79082"/>
                  </a:lnTo>
                  <a:lnTo>
                    <a:pt x="323253" y="49326"/>
                  </a:lnTo>
                  <a:lnTo>
                    <a:pt x="337515" y="49326"/>
                  </a:lnTo>
                  <a:lnTo>
                    <a:pt x="348830" y="79082"/>
                  </a:lnTo>
                  <a:lnTo>
                    <a:pt x="362686" y="79082"/>
                  </a:lnTo>
                  <a:close/>
                </a:path>
                <a:path w="673735" h="79375">
                  <a:moveTo>
                    <a:pt x="438645" y="0"/>
                  </a:moveTo>
                  <a:lnTo>
                    <a:pt x="388747" y="0"/>
                  </a:lnTo>
                  <a:lnTo>
                    <a:pt x="388747" y="12649"/>
                  </a:lnTo>
                  <a:lnTo>
                    <a:pt x="406819" y="12649"/>
                  </a:lnTo>
                  <a:lnTo>
                    <a:pt x="406819" y="66433"/>
                  </a:lnTo>
                  <a:lnTo>
                    <a:pt x="388747" y="66433"/>
                  </a:lnTo>
                  <a:lnTo>
                    <a:pt x="388747" y="79082"/>
                  </a:lnTo>
                  <a:lnTo>
                    <a:pt x="438645" y="79082"/>
                  </a:lnTo>
                  <a:lnTo>
                    <a:pt x="438645" y="66433"/>
                  </a:lnTo>
                  <a:lnTo>
                    <a:pt x="420585" y="66433"/>
                  </a:lnTo>
                  <a:lnTo>
                    <a:pt x="420585" y="12649"/>
                  </a:lnTo>
                  <a:lnTo>
                    <a:pt x="438645" y="12649"/>
                  </a:lnTo>
                  <a:lnTo>
                    <a:pt x="438645" y="0"/>
                  </a:lnTo>
                  <a:close/>
                </a:path>
                <a:path w="673735" h="79375">
                  <a:moveTo>
                    <a:pt x="519963" y="0"/>
                  </a:moveTo>
                  <a:lnTo>
                    <a:pt x="503250" y="0"/>
                  </a:lnTo>
                  <a:lnTo>
                    <a:pt x="491667" y="46482"/>
                  </a:lnTo>
                  <a:lnTo>
                    <a:pt x="484301" y="16929"/>
                  </a:lnTo>
                  <a:lnTo>
                    <a:pt x="484238" y="16662"/>
                  </a:lnTo>
                  <a:lnTo>
                    <a:pt x="480085" y="0"/>
                  </a:lnTo>
                  <a:lnTo>
                    <a:pt x="463384" y="0"/>
                  </a:lnTo>
                  <a:lnTo>
                    <a:pt x="463384" y="79082"/>
                  </a:lnTo>
                  <a:lnTo>
                    <a:pt x="476262" y="79082"/>
                  </a:lnTo>
                  <a:lnTo>
                    <a:pt x="476262" y="23634"/>
                  </a:lnTo>
                  <a:lnTo>
                    <a:pt x="487083" y="68834"/>
                  </a:lnTo>
                  <a:lnTo>
                    <a:pt x="496265" y="68834"/>
                  </a:lnTo>
                  <a:lnTo>
                    <a:pt x="499554" y="55067"/>
                  </a:lnTo>
                  <a:lnTo>
                    <a:pt x="507085" y="23634"/>
                  </a:lnTo>
                  <a:lnTo>
                    <a:pt x="507085" y="79082"/>
                  </a:lnTo>
                  <a:lnTo>
                    <a:pt x="519963" y="79082"/>
                  </a:lnTo>
                  <a:lnTo>
                    <a:pt x="519963" y="16662"/>
                  </a:lnTo>
                  <a:lnTo>
                    <a:pt x="519963" y="0"/>
                  </a:lnTo>
                  <a:close/>
                </a:path>
                <a:path w="673735" h="79375">
                  <a:moveTo>
                    <a:pt x="595706" y="66433"/>
                  </a:moveTo>
                  <a:lnTo>
                    <a:pt x="559574" y="66433"/>
                  </a:lnTo>
                  <a:lnTo>
                    <a:pt x="559574" y="45605"/>
                  </a:lnTo>
                  <a:lnTo>
                    <a:pt x="593483" y="45605"/>
                  </a:lnTo>
                  <a:lnTo>
                    <a:pt x="593483" y="33261"/>
                  </a:lnTo>
                  <a:lnTo>
                    <a:pt x="559574" y="33261"/>
                  </a:lnTo>
                  <a:lnTo>
                    <a:pt x="559574" y="12649"/>
                  </a:lnTo>
                  <a:lnTo>
                    <a:pt x="594817" y="12649"/>
                  </a:lnTo>
                  <a:lnTo>
                    <a:pt x="594817" y="0"/>
                  </a:lnTo>
                  <a:lnTo>
                    <a:pt x="545807" y="0"/>
                  </a:lnTo>
                  <a:lnTo>
                    <a:pt x="545807" y="79082"/>
                  </a:lnTo>
                  <a:lnTo>
                    <a:pt x="595706" y="79082"/>
                  </a:lnTo>
                  <a:lnTo>
                    <a:pt x="595706" y="66433"/>
                  </a:lnTo>
                  <a:close/>
                </a:path>
                <a:path w="673735" h="79375">
                  <a:moveTo>
                    <a:pt x="673684" y="0"/>
                  </a:moveTo>
                  <a:lnTo>
                    <a:pt x="660361" y="0"/>
                  </a:lnTo>
                  <a:lnTo>
                    <a:pt x="660361" y="56756"/>
                  </a:lnTo>
                  <a:lnTo>
                    <a:pt x="643343" y="16459"/>
                  </a:lnTo>
                  <a:lnTo>
                    <a:pt x="636384" y="0"/>
                  </a:lnTo>
                  <a:lnTo>
                    <a:pt x="621550" y="0"/>
                  </a:lnTo>
                  <a:lnTo>
                    <a:pt x="621550" y="79082"/>
                  </a:lnTo>
                  <a:lnTo>
                    <a:pt x="634873" y="79082"/>
                  </a:lnTo>
                  <a:lnTo>
                    <a:pt x="634873" y="22326"/>
                  </a:lnTo>
                  <a:lnTo>
                    <a:pt x="658837" y="79082"/>
                  </a:lnTo>
                  <a:lnTo>
                    <a:pt x="673684" y="79082"/>
                  </a:lnTo>
                  <a:lnTo>
                    <a:pt x="673684" y="62560"/>
                  </a:lnTo>
                  <a:lnTo>
                    <a:pt x="673684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3154" y="1160277"/>
              <a:ext cx="137988" cy="790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25336" y="1160277"/>
              <a:ext cx="50165" cy="79375"/>
            </a:xfrm>
            <a:custGeom>
              <a:avLst/>
              <a:gdLst/>
              <a:ahLst/>
              <a:cxnLst/>
              <a:rect l="l" t="t" r="r" b="b"/>
              <a:pathLst>
                <a:path w="50165" h="79375">
                  <a:moveTo>
                    <a:pt x="13769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49903" y="79087"/>
                  </a:lnTo>
                  <a:lnTo>
                    <a:pt x="49903" y="74587"/>
                  </a:lnTo>
                  <a:lnTo>
                    <a:pt x="13769" y="74587"/>
                  </a:lnTo>
                  <a:lnTo>
                    <a:pt x="4389" y="66432"/>
                  </a:lnTo>
                  <a:lnTo>
                    <a:pt x="13769" y="66432"/>
                  </a:lnTo>
                  <a:lnTo>
                    <a:pt x="13769" y="0"/>
                  </a:lnTo>
                  <a:close/>
                </a:path>
                <a:path w="50165" h="79375">
                  <a:moveTo>
                    <a:pt x="13769" y="66432"/>
                  </a:moveTo>
                  <a:lnTo>
                    <a:pt x="4389" y="66432"/>
                  </a:lnTo>
                  <a:lnTo>
                    <a:pt x="13769" y="74587"/>
                  </a:lnTo>
                  <a:lnTo>
                    <a:pt x="13769" y="66432"/>
                  </a:lnTo>
                  <a:close/>
                </a:path>
                <a:path w="50165" h="79375">
                  <a:moveTo>
                    <a:pt x="49903" y="66432"/>
                  </a:moveTo>
                  <a:lnTo>
                    <a:pt x="13769" y="66432"/>
                  </a:lnTo>
                  <a:lnTo>
                    <a:pt x="13769" y="74587"/>
                  </a:lnTo>
                  <a:lnTo>
                    <a:pt x="49903" y="74587"/>
                  </a:lnTo>
                  <a:lnTo>
                    <a:pt x="49903" y="6643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579003" y="1158506"/>
            <a:ext cx="441325" cy="83185"/>
          </a:xfrm>
          <a:custGeom>
            <a:avLst/>
            <a:gdLst/>
            <a:ahLst/>
            <a:cxnLst/>
            <a:rect l="l" t="t" r="r" b="b"/>
            <a:pathLst>
              <a:path w="441325" h="83184">
                <a:moveTo>
                  <a:pt x="54533" y="32435"/>
                </a:moveTo>
                <a:lnTo>
                  <a:pt x="40411" y="7556"/>
                </a:lnTo>
                <a:lnTo>
                  <a:pt x="40411" y="32435"/>
                </a:lnTo>
                <a:lnTo>
                  <a:pt x="40411" y="50342"/>
                </a:lnTo>
                <a:lnTo>
                  <a:pt x="38620" y="57048"/>
                </a:lnTo>
                <a:lnTo>
                  <a:pt x="31483" y="65976"/>
                </a:lnTo>
                <a:lnTo>
                  <a:pt x="26365" y="68211"/>
                </a:lnTo>
                <a:lnTo>
                  <a:pt x="13766" y="68211"/>
                </a:lnTo>
                <a:lnTo>
                  <a:pt x="13766" y="14427"/>
                </a:lnTo>
                <a:lnTo>
                  <a:pt x="26365" y="14427"/>
                </a:lnTo>
                <a:lnTo>
                  <a:pt x="31483" y="16687"/>
                </a:lnTo>
                <a:lnTo>
                  <a:pt x="38633" y="25730"/>
                </a:lnTo>
                <a:lnTo>
                  <a:pt x="40411" y="32435"/>
                </a:lnTo>
                <a:lnTo>
                  <a:pt x="40411" y="7556"/>
                </a:lnTo>
                <a:lnTo>
                  <a:pt x="33210" y="3314"/>
                </a:lnTo>
                <a:lnTo>
                  <a:pt x="27000" y="1778"/>
                </a:lnTo>
                <a:lnTo>
                  <a:pt x="0" y="1778"/>
                </a:lnTo>
                <a:lnTo>
                  <a:pt x="0" y="80860"/>
                </a:lnTo>
                <a:lnTo>
                  <a:pt x="27000" y="80860"/>
                </a:lnTo>
                <a:lnTo>
                  <a:pt x="33210" y="79336"/>
                </a:lnTo>
                <a:lnTo>
                  <a:pt x="43624" y="73215"/>
                </a:lnTo>
                <a:lnTo>
                  <a:pt x="47625" y="68745"/>
                </a:lnTo>
                <a:lnTo>
                  <a:pt x="47879" y="68211"/>
                </a:lnTo>
                <a:lnTo>
                  <a:pt x="53213" y="57048"/>
                </a:lnTo>
                <a:lnTo>
                  <a:pt x="54533" y="50342"/>
                </a:lnTo>
                <a:lnTo>
                  <a:pt x="54533" y="32435"/>
                </a:lnTo>
                <a:close/>
              </a:path>
              <a:path w="441325" h="83184">
                <a:moveTo>
                  <a:pt x="129032" y="68211"/>
                </a:moveTo>
                <a:lnTo>
                  <a:pt x="92900" y="68211"/>
                </a:lnTo>
                <a:lnTo>
                  <a:pt x="92900" y="47383"/>
                </a:lnTo>
                <a:lnTo>
                  <a:pt x="126809" y="47383"/>
                </a:lnTo>
                <a:lnTo>
                  <a:pt x="126809" y="35039"/>
                </a:lnTo>
                <a:lnTo>
                  <a:pt x="92900" y="35039"/>
                </a:lnTo>
                <a:lnTo>
                  <a:pt x="92900" y="14427"/>
                </a:lnTo>
                <a:lnTo>
                  <a:pt x="128143" y="14427"/>
                </a:lnTo>
                <a:lnTo>
                  <a:pt x="128143" y="1778"/>
                </a:lnTo>
                <a:lnTo>
                  <a:pt x="79133" y="1778"/>
                </a:lnTo>
                <a:lnTo>
                  <a:pt x="79133" y="80860"/>
                </a:lnTo>
                <a:lnTo>
                  <a:pt x="129032" y="80860"/>
                </a:lnTo>
                <a:lnTo>
                  <a:pt x="129032" y="68211"/>
                </a:lnTo>
                <a:close/>
              </a:path>
              <a:path w="441325" h="83184">
                <a:moveTo>
                  <a:pt x="209626" y="55753"/>
                </a:moveTo>
                <a:lnTo>
                  <a:pt x="180517" y="34010"/>
                </a:lnTo>
                <a:lnTo>
                  <a:pt x="177076" y="32829"/>
                </a:lnTo>
                <a:lnTo>
                  <a:pt x="172148" y="30619"/>
                </a:lnTo>
                <a:lnTo>
                  <a:pt x="170421" y="29362"/>
                </a:lnTo>
                <a:lnTo>
                  <a:pt x="168440" y="26517"/>
                </a:lnTo>
                <a:lnTo>
                  <a:pt x="167957" y="24765"/>
                </a:lnTo>
                <a:lnTo>
                  <a:pt x="167957" y="19570"/>
                </a:lnTo>
                <a:lnTo>
                  <a:pt x="169062" y="17094"/>
                </a:lnTo>
                <a:lnTo>
                  <a:pt x="173520" y="13398"/>
                </a:lnTo>
                <a:lnTo>
                  <a:pt x="176517" y="12471"/>
                </a:lnTo>
                <a:lnTo>
                  <a:pt x="183083" y="12471"/>
                </a:lnTo>
                <a:lnTo>
                  <a:pt x="194500" y="26771"/>
                </a:lnTo>
                <a:lnTo>
                  <a:pt x="208546" y="26060"/>
                </a:lnTo>
                <a:lnTo>
                  <a:pt x="186397" y="0"/>
                </a:lnTo>
                <a:lnTo>
                  <a:pt x="175171" y="0"/>
                </a:lnTo>
                <a:lnTo>
                  <a:pt x="153911" y="18757"/>
                </a:lnTo>
                <a:lnTo>
                  <a:pt x="153911" y="27711"/>
                </a:lnTo>
                <a:lnTo>
                  <a:pt x="182016" y="47510"/>
                </a:lnTo>
                <a:lnTo>
                  <a:pt x="185839" y="48856"/>
                </a:lnTo>
                <a:lnTo>
                  <a:pt x="191173" y="51536"/>
                </a:lnTo>
                <a:lnTo>
                  <a:pt x="193014" y="53009"/>
                </a:lnTo>
                <a:lnTo>
                  <a:pt x="195084" y="56210"/>
                </a:lnTo>
                <a:lnTo>
                  <a:pt x="195592" y="58102"/>
                </a:lnTo>
                <a:lnTo>
                  <a:pt x="195592" y="62420"/>
                </a:lnTo>
                <a:lnTo>
                  <a:pt x="185204" y="70167"/>
                </a:lnTo>
                <a:lnTo>
                  <a:pt x="179387" y="70167"/>
                </a:lnTo>
                <a:lnTo>
                  <a:pt x="166192" y="53835"/>
                </a:lnTo>
                <a:lnTo>
                  <a:pt x="152247" y="54597"/>
                </a:lnTo>
                <a:lnTo>
                  <a:pt x="175920" y="82651"/>
                </a:lnTo>
                <a:lnTo>
                  <a:pt x="181762" y="82651"/>
                </a:lnTo>
                <a:lnTo>
                  <a:pt x="187477" y="82651"/>
                </a:lnTo>
                <a:lnTo>
                  <a:pt x="209626" y="64528"/>
                </a:lnTo>
                <a:lnTo>
                  <a:pt x="209626" y="55753"/>
                </a:lnTo>
                <a:close/>
              </a:path>
              <a:path w="441325" h="83184">
                <a:moveTo>
                  <a:pt x="283857" y="1778"/>
                </a:moveTo>
                <a:lnTo>
                  <a:pt x="233959" y="1778"/>
                </a:lnTo>
                <a:lnTo>
                  <a:pt x="233959" y="14427"/>
                </a:lnTo>
                <a:lnTo>
                  <a:pt x="252031" y="14427"/>
                </a:lnTo>
                <a:lnTo>
                  <a:pt x="252031" y="68211"/>
                </a:lnTo>
                <a:lnTo>
                  <a:pt x="233959" y="68211"/>
                </a:lnTo>
                <a:lnTo>
                  <a:pt x="233959" y="80860"/>
                </a:lnTo>
                <a:lnTo>
                  <a:pt x="283857" y="80860"/>
                </a:lnTo>
                <a:lnTo>
                  <a:pt x="283857" y="68211"/>
                </a:lnTo>
                <a:lnTo>
                  <a:pt x="265798" y="68211"/>
                </a:lnTo>
                <a:lnTo>
                  <a:pt x="265798" y="14427"/>
                </a:lnTo>
                <a:lnTo>
                  <a:pt x="283857" y="14427"/>
                </a:lnTo>
                <a:lnTo>
                  <a:pt x="283857" y="1778"/>
                </a:lnTo>
                <a:close/>
              </a:path>
              <a:path w="441325" h="83184">
                <a:moveTo>
                  <a:pt x="365683" y="27000"/>
                </a:moveTo>
                <a:lnTo>
                  <a:pt x="342290" y="0"/>
                </a:lnTo>
                <a:lnTo>
                  <a:pt x="330936" y="0"/>
                </a:lnTo>
                <a:lnTo>
                  <a:pt x="307251" y="32893"/>
                </a:lnTo>
                <a:lnTo>
                  <a:pt x="307251" y="50279"/>
                </a:lnTo>
                <a:lnTo>
                  <a:pt x="331089" y="82651"/>
                </a:lnTo>
                <a:lnTo>
                  <a:pt x="341122" y="82651"/>
                </a:lnTo>
                <a:lnTo>
                  <a:pt x="344678" y="81737"/>
                </a:lnTo>
                <a:lnTo>
                  <a:pt x="350545" y="78092"/>
                </a:lnTo>
                <a:lnTo>
                  <a:pt x="352894" y="75641"/>
                </a:lnTo>
                <a:lnTo>
                  <a:pt x="355257" y="71450"/>
                </a:lnTo>
                <a:lnTo>
                  <a:pt x="355384" y="74714"/>
                </a:lnTo>
                <a:lnTo>
                  <a:pt x="355498" y="78092"/>
                </a:lnTo>
                <a:lnTo>
                  <a:pt x="355600" y="80860"/>
                </a:lnTo>
                <a:lnTo>
                  <a:pt x="365620" y="80860"/>
                </a:lnTo>
                <a:lnTo>
                  <a:pt x="365620" y="62242"/>
                </a:lnTo>
                <a:lnTo>
                  <a:pt x="365620" y="40119"/>
                </a:lnTo>
                <a:lnTo>
                  <a:pt x="337146" y="40119"/>
                </a:lnTo>
                <a:lnTo>
                  <a:pt x="337146" y="51384"/>
                </a:lnTo>
                <a:lnTo>
                  <a:pt x="352882" y="51384"/>
                </a:lnTo>
                <a:lnTo>
                  <a:pt x="352755" y="55181"/>
                </a:lnTo>
                <a:lnTo>
                  <a:pt x="341020" y="70065"/>
                </a:lnTo>
                <a:lnTo>
                  <a:pt x="334606" y="70065"/>
                </a:lnTo>
                <a:lnTo>
                  <a:pt x="321462" y="47536"/>
                </a:lnTo>
                <a:lnTo>
                  <a:pt x="321462" y="35255"/>
                </a:lnTo>
                <a:lnTo>
                  <a:pt x="333946" y="12598"/>
                </a:lnTo>
                <a:lnTo>
                  <a:pt x="341045" y="12598"/>
                </a:lnTo>
                <a:lnTo>
                  <a:pt x="344106" y="13944"/>
                </a:lnTo>
                <a:lnTo>
                  <a:pt x="348881" y="19291"/>
                </a:lnTo>
                <a:lnTo>
                  <a:pt x="350558" y="23025"/>
                </a:lnTo>
                <a:lnTo>
                  <a:pt x="351523" y="27838"/>
                </a:lnTo>
                <a:lnTo>
                  <a:pt x="365683" y="27000"/>
                </a:lnTo>
                <a:close/>
              </a:path>
              <a:path w="441325" h="83184">
                <a:moveTo>
                  <a:pt x="440918" y="1778"/>
                </a:moveTo>
                <a:lnTo>
                  <a:pt x="427596" y="1778"/>
                </a:lnTo>
                <a:lnTo>
                  <a:pt x="427596" y="58534"/>
                </a:lnTo>
                <a:lnTo>
                  <a:pt x="410578" y="18237"/>
                </a:lnTo>
                <a:lnTo>
                  <a:pt x="403631" y="1778"/>
                </a:lnTo>
                <a:lnTo>
                  <a:pt x="388785" y="1778"/>
                </a:lnTo>
                <a:lnTo>
                  <a:pt x="388785" y="80860"/>
                </a:lnTo>
                <a:lnTo>
                  <a:pt x="402107" y="80860"/>
                </a:lnTo>
                <a:lnTo>
                  <a:pt x="402107" y="24104"/>
                </a:lnTo>
                <a:lnTo>
                  <a:pt x="426085" y="80860"/>
                </a:lnTo>
                <a:lnTo>
                  <a:pt x="440918" y="80860"/>
                </a:lnTo>
                <a:lnTo>
                  <a:pt x="440918" y="64338"/>
                </a:lnTo>
                <a:lnTo>
                  <a:pt x="440918" y="17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69069" y="1454525"/>
            <a:ext cx="415290" cy="281305"/>
            <a:chOff x="569069" y="1454525"/>
            <a:chExt cx="415290" cy="281305"/>
          </a:xfrm>
        </p:grpSpPr>
        <p:sp>
          <p:nvSpPr>
            <p:cNvPr id="8" name="object 8"/>
            <p:cNvSpPr/>
            <p:nvPr/>
          </p:nvSpPr>
          <p:spPr>
            <a:xfrm>
              <a:off x="569069" y="1454525"/>
              <a:ext cx="203200" cy="281305"/>
            </a:xfrm>
            <a:custGeom>
              <a:avLst/>
              <a:gdLst/>
              <a:ahLst/>
              <a:cxnLst/>
              <a:rect l="l" t="t" r="r" b="b"/>
              <a:pathLst>
                <a:path w="203200" h="281305">
                  <a:moveTo>
                    <a:pt x="101498" y="0"/>
                  </a:moveTo>
                  <a:lnTo>
                    <a:pt x="58317" y="9223"/>
                  </a:lnTo>
                  <a:lnTo>
                    <a:pt x="26462" y="36553"/>
                  </a:lnTo>
                  <a:lnTo>
                    <a:pt x="6688" y="80807"/>
                  </a:lnTo>
                  <a:lnTo>
                    <a:pt x="743" y="119136"/>
                  </a:lnTo>
                  <a:lnTo>
                    <a:pt x="0" y="140886"/>
                  </a:lnTo>
                  <a:lnTo>
                    <a:pt x="743" y="162493"/>
                  </a:lnTo>
                  <a:lnTo>
                    <a:pt x="6688" y="200611"/>
                  </a:lnTo>
                  <a:lnTo>
                    <a:pt x="26462" y="244684"/>
                  </a:lnTo>
                  <a:lnTo>
                    <a:pt x="58317" y="271853"/>
                  </a:lnTo>
                  <a:lnTo>
                    <a:pt x="101498" y="281014"/>
                  </a:lnTo>
                  <a:lnTo>
                    <a:pt x="117134" y="279996"/>
                  </a:lnTo>
                  <a:lnTo>
                    <a:pt x="156715" y="264728"/>
                  </a:lnTo>
                  <a:lnTo>
                    <a:pt x="183746" y="233295"/>
                  </a:lnTo>
                  <a:lnTo>
                    <a:pt x="101498" y="233295"/>
                  </a:lnTo>
                  <a:lnTo>
                    <a:pt x="94320" y="232689"/>
                  </a:lnTo>
                  <a:lnTo>
                    <a:pt x="63550" y="202983"/>
                  </a:lnTo>
                  <a:lnTo>
                    <a:pt x="55766" y="156183"/>
                  </a:lnTo>
                  <a:lnTo>
                    <a:pt x="55441" y="140886"/>
                  </a:lnTo>
                  <a:lnTo>
                    <a:pt x="55766" y="125577"/>
                  </a:lnTo>
                  <a:lnTo>
                    <a:pt x="63550" y="78503"/>
                  </a:lnTo>
                  <a:lnTo>
                    <a:pt x="94320" y="48336"/>
                  </a:lnTo>
                  <a:lnTo>
                    <a:pt x="101498" y="47718"/>
                  </a:lnTo>
                  <a:lnTo>
                    <a:pt x="183577" y="47718"/>
                  </a:lnTo>
                  <a:lnTo>
                    <a:pt x="176703" y="36553"/>
                  </a:lnTo>
                  <a:lnTo>
                    <a:pt x="144743" y="9223"/>
                  </a:lnTo>
                  <a:lnTo>
                    <a:pt x="117134" y="1024"/>
                  </a:lnTo>
                  <a:lnTo>
                    <a:pt x="101498" y="0"/>
                  </a:lnTo>
                  <a:close/>
                </a:path>
                <a:path w="203200" h="281305">
                  <a:moveTo>
                    <a:pt x="183577" y="47718"/>
                  </a:moveTo>
                  <a:lnTo>
                    <a:pt x="101498" y="47718"/>
                  </a:lnTo>
                  <a:lnTo>
                    <a:pt x="108767" y="48336"/>
                  </a:lnTo>
                  <a:lnTo>
                    <a:pt x="115426" y="50190"/>
                  </a:lnTo>
                  <a:lnTo>
                    <a:pt x="142365" y="88168"/>
                  </a:lnTo>
                  <a:lnTo>
                    <a:pt x="147555" y="140886"/>
                  </a:lnTo>
                  <a:lnTo>
                    <a:pt x="147230" y="156183"/>
                  </a:lnTo>
                  <a:lnTo>
                    <a:pt x="139453" y="202983"/>
                  </a:lnTo>
                  <a:lnTo>
                    <a:pt x="108767" y="232689"/>
                  </a:lnTo>
                  <a:lnTo>
                    <a:pt x="101498" y="233295"/>
                  </a:lnTo>
                  <a:lnTo>
                    <a:pt x="183746" y="233295"/>
                  </a:lnTo>
                  <a:lnTo>
                    <a:pt x="200043" y="182446"/>
                  </a:lnTo>
                  <a:lnTo>
                    <a:pt x="202997" y="140886"/>
                  </a:lnTo>
                  <a:lnTo>
                    <a:pt x="202261" y="119136"/>
                  </a:lnTo>
                  <a:lnTo>
                    <a:pt x="200064" y="99218"/>
                  </a:lnTo>
                  <a:lnTo>
                    <a:pt x="196371" y="80807"/>
                  </a:lnTo>
                  <a:lnTo>
                    <a:pt x="191218" y="64228"/>
                  </a:lnTo>
                  <a:lnTo>
                    <a:pt x="184644" y="49451"/>
                  </a:lnTo>
                  <a:lnTo>
                    <a:pt x="183577" y="47718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451" y="1521938"/>
              <a:ext cx="172699" cy="20754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594" y="1521938"/>
            <a:ext cx="190878" cy="21208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3607" y="1456797"/>
            <a:ext cx="1791956" cy="27722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367514" y="1672370"/>
            <a:ext cx="59690" cy="57150"/>
          </a:xfrm>
          <a:custGeom>
            <a:avLst/>
            <a:gdLst/>
            <a:ahLst/>
            <a:cxnLst/>
            <a:rect l="l" t="t" r="r" b="b"/>
            <a:pathLst>
              <a:path w="59689" h="57150">
                <a:moveTo>
                  <a:pt x="59684" y="0"/>
                </a:moveTo>
                <a:lnTo>
                  <a:pt x="0" y="0"/>
                </a:lnTo>
                <a:lnTo>
                  <a:pt x="0" y="57110"/>
                </a:lnTo>
                <a:lnTo>
                  <a:pt x="59684" y="57110"/>
                </a:lnTo>
                <a:lnTo>
                  <a:pt x="59684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750322" y="1454525"/>
            <a:ext cx="415290" cy="281305"/>
            <a:chOff x="3750322" y="1454525"/>
            <a:chExt cx="415290" cy="281305"/>
          </a:xfrm>
        </p:grpSpPr>
        <p:sp>
          <p:nvSpPr>
            <p:cNvPr id="14" name="object 14"/>
            <p:cNvSpPr/>
            <p:nvPr/>
          </p:nvSpPr>
          <p:spPr>
            <a:xfrm>
              <a:off x="3750322" y="1454525"/>
              <a:ext cx="203200" cy="281305"/>
            </a:xfrm>
            <a:custGeom>
              <a:avLst/>
              <a:gdLst/>
              <a:ahLst/>
              <a:cxnLst/>
              <a:rect l="l" t="t" r="r" b="b"/>
              <a:pathLst>
                <a:path w="203200" h="281305">
                  <a:moveTo>
                    <a:pt x="101498" y="0"/>
                  </a:moveTo>
                  <a:lnTo>
                    <a:pt x="58316" y="9223"/>
                  </a:lnTo>
                  <a:lnTo>
                    <a:pt x="26462" y="36553"/>
                  </a:lnTo>
                  <a:lnTo>
                    <a:pt x="6688" y="80807"/>
                  </a:lnTo>
                  <a:lnTo>
                    <a:pt x="743" y="119136"/>
                  </a:lnTo>
                  <a:lnTo>
                    <a:pt x="0" y="140886"/>
                  </a:lnTo>
                  <a:lnTo>
                    <a:pt x="743" y="162493"/>
                  </a:lnTo>
                  <a:lnTo>
                    <a:pt x="6688" y="200611"/>
                  </a:lnTo>
                  <a:lnTo>
                    <a:pt x="26462" y="244684"/>
                  </a:lnTo>
                  <a:lnTo>
                    <a:pt x="58316" y="271853"/>
                  </a:lnTo>
                  <a:lnTo>
                    <a:pt x="101498" y="281014"/>
                  </a:lnTo>
                  <a:lnTo>
                    <a:pt x="117134" y="279996"/>
                  </a:lnTo>
                  <a:lnTo>
                    <a:pt x="156715" y="264728"/>
                  </a:lnTo>
                  <a:lnTo>
                    <a:pt x="183746" y="233295"/>
                  </a:lnTo>
                  <a:lnTo>
                    <a:pt x="101498" y="233295"/>
                  </a:lnTo>
                  <a:lnTo>
                    <a:pt x="94320" y="232689"/>
                  </a:lnTo>
                  <a:lnTo>
                    <a:pt x="63550" y="202983"/>
                  </a:lnTo>
                  <a:lnTo>
                    <a:pt x="55766" y="156183"/>
                  </a:lnTo>
                  <a:lnTo>
                    <a:pt x="55441" y="140886"/>
                  </a:lnTo>
                  <a:lnTo>
                    <a:pt x="55766" y="125577"/>
                  </a:lnTo>
                  <a:lnTo>
                    <a:pt x="63550" y="78503"/>
                  </a:lnTo>
                  <a:lnTo>
                    <a:pt x="94320" y="48336"/>
                  </a:lnTo>
                  <a:lnTo>
                    <a:pt x="101498" y="47718"/>
                  </a:lnTo>
                  <a:lnTo>
                    <a:pt x="183577" y="47718"/>
                  </a:lnTo>
                  <a:lnTo>
                    <a:pt x="176702" y="36553"/>
                  </a:lnTo>
                  <a:lnTo>
                    <a:pt x="144743" y="9223"/>
                  </a:lnTo>
                  <a:lnTo>
                    <a:pt x="117134" y="1024"/>
                  </a:lnTo>
                  <a:lnTo>
                    <a:pt x="101498" y="0"/>
                  </a:lnTo>
                  <a:close/>
                </a:path>
                <a:path w="203200" h="281305">
                  <a:moveTo>
                    <a:pt x="183577" y="47718"/>
                  </a:moveTo>
                  <a:lnTo>
                    <a:pt x="101498" y="47718"/>
                  </a:lnTo>
                  <a:lnTo>
                    <a:pt x="108767" y="48336"/>
                  </a:lnTo>
                  <a:lnTo>
                    <a:pt x="115425" y="50190"/>
                  </a:lnTo>
                  <a:lnTo>
                    <a:pt x="142365" y="88168"/>
                  </a:lnTo>
                  <a:lnTo>
                    <a:pt x="147554" y="140886"/>
                  </a:lnTo>
                  <a:lnTo>
                    <a:pt x="147230" y="156183"/>
                  </a:lnTo>
                  <a:lnTo>
                    <a:pt x="139453" y="202983"/>
                  </a:lnTo>
                  <a:lnTo>
                    <a:pt x="108767" y="232689"/>
                  </a:lnTo>
                  <a:lnTo>
                    <a:pt x="101498" y="233295"/>
                  </a:lnTo>
                  <a:lnTo>
                    <a:pt x="183746" y="233295"/>
                  </a:lnTo>
                  <a:lnTo>
                    <a:pt x="200043" y="182446"/>
                  </a:lnTo>
                  <a:lnTo>
                    <a:pt x="202996" y="140886"/>
                  </a:lnTo>
                  <a:lnTo>
                    <a:pt x="202260" y="119136"/>
                  </a:lnTo>
                  <a:lnTo>
                    <a:pt x="200064" y="99218"/>
                  </a:lnTo>
                  <a:lnTo>
                    <a:pt x="196371" y="80807"/>
                  </a:lnTo>
                  <a:lnTo>
                    <a:pt x="191217" y="64228"/>
                  </a:lnTo>
                  <a:lnTo>
                    <a:pt x="184644" y="49451"/>
                  </a:lnTo>
                  <a:lnTo>
                    <a:pt x="183577" y="47718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92703" y="1521938"/>
              <a:ext cx="172699" cy="207542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0846" y="1521938"/>
            <a:ext cx="190878" cy="2120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65312" y="1456797"/>
            <a:ext cx="2229755" cy="329491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003230" y="1672370"/>
            <a:ext cx="59690" cy="57150"/>
          </a:xfrm>
          <a:custGeom>
            <a:avLst/>
            <a:gdLst/>
            <a:ahLst/>
            <a:cxnLst/>
            <a:rect l="l" t="t" r="r" b="b"/>
            <a:pathLst>
              <a:path w="59690" h="57150">
                <a:moveTo>
                  <a:pt x="59684" y="0"/>
                </a:moveTo>
                <a:lnTo>
                  <a:pt x="0" y="0"/>
                </a:lnTo>
                <a:lnTo>
                  <a:pt x="0" y="57110"/>
                </a:lnTo>
                <a:lnTo>
                  <a:pt x="59684" y="57110"/>
                </a:lnTo>
                <a:lnTo>
                  <a:pt x="59684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7405733" y="1460500"/>
            <a:ext cx="631825" cy="273685"/>
            <a:chOff x="7405733" y="1460500"/>
            <a:chExt cx="631825" cy="273685"/>
          </a:xfrm>
        </p:grpSpPr>
        <p:sp>
          <p:nvSpPr>
            <p:cNvPr id="20" name="object 20"/>
            <p:cNvSpPr/>
            <p:nvPr/>
          </p:nvSpPr>
          <p:spPr>
            <a:xfrm>
              <a:off x="7405725" y="1460499"/>
              <a:ext cx="171450" cy="269240"/>
            </a:xfrm>
            <a:custGeom>
              <a:avLst/>
              <a:gdLst/>
              <a:ahLst/>
              <a:cxnLst/>
              <a:rect l="l" t="t" r="r" b="b"/>
              <a:pathLst>
                <a:path w="171450" h="269239">
                  <a:moveTo>
                    <a:pt x="171183" y="220980"/>
                  </a:moveTo>
                  <a:lnTo>
                    <a:pt x="53924" y="220980"/>
                  </a:lnTo>
                  <a:lnTo>
                    <a:pt x="53924" y="157480"/>
                  </a:lnTo>
                  <a:lnTo>
                    <a:pt x="163614" y="157480"/>
                  </a:lnTo>
                  <a:lnTo>
                    <a:pt x="163614" y="110490"/>
                  </a:lnTo>
                  <a:lnTo>
                    <a:pt x="53924" y="110490"/>
                  </a:lnTo>
                  <a:lnTo>
                    <a:pt x="53924" y="48260"/>
                  </a:lnTo>
                  <a:lnTo>
                    <a:pt x="168160" y="48260"/>
                  </a:lnTo>
                  <a:lnTo>
                    <a:pt x="168160" y="0"/>
                  </a:lnTo>
                  <a:lnTo>
                    <a:pt x="0" y="0"/>
                  </a:lnTo>
                  <a:lnTo>
                    <a:pt x="0" y="48260"/>
                  </a:lnTo>
                  <a:lnTo>
                    <a:pt x="0" y="110490"/>
                  </a:lnTo>
                  <a:lnTo>
                    <a:pt x="0" y="157480"/>
                  </a:lnTo>
                  <a:lnTo>
                    <a:pt x="0" y="220980"/>
                  </a:lnTo>
                  <a:lnTo>
                    <a:pt x="0" y="269240"/>
                  </a:lnTo>
                  <a:lnTo>
                    <a:pt x="171183" y="269240"/>
                  </a:lnTo>
                  <a:lnTo>
                    <a:pt x="171183" y="22098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14632" y="1526484"/>
              <a:ext cx="200275" cy="2029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564" y="1521938"/>
              <a:ext cx="190878" cy="212087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8082885" y="1526484"/>
            <a:ext cx="415290" cy="260350"/>
            <a:chOff x="8082885" y="1526484"/>
            <a:chExt cx="415290" cy="260350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82885" y="1526484"/>
              <a:ext cx="184061" cy="20299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295270" y="1526484"/>
              <a:ext cx="202565" cy="260350"/>
            </a:xfrm>
            <a:custGeom>
              <a:avLst/>
              <a:gdLst/>
              <a:ahLst/>
              <a:cxnLst/>
              <a:rect l="l" t="t" r="r" b="b"/>
              <a:pathLst>
                <a:path w="202565" h="260350">
                  <a:moveTo>
                    <a:pt x="202394" y="0"/>
                  </a:moveTo>
                  <a:lnTo>
                    <a:pt x="148916" y="0"/>
                  </a:lnTo>
                  <a:lnTo>
                    <a:pt x="103315" y="141039"/>
                  </a:lnTo>
                  <a:lnTo>
                    <a:pt x="53478" y="0"/>
                  </a:lnTo>
                  <a:lnTo>
                    <a:pt x="0" y="0"/>
                  </a:lnTo>
                  <a:lnTo>
                    <a:pt x="71201" y="190120"/>
                  </a:lnTo>
                  <a:lnTo>
                    <a:pt x="87409" y="190120"/>
                  </a:lnTo>
                  <a:lnTo>
                    <a:pt x="80037" y="210673"/>
                  </a:lnTo>
                  <a:lnTo>
                    <a:pt x="77336" y="214259"/>
                  </a:lnTo>
                  <a:lnTo>
                    <a:pt x="70065" y="218097"/>
                  </a:lnTo>
                  <a:lnTo>
                    <a:pt x="64940" y="219057"/>
                  </a:lnTo>
                  <a:lnTo>
                    <a:pt x="30907" y="219057"/>
                  </a:lnTo>
                  <a:lnTo>
                    <a:pt x="30907" y="259805"/>
                  </a:lnTo>
                  <a:lnTo>
                    <a:pt x="63626" y="259805"/>
                  </a:lnTo>
                  <a:lnTo>
                    <a:pt x="74837" y="259246"/>
                  </a:lnTo>
                  <a:lnTo>
                    <a:pt x="115172" y="238899"/>
                  </a:lnTo>
                  <a:lnTo>
                    <a:pt x="124376" y="220873"/>
                  </a:lnTo>
                  <a:lnTo>
                    <a:pt x="20239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752464" y="1456797"/>
            <a:ext cx="875665" cy="277495"/>
            <a:chOff x="8752464" y="1456797"/>
            <a:chExt cx="875665" cy="277495"/>
          </a:xfrm>
        </p:grpSpPr>
        <p:sp>
          <p:nvSpPr>
            <p:cNvPr id="27" name="object 27"/>
            <p:cNvSpPr/>
            <p:nvPr/>
          </p:nvSpPr>
          <p:spPr>
            <a:xfrm>
              <a:off x="8752459" y="1456804"/>
              <a:ext cx="429259" cy="273050"/>
            </a:xfrm>
            <a:custGeom>
              <a:avLst/>
              <a:gdLst/>
              <a:ahLst/>
              <a:cxnLst/>
              <a:rect l="l" t="t" r="r" b="b"/>
              <a:pathLst>
                <a:path w="429259" h="273050">
                  <a:moveTo>
                    <a:pt x="196938" y="3695"/>
                  </a:moveTo>
                  <a:lnTo>
                    <a:pt x="0" y="3695"/>
                  </a:lnTo>
                  <a:lnTo>
                    <a:pt x="0" y="51955"/>
                  </a:lnTo>
                  <a:lnTo>
                    <a:pt x="71501" y="51955"/>
                  </a:lnTo>
                  <a:lnTo>
                    <a:pt x="71501" y="272935"/>
                  </a:lnTo>
                  <a:lnTo>
                    <a:pt x="125437" y="272935"/>
                  </a:lnTo>
                  <a:lnTo>
                    <a:pt x="125437" y="51955"/>
                  </a:lnTo>
                  <a:lnTo>
                    <a:pt x="196938" y="51955"/>
                  </a:lnTo>
                  <a:lnTo>
                    <a:pt x="196938" y="3695"/>
                  </a:lnTo>
                  <a:close/>
                </a:path>
                <a:path w="429259" h="273050">
                  <a:moveTo>
                    <a:pt x="363956" y="0"/>
                  </a:moveTo>
                  <a:lnTo>
                    <a:pt x="311683" y="0"/>
                  </a:lnTo>
                  <a:lnTo>
                    <a:pt x="311683" y="44691"/>
                  </a:lnTo>
                  <a:lnTo>
                    <a:pt x="363956" y="44691"/>
                  </a:lnTo>
                  <a:lnTo>
                    <a:pt x="363956" y="0"/>
                  </a:lnTo>
                  <a:close/>
                </a:path>
                <a:path w="429259" h="273050">
                  <a:moveTo>
                    <a:pt x="428713" y="231775"/>
                  </a:moveTo>
                  <a:lnTo>
                    <a:pt x="364705" y="231775"/>
                  </a:lnTo>
                  <a:lnTo>
                    <a:pt x="364705" y="110591"/>
                  </a:lnTo>
                  <a:lnTo>
                    <a:pt x="364705" y="88620"/>
                  </a:lnTo>
                  <a:lnTo>
                    <a:pt x="364705" y="69684"/>
                  </a:lnTo>
                  <a:lnTo>
                    <a:pt x="241617" y="69684"/>
                  </a:lnTo>
                  <a:lnTo>
                    <a:pt x="241617" y="110591"/>
                  </a:lnTo>
                  <a:lnTo>
                    <a:pt x="313207" y="110591"/>
                  </a:lnTo>
                  <a:lnTo>
                    <a:pt x="313207" y="231775"/>
                  </a:lnTo>
                  <a:lnTo>
                    <a:pt x="237832" y="231775"/>
                  </a:lnTo>
                  <a:lnTo>
                    <a:pt x="237832" y="272681"/>
                  </a:lnTo>
                  <a:lnTo>
                    <a:pt x="428713" y="272681"/>
                  </a:lnTo>
                  <a:lnTo>
                    <a:pt x="428713" y="23177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02383" y="1521938"/>
              <a:ext cx="206027" cy="20754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37191" y="1521938"/>
              <a:ext cx="190878" cy="212087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9730020" y="1672370"/>
            <a:ext cx="59690" cy="57150"/>
          </a:xfrm>
          <a:custGeom>
            <a:avLst/>
            <a:gdLst/>
            <a:ahLst/>
            <a:cxnLst/>
            <a:rect l="l" t="t" r="r" b="b"/>
            <a:pathLst>
              <a:path w="59690" h="57150">
                <a:moveTo>
                  <a:pt x="59684" y="0"/>
                </a:moveTo>
                <a:lnTo>
                  <a:pt x="0" y="0"/>
                </a:lnTo>
                <a:lnTo>
                  <a:pt x="0" y="57110"/>
                </a:lnTo>
                <a:lnTo>
                  <a:pt x="59684" y="57110"/>
                </a:lnTo>
                <a:lnTo>
                  <a:pt x="59684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556950" y="2063647"/>
            <a:ext cx="9579610" cy="2451100"/>
            <a:chOff x="556950" y="2063647"/>
            <a:chExt cx="9579610" cy="2451100"/>
          </a:xfrm>
        </p:grpSpPr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6950" y="2063647"/>
              <a:ext cx="1904770" cy="245058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478429" y="2063650"/>
              <a:ext cx="1899285" cy="2451100"/>
            </a:xfrm>
            <a:custGeom>
              <a:avLst/>
              <a:gdLst/>
              <a:ahLst/>
              <a:cxnLst/>
              <a:rect l="l" t="t" r="r" b="b"/>
              <a:pathLst>
                <a:path w="1899285" h="2451100">
                  <a:moveTo>
                    <a:pt x="1899201" y="0"/>
                  </a:moveTo>
                  <a:lnTo>
                    <a:pt x="0" y="0"/>
                  </a:lnTo>
                  <a:lnTo>
                    <a:pt x="0" y="2450583"/>
                  </a:lnTo>
                  <a:lnTo>
                    <a:pt x="1899201" y="2450583"/>
                  </a:lnTo>
                  <a:lnTo>
                    <a:pt x="1899201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83999" y="2069217"/>
              <a:ext cx="1888489" cy="2439670"/>
            </a:xfrm>
            <a:custGeom>
              <a:avLst/>
              <a:gdLst/>
              <a:ahLst/>
              <a:cxnLst/>
              <a:rect l="l" t="t" r="r" b="b"/>
              <a:pathLst>
                <a:path w="1888489" h="2439670">
                  <a:moveTo>
                    <a:pt x="0" y="0"/>
                  </a:moveTo>
                  <a:lnTo>
                    <a:pt x="1888062" y="0"/>
                  </a:lnTo>
                  <a:lnTo>
                    <a:pt x="1888062" y="2439443"/>
                  </a:lnTo>
                  <a:lnTo>
                    <a:pt x="0" y="2439443"/>
                  </a:lnTo>
                  <a:lnTo>
                    <a:pt x="0" y="0"/>
                  </a:lnTo>
                  <a:close/>
                </a:path>
              </a:pathLst>
            </a:custGeom>
            <a:ln w="11139">
              <a:solidFill>
                <a:srgbClr val="7C3A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41425" y="2277587"/>
              <a:ext cx="235342" cy="15703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40133" y="2607791"/>
              <a:ext cx="481867" cy="14369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46461" y="2607791"/>
              <a:ext cx="75385" cy="11863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41630" y="2634860"/>
              <a:ext cx="181719" cy="935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45471" y="2606121"/>
              <a:ext cx="177643" cy="120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42629" y="2634860"/>
              <a:ext cx="84211" cy="935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37014" y="2890611"/>
              <a:ext cx="322252" cy="8265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35345" y="2892393"/>
              <a:ext cx="192481" cy="9579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307016" y="2911106"/>
              <a:ext cx="187325" cy="62230"/>
            </a:xfrm>
            <a:custGeom>
              <a:avLst/>
              <a:gdLst/>
              <a:ahLst/>
              <a:cxnLst/>
              <a:rect l="l" t="t" r="r" b="b"/>
              <a:pathLst>
                <a:path w="187325" h="62230">
                  <a:moveTo>
                    <a:pt x="53695" y="24028"/>
                  </a:moveTo>
                  <a:lnTo>
                    <a:pt x="52692" y="19088"/>
                  </a:lnTo>
                  <a:lnTo>
                    <a:pt x="48234" y="9880"/>
                  </a:lnTo>
                  <a:lnTo>
                    <a:pt x="47383" y="8915"/>
                  </a:lnTo>
                  <a:lnTo>
                    <a:pt x="45097" y="6311"/>
                  </a:lnTo>
                  <a:lnTo>
                    <a:pt x="44005" y="5638"/>
                  </a:lnTo>
                  <a:lnTo>
                    <a:pt x="44005" y="24028"/>
                  </a:lnTo>
                  <a:lnTo>
                    <a:pt x="44005" y="37693"/>
                  </a:lnTo>
                  <a:lnTo>
                    <a:pt x="42494" y="43053"/>
                  </a:lnTo>
                  <a:lnTo>
                    <a:pt x="36487" y="50850"/>
                  </a:lnTo>
                  <a:lnTo>
                    <a:pt x="32270" y="52806"/>
                  </a:lnTo>
                  <a:lnTo>
                    <a:pt x="21424" y="52806"/>
                  </a:lnTo>
                  <a:lnTo>
                    <a:pt x="17208" y="50850"/>
                  </a:lnTo>
                  <a:lnTo>
                    <a:pt x="11201" y="43053"/>
                  </a:lnTo>
                  <a:lnTo>
                    <a:pt x="9690" y="37693"/>
                  </a:lnTo>
                  <a:lnTo>
                    <a:pt x="9690" y="24028"/>
                  </a:lnTo>
                  <a:lnTo>
                    <a:pt x="11074" y="19088"/>
                  </a:lnTo>
                  <a:lnTo>
                    <a:pt x="11201" y="18669"/>
                  </a:lnTo>
                  <a:lnTo>
                    <a:pt x="17208" y="10871"/>
                  </a:lnTo>
                  <a:lnTo>
                    <a:pt x="21424" y="8915"/>
                  </a:lnTo>
                  <a:lnTo>
                    <a:pt x="32270" y="8915"/>
                  </a:lnTo>
                  <a:lnTo>
                    <a:pt x="36487" y="10871"/>
                  </a:lnTo>
                  <a:lnTo>
                    <a:pt x="42494" y="18669"/>
                  </a:lnTo>
                  <a:lnTo>
                    <a:pt x="44005" y="24028"/>
                  </a:lnTo>
                  <a:lnTo>
                    <a:pt x="44005" y="5638"/>
                  </a:lnTo>
                  <a:lnTo>
                    <a:pt x="37007" y="1270"/>
                  </a:lnTo>
                  <a:lnTo>
                    <a:pt x="32270" y="0"/>
                  </a:lnTo>
                  <a:lnTo>
                    <a:pt x="21424" y="0"/>
                  </a:lnTo>
                  <a:lnTo>
                    <a:pt x="0" y="24028"/>
                  </a:lnTo>
                  <a:lnTo>
                    <a:pt x="12" y="37693"/>
                  </a:lnTo>
                  <a:lnTo>
                    <a:pt x="21424" y="61722"/>
                  </a:lnTo>
                  <a:lnTo>
                    <a:pt x="32270" y="61722"/>
                  </a:lnTo>
                  <a:lnTo>
                    <a:pt x="53682" y="37693"/>
                  </a:lnTo>
                  <a:lnTo>
                    <a:pt x="53695" y="24028"/>
                  </a:lnTo>
                  <a:close/>
                </a:path>
                <a:path w="187325" h="62230">
                  <a:moveTo>
                    <a:pt x="117741" y="18237"/>
                  </a:moveTo>
                  <a:lnTo>
                    <a:pt x="101777" y="0"/>
                  </a:lnTo>
                  <a:lnTo>
                    <a:pt x="94208" y="0"/>
                  </a:lnTo>
                  <a:lnTo>
                    <a:pt x="78422" y="11341"/>
                  </a:lnTo>
                  <a:lnTo>
                    <a:pt x="78422" y="11493"/>
                  </a:lnTo>
                  <a:lnTo>
                    <a:pt x="78168" y="11887"/>
                  </a:lnTo>
                  <a:lnTo>
                    <a:pt x="78193" y="1346"/>
                  </a:lnTo>
                  <a:lnTo>
                    <a:pt x="69621" y="1346"/>
                  </a:lnTo>
                  <a:lnTo>
                    <a:pt x="69621" y="60375"/>
                  </a:lnTo>
                  <a:lnTo>
                    <a:pt x="78981" y="60375"/>
                  </a:lnTo>
                  <a:lnTo>
                    <a:pt x="78981" y="21424"/>
                  </a:lnTo>
                  <a:lnTo>
                    <a:pt x="79705" y="18364"/>
                  </a:lnTo>
                  <a:lnTo>
                    <a:pt x="80860" y="16383"/>
                  </a:lnTo>
                  <a:lnTo>
                    <a:pt x="82600" y="13385"/>
                  </a:lnTo>
                  <a:lnTo>
                    <a:pt x="84543" y="11493"/>
                  </a:lnTo>
                  <a:lnTo>
                    <a:pt x="89242" y="9004"/>
                  </a:lnTo>
                  <a:lnTo>
                    <a:pt x="88976" y="9004"/>
                  </a:lnTo>
                  <a:lnTo>
                    <a:pt x="92202" y="8255"/>
                  </a:lnTo>
                  <a:lnTo>
                    <a:pt x="99695" y="8255"/>
                  </a:lnTo>
                  <a:lnTo>
                    <a:pt x="102997" y="9677"/>
                  </a:lnTo>
                  <a:lnTo>
                    <a:pt x="107315" y="15392"/>
                  </a:lnTo>
                  <a:lnTo>
                    <a:pt x="108381" y="19570"/>
                  </a:lnTo>
                  <a:lnTo>
                    <a:pt x="108381" y="60375"/>
                  </a:lnTo>
                  <a:lnTo>
                    <a:pt x="117741" y="60375"/>
                  </a:lnTo>
                  <a:lnTo>
                    <a:pt x="117741" y="18237"/>
                  </a:lnTo>
                  <a:close/>
                </a:path>
                <a:path w="187325" h="62230">
                  <a:moveTo>
                    <a:pt x="186918" y="24358"/>
                  </a:moveTo>
                  <a:lnTo>
                    <a:pt x="186055" y="20015"/>
                  </a:lnTo>
                  <a:lnTo>
                    <a:pt x="186004" y="19799"/>
                  </a:lnTo>
                  <a:lnTo>
                    <a:pt x="185889" y="19202"/>
                  </a:lnTo>
                  <a:lnTo>
                    <a:pt x="176669" y="5067"/>
                  </a:lnTo>
                  <a:lnTo>
                    <a:pt x="176669" y="25514"/>
                  </a:lnTo>
                  <a:lnTo>
                    <a:pt x="143916" y="25514"/>
                  </a:lnTo>
                  <a:lnTo>
                    <a:pt x="144741" y="20015"/>
                  </a:lnTo>
                  <a:lnTo>
                    <a:pt x="146608" y="15875"/>
                  </a:lnTo>
                  <a:lnTo>
                    <a:pt x="152476" y="10312"/>
                  </a:lnTo>
                  <a:lnTo>
                    <a:pt x="156210" y="8915"/>
                  </a:lnTo>
                  <a:lnTo>
                    <a:pt x="165125" y="8915"/>
                  </a:lnTo>
                  <a:lnTo>
                    <a:pt x="176669" y="25514"/>
                  </a:lnTo>
                  <a:lnTo>
                    <a:pt x="176669" y="5067"/>
                  </a:lnTo>
                  <a:lnTo>
                    <a:pt x="170510" y="1282"/>
                  </a:lnTo>
                  <a:lnTo>
                    <a:pt x="170675" y="1282"/>
                  </a:lnTo>
                  <a:lnTo>
                    <a:pt x="165862" y="0"/>
                  </a:lnTo>
                  <a:lnTo>
                    <a:pt x="155321" y="0"/>
                  </a:lnTo>
                  <a:lnTo>
                    <a:pt x="150622" y="1282"/>
                  </a:lnTo>
                  <a:lnTo>
                    <a:pt x="134112" y="37096"/>
                  </a:lnTo>
                  <a:lnTo>
                    <a:pt x="135216" y="42532"/>
                  </a:lnTo>
                  <a:lnTo>
                    <a:pt x="155613" y="61722"/>
                  </a:lnTo>
                  <a:lnTo>
                    <a:pt x="167424" y="61722"/>
                  </a:lnTo>
                  <a:lnTo>
                    <a:pt x="185915" y="43675"/>
                  </a:lnTo>
                  <a:lnTo>
                    <a:pt x="175895" y="42887"/>
                  </a:lnTo>
                  <a:lnTo>
                    <a:pt x="174917" y="45859"/>
                  </a:lnTo>
                  <a:lnTo>
                    <a:pt x="173202" y="48260"/>
                  </a:lnTo>
                  <a:lnTo>
                    <a:pt x="168224" y="51892"/>
                  </a:lnTo>
                  <a:lnTo>
                    <a:pt x="165049" y="52806"/>
                  </a:lnTo>
                  <a:lnTo>
                    <a:pt x="156057" y="52806"/>
                  </a:lnTo>
                  <a:lnTo>
                    <a:pt x="151993" y="51206"/>
                  </a:lnTo>
                  <a:lnTo>
                    <a:pt x="145986" y="44818"/>
                  </a:lnTo>
                  <a:lnTo>
                    <a:pt x="144284" y="40068"/>
                  </a:lnTo>
                  <a:lnTo>
                    <a:pt x="143916" y="33756"/>
                  </a:lnTo>
                  <a:lnTo>
                    <a:pt x="186918" y="33756"/>
                  </a:lnTo>
                  <a:lnTo>
                    <a:pt x="186918" y="25514"/>
                  </a:lnTo>
                  <a:lnTo>
                    <a:pt x="186918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76701" y="2898631"/>
              <a:ext cx="585911" cy="8955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39910" y="3070617"/>
              <a:ext cx="386189" cy="9713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108863" y="3089330"/>
              <a:ext cx="49530" cy="62230"/>
            </a:xfrm>
            <a:custGeom>
              <a:avLst/>
              <a:gdLst/>
              <a:ahLst/>
              <a:cxnLst/>
              <a:rect l="l" t="t" r="r" b="b"/>
              <a:pathLst>
                <a:path w="49530" h="62230">
                  <a:moveTo>
                    <a:pt x="28849" y="0"/>
                  </a:moveTo>
                  <a:lnTo>
                    <a:pt x="19121" y="0"/>
                  </a:lnTo>
                  <a:lnTo>
                    <a:pt x="15036" y="779"/>
                  </a:lnTo>
                  <a:lnTo>
                    <a:pt x="8354" y="3898"/>
                  </a:lnTo>
                  <a:lnTo>
                    <a:pt x="5829" y="6015"/>
                  </a:lnTo>
                  <a:lnTo>
                    <a:pt x="2413" y="11362"/>
                  </a:lnTo>
                  <a:lnTo>
                    <a:pt x="1558" y="14406"/>
                  </a:lnTo>
                  <a:lnTo>
                    <a:pt x="1558" y="21015"/>
                  </a:lnTo>
                  <a:lnTo>
                    <a:pt x="28144" y="36388"/>
                  </a:lnTo>
                  <a:lnTo>
                    <a:pt x="31410" y="37148"/>
                  </a:lnTo>
                  <a:lnTo>
                    <a:pt x="35867" y="38708"/>
                  </a:lnTo>
                  <a:lnTo>
                    <a:pt x="37388" y="39655"/>
                  </a:lnTo>
                  <a:lnTo>
                    <a:pt x="39023" y="41883"/>
                  </a:lnTo>
                  <a:lnTo>
                    <a:pt x="39430" y="43294"/>
                  </a:lnTo>
                  <a:lnTo>
                    <a:pt x="39430" y="47675"/>
                  </a:lnTo>
                  <a:lnTo>
                    <a:pt x="38224" y="49643"/>
                  </a:lnTo>
                  <a:lnTo>
                    <a:pt x="33398" y="52167"/>
                  </a:lnTo>
                  <a:lnTo>
                    <a:pt x="29999" y="52798"/>
                  </a:lnTo>
                  <a:lnTo>
                    <a:pt x="20941" y="52798"/>
                  </a:lnTo>
                  <a:lnTo>
                    <a:pt x="17283" y="51760"/>
                  </a:lnTo>
                  <a:lnTo>
                    <a:pt x="12010" y="47600"/>
                  </a:lnTo>
                  <a:lnTo>
                    <a:pt x="10396" y="44742"/>
                  </a:lnTo>
                  <a:lnTo>
                    <a:pt x="9801" y="41103"/>
                  </a:lnTo>
                  <a:lnTo>
                    <a:pt x="0" y="41771"/>
                  </a:lnTo>
                  <a:lnTo>
                    <a:pt x="20495" y="61710"/>
                  </a:lnTo>
                  <a:lnTo>
                    <a:pt x="25619" y="61710"/>
                  </a:lnTo>
                  <a:lnTo>
                    <a:pt x="30074" y="61710"/>
                  </a:lnTo>
                  <a:lnTo>
                    <a:pt x="49010" y="48492"/>
                  </a:lnTo>
                  <a:lnTo>
                    <a:pt x="49010" y="41734"/>
                  </a:lnTo>
                  <a:lnTo>
                    <a:pt x="22277" y="26808"/>
                  </a:lnTo>
                  <a:lnTo>
                    <a:pt x="19418" y="26158"/>
                  </a:lnTo>
                  <a:lnTo>
                    <a:pt x="15111" y="24747"/>
                  </a:lnTo>
                  <a:lnTo>
                    <a:pt x="13552" y="23801"/>
                  </a:lnTo>
                  <a:lnTo>
                    <a:pt x="11620" y="21424"/>
                  </a:lnTo>
                  <a:lnTo>
                    <a:pt x="11137" y="19827"/>
                  </a:lnTo>
                  <a:lnTo>
                    <a:pt x="11137" y="15298"/>
                  </a:lnTo>
                  <a:lnTo>
                    <a:pt x="12178" y="13181"/>
                  </a:lnTo>
                  <a:lnTo>
                    <a:pt x="16337" y="9765"/>
                  </a:lnTo>
                  <a:lnTo>
                    <a:pt x="19530" y="8911"/>
                  </a:lnTo>
                  <a:lnTo>
                    <a:pt x="26509" y="8911"/>
                  </a:lnTo>
                  <a:lnTo>
                    <a:pt x="38094" y="19604"/>
                  </a:lnTo>
                  <a:lnTo>
                    <a:pt x="47896" y="18936"/>
                  </a:lnTo>
                  <a:lnTo>
                    <a:pt x="32952" y="872"/>
                  </a:lnTo>
                  <a:lnTo>
                    <a:pt x="28849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77924" y="3070617"/>
              <a:ext cx="313006" cy="8042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76701" y="3070506"/>
              <a:ext cx="451910" cy="9590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638679" y="3267557"/>
              <a:ext cx="187325" cy="62230"/>
            </a:xfrm>
            <a:custGeom>
              <a:avLst/>
              <a:gdLst/>
              <a:ahLst/>
              <a:cxnLst/>
              <a:rect l="l" t="t" r="r" b="b"/>
              <a:pathLst>
                <a:path w="187325" h="62229">
                  <a:moveTo>
                    <a:pt x="53695" y="24028"/>
                  </a:moveTo>
                  <a:lnTo>
                    <a:pt x="52692" y="19088"/>
                  </a:lnTo>
                  <a:lnTo>
                    <a:pt x="48234" y="9880"/>
                  </a:lnTo>
                  <a:lnTo>
                    <a:pt x="47383" y="8915"/>
                  </a:lnTo>
                  <a:lnTo>
                    <a:pt x="45097" y="6311"/>
                  </a:lnTo>
                  <a:lnTo>
                    <a:pt x="44005" y="5638"/>
                  </a:lnTo>
                  <a:lnTo>
                    <a:pt x="44005" y="24028"/>
                  </a:lnTo>
                  <a:lnTo>
                    <a:pt x="44005" y="37693"/>
                  </a:lnTo>
                  <a:lnTo>
                    <a:pt x="42494" y="43053"/>
                  </a:lnTo>
                  <a:lnTo>
                    <a:pt x="36487" y="50850"/>
                  </a:lnTo>
                  <a:lnTo>
                    <a:pt x="32270" y="52806"/>
                  </a:lnTo>
                  <a:lnTo>
                    <a:pt x="21424" y="52806"/>
                  </a:lnTo>
                  <a:lnTo>
                    <a:pt x="17208" y="50850"/>
                  </a:lnTo>
                  <a:lnTo>
                    <a:pt x="11201" y="43053"/>
                  </a:lnTo>
                  <a:lnTo>
                    <a:pt x="9690" y="37693"/>
                  </a:lnTo>
                  <a:lnTo>
                    <a:pt x="9690" y="24028"/>
                  </a:lnTo>
                  <a:lnTo>
                    <a:pt x="11074" y="19088"/>
                  </a:lnTo>
                  <a:lnTo>
                    <a:pt x="11201" y="18656"/>
                  </a:lnTo>
                  <a:lnTo>
                    <a:pt x="17208" y="10858"/>
                  </a:lnTo>
                  <a:lnTo>
                    <a:pt x="21424" y="8915"/>
                  </a:lnTo>
                  <a:lnTo>
                    <a:pt x="32270" y="8915"/>
                  </a:lnTo>
                  <a:lnTo>
                    <a:pt x="36487" y="10858"/>
                  </a:lnTo>
                  <a:lnTo>
                    <a:pt x="42494" y="18656"/>
                  </a:lnTo>
                  <a:lnTo>
                    <a:pt x="44005" y="24028"/>
                  </a:lnTo>
                  <a:lnTo>
                    <a:pt x="44005" y="5638"/>
                  </a:lnTo>
                  <a:lnTo>
                    <a:pt x="36995" y="1270"/>
                  </a:lnTo>
                  <a:lnTo>
                    <a:pt x="32270" y="0"/>
                  </a:lnTo>
                  <a:lnTo>
                    <a:pt x="21424" y="0"/>
                  </a:lnTo>
                  <a:lnTo>
                    <a:pt x="0" y="24028"/>
                  </a:lnTo>
                  <a:lnTo>
                    <a:pt x="12" y="37693"/>
                  </a:lnTo>
                  <a:lnTo>
                    <a:pt x="21424" y="61709"/>
                  </a:lnTo>
                  <a:lnTo>
                    <a:pt x="32270" y="61709"/>
                  </a:lnTo>
                  <a:lnTo>
                    <a:pt x="53682" y="37693"/>
                  </a:lnTo>
                  <a:lnTo>
                    <a:pt x="53695" y="24028"/>
                  </a:lnTo>
                  <a:close/>
                </a:path>
                <a:path w="187325" h="62229">
                  <a:moveTo>
                    <a:pt x="117741" y="18237"/>
                  </a:moveTo>
                  <a:lnTo>
                    <a:pt x="116954" y="14465"/>
                  </a:lnTo>
                  <a:lnTo>
                    <a:pt x="114084" y="8242"/>
                  </a:lnTo>
                  <a:lnTo>
                    <a:pt x="113842" y="7708"/>
                  </a:lnTo>
                  <a:lnTo>
                    <a:pt x="111556" y="5016"/>
                  </a:lnTo>
                  <a:lnTo>
                    <a:pt x="105537" y="1003"/>
                  </a:lnTo>
                  <a:lnTo>
                    <a:pt x="101777" y="0"/>
                  </a:lnTo>
                  <a:lnTo>
                    <a:pt x="94195" y="0"/>
                  </a:lnTo>
                  <a:lnTo>
                    <a:pt x="78422" y="11328"/>
                  </a:lnTo>
                  <a:lnTo>
                    <a:pt x="78422" y="11493"/>
                  </a:lnTo>
                  <a:lnTo>
                    <a:pt x="78155" y="11887"/>
                  </a:lnTo>
                  <a:lnTo>
                    <a:pt x="78193" y="1346"/>
                  </a:lnTo>
                  <a:lnTo>
                    <a:pt x="69621" y="1346"/>
                  </a:lnTo>
                  <a:lnTo>
                    <a:pt x="69621" y="60375"/>
                  </a:lnTo>
                  <a:lnTo>
                    <a:pt x="78981" y="60375"/>
                  </a:lnTo>
                  <a:lnTo>
                    <a:pt x="78981" y="21424"/>
                  </a:lnTo>
                  <a:lnTo>
                    <a:pt x="79705" y="18364"/>
                  </a:lnTo>
                  <a:lnTo>
                    <a:pt x="80860" y="16383"/>
                  </a:lnTo>
                  <a:lnTo>
                    <a:pt x="82600" y="13385"/>
                  </a:lnTo>
                  <a:lnTo>
                    <a:pt x="84543" y="11493"/>
                  </a:lnTo>
                  <a:lnTo>
                    <a:pt x="89230" y="9004"/>
                  </a:lnTo>
                  <a:lnTo>
                    <a:pt x="88976" y="9004"/>
                  </a:lnTo>
                  <a:lnTo>
                    <a:pt x="92189" y="8242"/>
                  </a:lnTo>
                  <a:lnTo>
                    <a:pt x="99695" y="8242"/>
                  </a:lnTo>
                  <a:lnTo>
                    <a:pt x="102997" y="9677"/>
                  </a:lnTo>
                  <a:lnTo>
                    <a:pt x="107302" y="15392"/>
                  </a:lnTo>
                  <a:lnTo>
                    <a:pt x="108381" y="19570"/>
                  </a:lnTo>
                  <a:lnTo>
                    <a:pt x="108381" y="60375"/>
                  </a:lnTo>
                  <a:lnTo>
                    <a:pt x="117741" y="60375"/>
                  </a:lnTo>
                  <a:lnTo>
                    <a:pt x="117741" y="18237"/>
                  </a:lnTo>
                  <a:close/>
                </a:path>
                <a:path w="187325" h="62229">
                  <a:moveTo>
                    <a:pt x="186918" y="24358"/>
                  </a:moveTo>
                  <a:lnTo>
                    <a:pt x="186055" y="20015"/>
                  </a:lnTo>
                  <a:lnTo>
                    <a:pt x="186004" y="19799"/>
                  </a:lnTo>
                  <a:lnTo>
                    <a:pt x="185889" y="19202"/>
                  </a:lnTo>
                  <a:lnTo>
                    <a:pt x="185801" y="18757"/>
                  </a:lnTo>
                  <a:lnTo>
                    <a:pt x="181343" y="9550"/>
                  </a:lnTo>
                  <a:lnTo>
                    <a:pt x="180784" y="8915"/>
                  </a:lnTo>
                  <a:lnTo>
                    <a:pt x="178257" y="6032"/>
                  </a:lnTo>
                  <a:lnTo>
                    <a:pt x="176669" y="5067"/>
                  </a:lnTo>
                  <a:lnTo>
                    <a:pt x="176669" y="25514"/>
                  </a:lnTo>
                  <a:lnTo>
                    <a:pt x="143916" y="25514"/>
                  </a:lnTo>
                  <a:lnTo>
                    <a:pt x="144729" y="20015"/>
                  </a:lnTo>
                  <a:lnTo>
                    <a:pt x="146608" y="15875"/>
                  </a:lnTo>
                  <a:lnTo>
                    <a:pt x="152476" y="10312"/>
                  </a:lnTo>
                  <a:lnTo>
                    <a:pt x="156210" y="8915"/>
                  </a:lnTo>
                  <a:lnTo>
                    <a:pt x="165112" y="8915"/>
                  </a:lnTo>
                  <a:lnTo>
                    <a:pt x="176669" y="25514"/>
                  </a:lnTo>
                  <a:lnTo>
                    <a:pt x="176669" y="5067"/>
                  </a:lnTo>
                  <a:lnTo>
                    <a:pt x="170510" y="1282"/>
                  </a:lnTo>
                  <a:lnTo>
                    <a:pt x="170675" y="1282"/>
                  </a:lnTo>
                  <a:lnTo>
                    <a:pt x="165862" y="0"/>
                  </a:lnTo>
                  <a:lnTo>
                    <a:pt x="155321" y="0"/>
                  </a:lnTo>
                  <a:lnTo>
                    <a:pt x="150622" y="1282"/>
                  </a:lnTo>
                  <a:lnTo>
                    <a:pt x="134112" y="37096"/>
                  </a:lnTo>
                  <a:lnTo>
                    <a:pt x="135204" y="42532"/>
                  </a:lnTo>
                  <a:lnTo>
                    <a:pt x="155613" y="61709"/>
                  </a:lnTo>
                  <a:lnTo>
                    <a:pt x="167424" y="61709"/>
                  </a:lnTo>
                  <a:lnTo>
                    <a:pt x="185915" y="43662"/>
                  </a:lnTo>
                  <a:lnTo>
                    <a:pt x="175882" y="42887"/>
                  </a:lnTo>
                  <a:lnTo>
                    <a:pt x="174917" y="45859"/>
                  </a:lnTo>
                  <a:lnTo>
                    <a:pt x="173189" y="48260"/>
                  </a:lnTo>
                  <a:lnTo>
                    <a:pt x="168224" y="51892"/>
                  </a:lnTo>
                  <a:lnTo>
                    <a:pt x="165049" y="52806"/>
                  </a:lnTo>
                  <a:lnTo>
                    <a:pt x="156057" y="52806"/>
                  </a:lnTo>
                  <a:lnTo>
                    <a:pt x="151993" y="51206"/>
                  </a:lnTo>
                  <a:lnTo>
                    <a:pt x="145973" y="44818"/>
                  </a:lnTo>
                  <a:lnTo>
                    <a:pt x="144284" y="40068"/>
                  </a:lnTo>
                  <a:lnTo>
                    <a:pt x="143916" y="33756"/>
                  </a:lnTo>
                  <a:lnTo>
                    <a:pt x="186918" y="33756"/>
                  </a:lnTo>
                  <a:lnTo>
                    <a:pt x="186918" y="25514"/>
                  </a:lnTo>
                  <a:lnTo>
                    <a:pt x="186918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03904" y="3248731"/>
              <a:ext cx="389865" cy="8053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326964" y="3314339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44147" y="3248841"/>
              <a:ext cx="183459" cy="8042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647991" y="3291059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42138" y="3426955"/>
              <a:ext cx="517964" cy="9724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639910" y="3600834"/>
              <a:ext cx="988921" cy="10025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639910" y="3783406"/>
              <a:ext cx="522605" cy="80645"/>
            </a:xfrm>
            <a:custGeom>
              <a:avLst/>
              <a:gdLst/>
              <a:ahLst/>
              <a:cxnLst/>
              <a:rect l="l" t="t" r="r" b="b"/>
              <a:pathLst>
                <a:path w="522605" h="80645">
                  <a:moveTo>
                    <a:pt x="52349" y="58928"/>
                  </a:moveTo>
                  <a:lnTo>
                    <a:pt x="42545" y="58254"/>
                  </a:lnTo>
                  <a:lnTo>
                    <a:pt x="41656" y="62712"/>
                  </a:lnTo>
                  <a:lnTo>
                    <a:pt x="39814" y="66052"/>
                  </a:lnTo>
                  <a:lnTo>
                    <a:pt x="34251" y="70510"/>
                  </a:lnTo>
                  <a:lnTo>
                    <a:pt x="30962" y="71628"/>
                  </a:lnTo>
                  <a:lnTo>
                    <a:pt x="21755" y="71628"/>
                  </a:lnTo>
                  <a:lnTo>
                    <a:pt x="17500" y="69672"/>
                  </a:lnTo>
                  <a:lnTo>
                    <a:pt x="11341" y="61874"/>
                  </a:lnTo>
                  <a:lnTo>
                    <a:pt x="9791" y="56515"/>
                  </a:lnTo>
                  <a:lnTo>
                    <a:pt x="9791" y="42849"/>
                  </a:lnTo>
                  <a:lnTo>
                    <a:pt x="11341" y="37490"/>
                  </a:lnTo>
                  <a:lnTo>
                    <a:pt x="17500" y="29692"/>
                  </a:lnTo>
                  <a:lnTo>
                    <a:pt x="21755" y="27736"/>
                  </a:lnTo>
                  <a:lnTo>
                    <a:pt x="30962" y="27736"/>
                  </a:lnTo>
                  <a:lnTo>
                    <a:pt x="34175" y="28790"/>
                  </a:lnTo>
                  <a:lnTo>
                    <a:pt x="39446" y="33032"/>
                  </a:lnTo>
                  <a:lnTo>
                    <a:pt x="41211" y="36055"/>
                  </a:lnTo>
                  <a:lnTo>
                    <a:pt x="42100" y="39992"/>
                  </a:lnTo>
                  <a:lnTo>
                    <a:pt x="51904" y="39319"/>
                  </a:lnTo>
                  <a:lnTo>
                    <a:pt x="31559" y="18821"/>
                  </a:lnTo>
                  <a:lnTo>
                    <a:pt x="21678" y="18821"/>
                  </a:lnTo>
                  <a:lnTo>
                    <a:pt x="0" y="43446"/>
                  </a:lnTo>
                  <a:lnTo>
                    <a:pt x="0" y="55918"/>
                  </a:lnTo>
                  <a:lnTo>
                    <a:pt x="21678" y="80543"/>
                  </a:lnTo>
                  <a:lnTo>
                    <a:pt x="27178" y="80543"/>
                  </a:lnTo>
                  <a:lnTo>
                    <a:pt x="31559" y="80543"/>
                  </a:lnTo>
                  <a:lnTo>
                    <a:pt x="51536" y="63309"/>
                  </a:lnTo>
                  <a:lnTo>
                    <a:pt x="52349" y="58928"/>
                  </a:lnTo>
                  <a:close/>
                </a:path>
                <a:path w="522605" h="80645">
                  <a:moveTo>
                    <a:pt x="119176" y="20167"/>
                  </a:moveTo>
                  <a:lnTo>
                    <a:pt x="102806" y="20167"/>
                  </a:lnTo>
                  <a:lnTo>
                    <a:pt x="99428" y="21412"/>
                  </a:lnTo>
                  <a:lnTo>
                    <a:pt x="94373" y="26377"/>
                  </a:lnTo>
                  <a:lnTo>
                    <a:pt x="92824" y="30187"/>
                  </a:lnTo>
                  <a:lnTo>
                    <a:pt x="92862" y="31508"/>
                  </a:lnTo>
                  <a:lnTo>
                    <a:pt x="92798" y="30353"/>
                  </a:lnTo>
                  <a:lnTo>
                    <a:pt x="92684" y="28409"/>
                  </a:lnTo>
                  <a:lnTo>
                    <a:pt x="92430" y="23837"/>
                  </a:lnTo>
                  <a:lnTo>
                    <a:pt x="92290" y="21412"/>
                  </a:lnTo>
                  <a:lnTo>
                    <a:pt x="92227" y="20167"/>
                  </a:lnTo>
                  <a:lnTo>
                    <a:pt x="69049" y="20167"/>
                  </a:lnTo>
                  <a:lnTo>
                    <a:pt x="69049" y="28409"/>
                  </a:lnTo>
                  <a:lnTo>
                    <a:pt x="84429" y="28409"/>
                  </a:lnTo>
                  <a:lnTo>
                    <a:pt x="84429" y="70954"/>
                  </a:lnTo>
                  <a:lnTo>
                    <a:pt x="69049" y="70954"/>
                  </a:lnTo>
                  <a:lnTo>
                    <a:pt x="69049" y="79197"/>
                  </a:lnTo>
                  <a:lnTo>
                    <a:pt x="112496" y="79197"/>
                  </a:lnTo>
                  <a:lnTo>
                    <a:pt x="112496" y="75412"/>
                  </a:lnTo>
                  <a:lnTo>
                    <a:pt x="112496" y="70954"/>
                  </a:lnTo>
                  <a:lnTo>
                    <a:pt x="93789" y="70954"/>
                  </a:lnTo>
                  <a:lnTo>
                    <a:pt x="93789" y="40284"/>
                  </a:lnTo>
                  <a:lnTo>
                    <a:pt x="104254" y="28625"/>
                  </a:lnTo>
                  <a:lnTo>
                    <a:pt x="119176" y="28625"/>
                  </a:lnTo>
                  <a:lnTo>
                    <a:pt x="119176" y="20167"/>
                  </a:lnTo>
                  <a:close/>
                </a:path>
                <a:path w="522605" h="80645">
                  <a:moveTo>
                    <a:pt x="167411" y="0"/>
                  </a:moveTo>
                  <a:lnTo>
                    <a:pt x="157607" y="0"/>
                  </a:lnTo>
                  <a:lnTo>
                    <a:pt x="157607" y="10922"/>
                  </a:lnTo>
                  <a:lnTo>
                    <a:pt x="167411" y="10922"/>
                  </a:lnTo>
                  <a:lnTo>
                    <a:pt x="167411" y="0"/>
                  </a:lnTo>
                  <a:close/>
                </a:path>
                <a:path w="522605" h="80645">
                  <a:moveTo>
                    <a:pt x="188239" y="70954"/>
                  </a:moveTo>
                  <a:lnTo>
                    <a:pt x="167855" y="70954"/>
                  </a:lnTo>
                  <a:lnTo>
                    <a:pt x="167855" y="28409"/>
                  </a:lnTo>
                  <a:lnTo>
                    <a:pt x="167855" y="23837"/>
                  </a:lnTo>
                  <a:lnTo>
                    <a:pt x="167855" y="20167"/>
                  </a:lnTo>
                  <a:lnTo>
                    <a:pt x="135890" y="20167"/>
                  </a:lnTo>
                  <a:lnTo>
                    <a:pt x="135890" y="28409"/>
                  </a:lnTo>
                  <a:lnTo>
                    <a:pt x="158496" y="28409"/>
                  </a:lnTo>
                  <a:lnTo>
                    <a:pt x="158496" y="70954"/>
                  </a:lnTo>
                  <a:lnTo>
                    <a:pt x="134772" y="70954"/>
                  </a:lnTo>
                  <a:lnTo>
                    <a:pt x="134772" y="79197"/>
                  </a:lnTo>
                  <a:lnTo>
                    <a:pt x="188239" y="79197"/>
                  </a:lnTo>
                  <a:lnTo>
                    <a:pt x="188239" y="70954"/>
                  </a:lnTo>
                  <a:close/>
                </a:path>
                <a:path w="522605" h="80645">
                  <a:moveTo>
                    <a:pt x="250621" y="20167"/>
                  </a:moveTo>
                  <a:lnTo>
                    <a:pt x="227114" y="20167"/>
                  </a:lnTo>
                  <a:lnTo>
                    <a:pt x="227114" y="6350"/>
                  </a:lnTo>
                  <a:lnTo>
                    <a:pt x="217766" y="6350"/>
                  </a:lnTo>
                  <a:lnTo>
                    <a:pt x="217766" y="20167"/>
                  </a:lnTo>
                  <a:lnTo>
                    <a:pt x="198272" y="20167"/>
                  </a:lnTo>
                  <a:lnTo>
                    <a:pt x="198272" y="28409"/>
                  </a:lnTo>
                  <a:lnTo>
                    <a:pt x="217766" y="28409"/>
                  </a:lnTo>
                  <a:lnTo>
                    <a:pt x="217766" y="68427"/>
                  </a:lnTo>
                  <a:lnTo>
                    <a:pt x="219176" y="72517"/>
                  </a:lnTo>
                  <a:lnTo>
                    <a:pt x="224815" y="77863"/>
                  </a:lnTo>
                  <a:lnTo>
                    <a:pt x="229082" y="79197"/>
                  </a:lnTo>
                  <a:lnTo>
                    <a:pt x="250621" y="79197"/>
                  </a:lnTo>
                  <a:lnTo>
                    <a:pt x="250621" y="70954"/>
                  </a:lnTo>
                  <a:lnTo>
                    <a:pt x="232206" y="70954"/>
                  </a:lnTo>
                  <a:lnTo>
                    <a:pt x="230276" y="70307"/>
                  </a:lnTo>
                  <a:lnTo>
                    <a:pt x="227749" y="67703"/>
                  </a:lnTo>
                  <a:lnTo>
                    <a:pt x="227114" y="65684"/>
                  </a:lnTo>
                  <a:lnTo>
                    <a:pt x="227114" y="28409"/>
                  </a:lnTo>
                  <a:lnTo>
                    <a:pt x="250621" y="28409"/>
                  </a:lnTo>
                  <a:lnTo>
                    <a:pt x="250621" y="20167"/>
                  </a:lnTo>
                  <a:close/>
                </a:path>
                <a:path w="522605" h="80645">
                  <a:moveTo>
                    <a:pt x="319354" y="43180"/>
                  </a:moveTo>
                  <a:lnTo>
                    <a:pt x="318490" y="38836"/>
                  </a:lnTo>
                  <a:lnTo>
                    <a:pt x="318439" y="38620"/>
                  </a:lnTo>
                  <a:lnTo>
                    <a:pt x="318325" y="38023"/>
                  </a:lnTo>
                  <a:lnTo>
                    <a:pt x="309105" y="23901"/>
                  </a:lnTo>
                  <a:lnTo>
                    <a:pt x="309105" y="44335"/>
                  </a:lnTo>
                  <a:lnTo>
                    <a:pt x="276352" y="44335"/>
                  </a:lnTo>
                  <a:lnTo>
                    <a:pt x="277164" y="38836"/>
                  </a:lnTo>
                  <a:lnTo>
                    <a:pt x="279044" y="34696"/>
                  </a:lnTo>
                  <a:lnTo>
                    <a:pt x="284911" y="29133"/>
                  </a:lnTo>
                  <a:lnTo>
                    <a:pt x="288645" y="27736"/>
                  </a:lnTo>
                  <a:lnTo>
                    <a:pt x="297548" y="27736"/>
                  </a:lnTo>
                  <a:lnTo>
                    <a:pt x="309105" y="44335"/>
                  </a:lnTo>
                  <a:lnTo>
                    <a:pt x="309105" y="23901"/>
                  </a:lnTo>
                  <a:lnTo>
                    <a:pt x="302945" y="20104"/>
                  </a:lnTo>
                  <a:lnTo>
                    <a:pt x="303110" y="20104"/>
                  </a:lnTo>
                  <a:lnTo>
                    <a:pt x="298297" y="18821"/>
                  </a:lnTo>
                  <a:lnTo>
                    <a:pt x="287756" y="18821"/>
                  </a:lnTo>
                  <a:lnTo>
                    <a:pt x="283057" y="20104"/>
                  </a:lnTo>
                  <a:lnTo>
                    <a:pt x="266547" y="55918"/>
                  </a:lnTo>
                  <a:lnTo>
                    <a:pt x="267639" y="61353"/>
                  </a:lnTo>
                  <a:lnTo>
                    <a:pt x="288048" y="80543"/>
                  </a:lnTo>
                  <a:lnTo>
                    <a:pt x="299859" y="80543"/>
                  </a:lnTo>
                  <a:lnTo>
                    <a:pt x="318350" y="62496"/>
                  </a:lnTo>
                  <a:lnTo>
                    <a:pt x="308317" y="61709"/>
                  </a:lnTo>
                  <a:lnTo>
                    <a:pt x="307352" y="64681"/>
                  </a:lnTo>
                  <a:lnTo>
                    <a:pt x="305625" y="67081"/>
                  </a:lnTo>
                  <a:lnTo>
                    <a:pt x="300659" y="70713"/>
                  </a:lnTo>
                  <a:lnTo>
                    <a:pt x="297484" y="71628"/>
                  </a:lnTo>
                  <a:lnTo>
                    <a:pt x="288493" y="71628"/>
                  </a:lnTo>
                  <a:lnTo>
                    <a:pt x="284429" y="70027"/>
                  </a:lnTo>
                  <a:lnTo>
                    <a:pt x="278409" y="63639"/>
                  </a:lnTo>
                  <a:lnTo>
                    <a:pt x="276720" y="58889"/>
                  </a:lnTo>
                  <a:lnTo>
                    <a:pt x="276352" y="52578"/>
                  </a:lnTo>
                  <a:lnTo>
                    <a:pt x="319354" y="52578"/>
                  </a:lnTo>
                  <a:lnTo>
                    <a:pt x="319354" y="44335"/>
                  </a:lnTo>
                  <a:lnTo>
                    <a:pt x="319354" y="43180"/>
                  </a:lnTo>
                  <a:close/>
                </a:path>
                <a:path w="522605" h="80645">
                  <a:moveTo>
                    <a:pt x="386511" y="20167"/>
                  </a:moveTo>
                  <a:lnTo>
                    <a:pt x="370141" y="20167"/>
                  </a:lnTo>
                  <a:lnTo>
                    <a:pt x="366763" y="21412"/>
                  </a:lnTo>
                  <a:lnTo>
                    <a:pt x="361708" y="26377"/>
                  </a:lnTo>
                  <a:lnTo>
                    <a:pt x="360159" y="30187"/>
                  </a:lnTo>
                  <a:lnTo>
                    <a:pt x="360197" y="31508"/>
                  </a:lnTo>
                  <a:lnTo>
                    <a:pt x="360133" y="30353"/>
                  </a:lnTo>
                  <a:lnTo>
                    <a:pt x="360019" y="28409"/>
                  </a:lnTo>
                  <a:lnTo>
                    <a:pt x="359765" y="23837"/>
                  </a:lnTo>
                  <a:lnTo>
                    <a:pt x="359625" y="21412"/>
                  </a:lnTo>
                  <a:lnTo>
                    <a:pt x="359562" y="20167"/>
                  </a:lnTo>
                  <a:lnTo>
                    <a:pt x="336397" y="20167"/>
                  </a:lnTo>
                  <a:lnTo>
                    <a:pt x="336397" y="28409"/>
                  </a:lnTo>
                  <a:lnTo>
                    <a:pt x="351764" y="28409"/>
                  </a:lnTo>
                  <a:lnTo>
                    <a:pt x="351764" y="70954"/>
                  </a:lnTo>
                  <a:lnTo>
                    <a:pt x="336397" y="70954"/>
                  </a:lnTo>
                  <a:lnTo>
                    <a:pt x="336397" y="79197"/>
                  </a:lnTo>
                  <a:lnTo>
                    <a:pt x="379831" y="79197"/>
                  </a:lnTo>
                  <a:lnTo>
                    <a:pt x="379831" y="75412"/>
                  </a:lnTo>
                  <a:lnTo>
                    <a:pt x="379831" y="70954"/>
                  </a:lnTo>
                  <a:lnTo>
                    <a:pt x="361124" y="70954"/>
                  </a:lnTo>
                  <a:lnTo>
                    <a:pt x="361124" y="40284"/>
                  </a:lnTo>
                  <a:lnTo>
                    <a:pt x="361645" y="37553"/>
                  </a:lnTo>
                  <a:lnTo>
                    <a:pt x="362394" y="35979"/>
                  </a:lnTo>
                  <a:lnTo>
                    <a:pt x="363715" y="33172"/>
                  </a:lnTo>
                  <a:lnTo>
                    <a:pt x="365226" y="31508"/>
                  </a:lnTo>
                  <a:lnTo>
                    <a:pt x="369163" y="29210"/>
                  </a:lnTo>
                  <a:lnTo>
                    <a:pt x="371589" y="28625"/>
                  </a:lnTo>
                  <a:lnTo>
                    <a:pt x="386511" y="28625"/>
                  </a:lnTo>
                  <a:lnTo>
                    <a:pt x="386511" y="20167"/>
                  </a:lnTo>
                  <a:close/>
                </a:path>
                <a:path w="522605" h="80645">
                  <a:moveTo>
                    <a:pt x="434746" y="0"/>
                  </a:moveTo>
                  <a:lnTo>
                    <a:pt x="424942" y="0"/>
                  </a:lnTo>
                  <a:lnTo>
                    <a:pt x="424942" y="10922"/>
                  </a:lnTo>
                  <a:lnTo>
                    <a:pt x="434746" y="10922"/>
                  </a:lnTo>
                  <a:lnTo>
                    <a:pt x="434746" y="0"/>
                  </a:lnTo>
                  <a:close/>
                </a:path>
                <a:path w="522605" h="80645">
                  <a:moveTo>
                    <a:pt x="455574" y="70954"/>
                  </a:moveTo>
                  <a:lnTo>
                    <a:pt x="435190" y="70954"/>
                  </a:lnTo>
                  <a:lnTo>
                    <a:pt x="435190" y="28409"/>
                  </a:lnTo>
                  <a:lnTo>
                    <a:pt x="435190" y="23837"/>
                  </a:lnTo>
                  <a:lnTo>
                    <a:pt x="435190" y="20167"/>
                  </a:lnTo>
                  <a:lnTo>
                    <a:pt x="403225" y="20167"/>
                  </a:lnTo>
                  <a:lnTo>
                    <a:pt x="403225" y="28409"/>
                  </a:lnTo>
                  <a:lnTo>
                    <a:pt x="425843" y="28409"/>
                  </a:lnTo>
                  <a:lnTo>
                    <a:pt x="425843" y="70954"/>
                  </a:lnTo>
                  <a:lnTo>
                    <a:pt x="402107" y="70954"/>
                  </a:lnTo>
                  <a:lnTo>
                    <a:pt x="402107" y="79197"/>
                  </a:lnTo>
                  <a:lnTo>
                    <a:pt x="455574" y="79197"/>
                  </a:lnTo>
                  <a:lnTo>
                    <a:pt x="455574" y="70954"/>
                  </a:lnTo>
                  <a:close/>
                </a:path>
                <a:path w="522605" h="80645">
                  <a:moveTo>
                    <a:pt x="522401" y="79019"/>
                  </a:moveTo>
                  <a:lnTo>
                    <a:pt x="521296" y="79019"/>
                  </a:lnTo>
                  <a:lnTo>
                    <a:pt x="521296" y="70954"/>
                  </a:lnTo>
                  <a:lnTo>
                    <a:pt x="516318" y="70954"/>
                  </a:lnTo>
                  <a:lnTo>
                    <a:pt x="515429" y="70700"/>
                  </a:lnTo>
                  <a:lnTo>
                    <a:pt x="514286" y="69697"/>
                  </a:lnTo>
                  <a:lnTo>
                    <a:pt x="513994" y="68859"/>
                  </a:lnTo>
                  <a:lnTo>
                    <a:pt x="513943" y="67170"/>
                  </a:lnTo>
                  <a:lnTo>
                    <a:pt x="513943" y="50685"/>
                  </a:lnTo>
                  <a:lnTo>
                    <a:pt x="513943" y="35382"/>
                  </a:lnTo>
                  <a:lnTo>
                    <a:pt x="511975" y="29502"/>
                  </a:lnTo>
                  <a:lnTo>
                    <a:pt x="510349" y="27736"/>
                  </a:lnTo>
                  <a:lnTo>
                    <a:pt x="504113" y="20967"/>
                  </a:lnTo>
                  <a:lnTo>
                    <a:pt x="498576" y="18821"/>
                  </a:lnTo>
                  <a:lnTo>
                    <a:pt x="484759" y="18821"/>
                  </a:lnTo>
                  <a:lnTo>
                    <a:pt x="479323" y="20548"/>
                  </a:lnTo>
                  <a:lnTo>
                    <a:pt x="470928" y="27457"/>
                  </a:lnTo>
                  <a:lnTo>
                    <a:pt x="468274" y="31965"/>
                  </a:lnTo>
                  <a:lnTo>
                    <a:pt x="467144" y="37617"/>
                  </a:lnTo>
                  <a:lnTo>
                    <a:pt x="468122" y="37617"/>
                  </a:lnTo>
                  <a:lnTo>
                    <a:pt x="477075" y="38315"/>
                  </a:lnTo>
                  <a:lnTo>
                    <a:pt x="487362" y="27736"/>
                  </a:lnTo>
                  <a:lnTo>
                    <a:pt x="495681" y="27736"/>
                  </a:lnTo>
                  <a:lnTo>
                    <a:pt x="498932" y="28968"/>
                  </a:lnTo>
                  <a:lnTo>
                    <a:pt x="503453" y="33870"/>
                  </a:lnTo>
                  <a:lnTo>
                    <a:pt x="504596" y="37617"/>
                  </a:lnTo>
                  <a:lnTo>
                    <a:pt x="504596" y="42659"/>
                  </a:lnTo>
                  <a:lnTo>
                    <a:pt x="504596" y="50685"/>
                  </a:lnTo>
                  <a:lnTo>
                    <a:pt x="490550" y="72288"/>
                  </a:lnTo>
                  <a:lnTo>
                    <a:pt x="483209" y="72288"/>
                  </a:lnTo>
                  <a:lnTo>
                    <a:pt x="480847" y="71602"/>
                  </a:lnTo>
                  <a:lnTo>
                    <a:pt x="480682" y="71602"/>
                  </a:lnTo>
                  <a:lnTo>
                    <a:pt x="476796" y="68491"/>
                  </a:lnTo>
                  <a:lnTo>
                    <a:pt x="475856" y="66357"/>
                  </a:lnTo>
                  <a:lnTo>
                    <a:pt x="475856" y="61150"/>
                  </a:lnTo>
                  <a:lnTo>
                    <a:pt x="486549" y="54254"/>
                  </a:lnTo>
                  <a:lnTo>
                    <a:pt x="504596" y="50685"/>
                  </a:lnTo>
                  <a:lnTo>
                    <a:pt x="504596" y="42659"/>
                  </a:lnTo>
                  <a:lnTo>
                    <a:pt x="478307" y="47942"/>
                  </a:lnTo>
                  <a:lnTo>
                    <a:pt x="473570" y="49961"/>
                  </a:lnTo>
                  <a:lnTo>
                    <a:pt x="467550" y="55524"/>
                  </a:lnTo>
                  <a:lnTo>
                    <a:pt x="466153" y="59169"/>
                  </a:lnTo>
                  <a:lnTo>
                    <a:pt x="466051" y="67691"/>
                  </a:lnTo>
                  <a:lnTo>
                    <a:pt x="466902" y="70497"/>
                  </a:lnTo>
                  <a:lnTo>
                    <a:pt x="470319" y="75323"/>
                  </a:lnTo>
                  <a:lnTo>
                    <a:pt x="472655" y="77190"/>
                  </a:lnTo>
                  <a:lnTo>
                    <a:pt x="478802" y="79959"/>
                  </a:lnTo>
                  <a:lnTo>
                    <a:pt x="479069" y="79959"/>
                  </a:lnTo>
                  <a:lnTo>
                    <a:pt x="481939" y="80543"/>
                  </a:lnTo>
                  <a:lnTo>
                    <a:pt x="489077" y="80543"/>
                  </a:lnTo>
                  <a:lnTo>
                    <a:pt x="492264" y="79959"/>
                  </a:lnTo>
                  <a:lnTo>
                    <a:pt x="498208" y="77660"/>
                  </a:lnTo>
                  <a:lnTo>
                    <a:pt x="500672" y="76060"/>
                  </a:lnTo>
                  <a:lnTo>
                    <a:pt x="504177" y="72428"/>
                  </a:lnTo>
                  <a:lnTo>
                    <a:pt x="504304" y="72288"/>
                  </a:lnTo>
                  <a:lnTo>
                    <a:pt x="504609" y="71983"/>
                  </a:lnTo>
                  <a:lnTo>
                    <a:pt x="504812" y="71602"/>
                  </a:lnTo>
                  <a:lnTo>
                    <a:pt x="504748" y="70497"/>
                  </a:lnTo>
                  <a:lnTo>
                    <a:pt x="504850" y="70954"/>
                  </a:lnTo>
                  <a:lnTo>
                    <a:pt x="504939" y="71386"/>
                  </a:lnTo>
                  <a:lnTo>
                    <a:pt x="505155" y="70967"/>
                  </a:lnTo>
                  <a:lnTo>
                    <a:pt x="505142" y="72428"/>
                  </a:lnTo>
                  <a:lnTo>
                    <a:pt x="506933" y="76060"/>
                  </a:lnTo>
                  <a:lnTo>
                    <a:pt x="508254" y="77381"/>
                  </a:lnTo>
                  <a:lnTo>
                    <a:pt x="511733" y="79019"/>
                  </a:lnTo>
                  <a:lnTo>
                    <a:pt x="513867" y="79425"/>
                  </a:lnTo>
                  <a:lnTo>
                    <a:pt x="519963" y="79425"/>
                  </a:lnTo>
                  <a:lnTo>
                    <a:pt x="522401" y="79019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43644" y="3783514"/>
              <a:ext cx="383961" cy="8042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2642133" y="3981792"/>
              <a:ext cx="113030" cy="60960"/>
            </a:xfrm>
            <a:custGeom>
              <a:avLst/>
              <a:gdLst/>
              <a:ahLst/>
              <a:cxnLst/>
              <a:rect l="l" t="t" r="r" b="b"/>
              <a:pathLst>
                <a:path w="113030" h="60960">
                  <a:moveTo>
                    <a:pt x="50126" y="0"/>
                  </a:moveTo>
                  <a:lnTo>
                    <a:pt x="33756" y="0"/>
                  </a:lnTo>
                  <a:lnTo>
                    <a:pt x="30365" y="1244"/>
                  </a:lnTo>
                  <a:lnTo>
                    <a:pt x="25323" y="6223"/>
                  </a:lnTo>
                  <a:lnTo>
                    <a:pt x="23761" y="10033"/>
                  </a:lnTo>
                  <a:lnTo>
                    <a:pt x="23812" y="11341"/>
                  </a:lnTo>
                  <a:lnTo>
                    <a:pt x="23736" y="10198"/>
                  </a:lnTo>
                  <a:lnTo>
                    <a:pt x="23634" y="8242"/>
                  </a:lnTo>
                  <a:lnTo>
                    <a:pt x="23380" y="3683"/>
                  </a:lnTo>
                  <a:lnTo>
                    <a:pt x="23241" y="1244"/>
                  </a:lnTo>
                  <a:lnTo>
                    <a:pt x="23164" y="0"/>
                  </a:lnTo>
                  <a:lnTo>
                    <a:pt x="0" y="0"/>
                  </a:lnTo>
                  <a:lnTo>
                    <a:pt x="0" y="8242"/>
                  </a:lnTo>
                  <a:lnTo>
                    <a:pt x="15367" y="8242"/>
                  </a:lnTo>
                  <a:lnTo>
                    <a:pt x="15367" y="50800"/>
                  </a:lnTo>
                  <a:lnTo>
                    <a:pt x="0" y="50800"/>
                  </a:lnTo>
                  <a:lnTo>
                    <a:pt x="0" y="59042"/>
                  </a:lnTo>
                  <a:lnTo>
                    <a:pt x="43446" y="59042"/>
                  </a:lnTo>
                  <a:lnTo>
                    <a:pt x="43446" y="55245"/>
                  </a:lnTo>
                  <a:lnTo>
                    <a:pt x="43446" y="50800"/>
                  </a:lnTo>
                  <a:lnTo>
                    <a:pt x="24726" y="50800"/>
                  </a:lnTo>
                  <a:lnTo>
                    <a:pt x="24726" y="20129"/>
                  </a:lnTo>
                  <a:lnTo>
                    <a:pt x="25247" y="17399"/>
                  </a:lnTo>
                  <a:lnTo>
                    <a:pt x="25996" y="15824"/>
                  </a:lnTo>
                  <a:lnTo>
                    <a:pt x="27330" y="13017"/>
                  </a:lnTo>
                  <a:lnTo>
                    <a:pt x="28829" y="11341"/>
                  </a:lnTo>
                  <a:lnTo>
                    <a:pt x="32766" y="9042"/>
                  </a:lnTo>
                  <a:lnTo>
                    <a:pt x="35204" y="8470"/>
                  </a:lnTo>
                  <a:lnTo>
                    <a:pt x="50126" y="8470"/>
                  </a:lnTo>
                  <a:lnTo>
                    <a:pt x="50126" y="0"/>
                  </a:lnTo>
                  <a:close/>
                </a:path>
                <a:path w="113030" h="60960">
                  <a:moveTo>
                    <a:pt x="112953" y="0"/>
                  </a:moveTo>
                  <a:lnTo>
                    <a:pt x="103593" y="0"/>
                  </a:lnTo>
                  <a:lnTo>
                    <a:pt x="103593" y="40474"/>
                  </a:lnTo>
                  <a:lnTo>
                    <a:pt x="102311" y="44450"/>
                  </a:lnTo>
                  <a:lnTo>
                    <a:pt x="102260" y="44615"/>
                  </a:lnTo>
                  <a:lnTo>
                    <a:pt x="96913" y="50622"/>
                  </a:lnTo>
                  <a:lnTo>
                    <a:pt x="93268" y="52133"/>
                  </a:lnTo>
                  <a:lnTo>
                    <a:pt x="84429" y="52133"/>
                  </a:lnTo>
                  <a:lnTo>
                    <a:pt x="81292" y="50774"/>
                  </a:lnTo>
                  <a:lnTo>
                    <a:pt x="77216" y="45351"/>
                  </a:lnTo>
                  <a:lnTo>
                    <a:pt x="76187" y="41148"/>
                  </a:lnTo>
                  <a:lnTo>
                    <a:pt x="76187" y="0"/>
                  </a:lnTo>
                  <a:lnTo>
                    <a:pt x="66827" y="0"/>
                  </a:lnTo>
                  <a:lnTo>
                    <a:pt x="66954" y="45351"/>
                  </a:lnTo>
                  <a:lnTo>
                    <a:pt x="80238" y="60375"/>
                  </a:lnTo>
                  <a:lnTo>
                    <a:pt x="91147" y="60375"/>
                  </a:lnTo>
                  <a:lnTo>
                    <a:pt x="104038" y="44450"/>
                  </a:lnTo>
                  <a:lnTo>
                    <a:pt x="104038" y="50482"/>
                  </a:lnTo>
                  <a:lnTo>
                    <a:pt x="104038" y="59055"/>
                  </a:lnTo>
                  <a:lnTo>
                    <a:pt x="112953" y="59055"/>
                  </a:lnTo>
                  <a:lnTo>
                    <a:pt x="112953" y="44450"/>
                  </a:lnTo>
                  <a:lnTo>
                    <a:pt x="1129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775137" y="3961626"/>
              <a:ext cx="317016" cy="97243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126463" y="4027236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1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1" y="13588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394339" y="2063650"/>
              <a:ext cx="1905000" cy="2451100"/>
            </a:xfrm>
            <a:custGeom>
              <a:avLst/>
              <a:gdLst/>
              <a:ahLst/>
              <a:cxnLst/>
              <a:rect l="l" t="t" r="r" b="b"/>
              <a:pathLst>
                <a:path w="1905000" h="2451100">
                  <a:moveTo>
                    <a:pt x="1904770" y="0"/>
                  </a:moveTo>
                  <a:lnTo>
                    <a:pt x="0" y="0"/>
                  </a:lnTo>
                  <a:lnTo>
                    <a:pt x="0" y="2450583"/>
                  </a:lnTo>
                  <a:lnTo>
                    <a:pt x="1904770" y="2450583"/>
                  </a:lnTo>
                  <a:lnTo>
                    <a:pt x="1904770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399908" y="2069217"/>
              <a:ext cx="1894205" cy="2439670"/>
            </a:xfrm>
            <a:custGeom>
              <a:avLst/>
              <a:gdLst/>
              <a:ahLst/>
              <a:cxnLst/>
              <a:rect l="l" t="t" r="r" b="b"/>
              <a:pathLst>
                <a:path w="1894204" h="2439670">
                  <a:moveTo>
                    <a:pt x="0" y="0"/>
                  </a:moveTo>
                  <a:lnTo>
                    <a:pt x="1893631" y="0"/>
                  </a:lnTo>
                  <a:lnTo>
                    <a:pt x="1893631" y="2439443"/>
                  </a:lnTo>
                  <a:lnTo>
                    <a:pt x="0" y="2439443"/>
                  </a:lnTo>
                  <a:lnTo>
                    <a:pt x="0" y="0"/>
                  </a:lnTo>
                  <a:close/>
                </a:path>
              </a:pathLst>
            </a:custGeom>
            <a:ln w="11139">
              <a:solidFill>
                <a:srgbClr val="0596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560728" y="2277587"/>
              <a:ext cx="235303" cy="15703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58099" y="2607310"/>
              <a:ext cx="382954" cy="12111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555649" y="2890611"/>
              <a:ext cx="389754" cy="9891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026272" y="2892393"/>
              <a:ext cx="455028" cy="9579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560491" y="2911106"/>
              <a:ext cx="187325" cy="62230"/>
            </a:xfrm>
            <a:custGeom>
              <a:avLst/>
              <a:gdLst/>
              <a:ahLst/>
              <a:cxnLst/>
              <a:rect l="l" t="t" r="r" b="b"/>
              <a:pathLst>
                <a:path w="187325" h="62230">
                  <a:moveTo>
                    <a:pt x="53695" y="24028"/>
                  </a:moveTo>
                  <a:lnTo>
                    <a:pt x="52692" y="19088"/>
                  </a:lnTo>
                  <a:lnTo>
                    <a:pt x="48234" y="9880"/>
                  </a:lnTo>
                  <a:lnTo>
                    <a:pt x="47383" y="8915"/>
                  </a:lnTo>
                  <a:lnTo>
                    <a:pt x="45097" y="6311"/>
                  </a:lnTo>
                  <a:lnTo>
                    <a:pt x="44005" y="5638"/>
                  </a:lnTo>
                  <a:lnTo>
                    <a:pt x="44005" y="24028"/>
                  </a:lnTo>
                  <a:lnTo>
                    <a:pt x="44005" y="37693"/>
                  </a:lnTo>
                  <a:lnTo>
                    <a:pt x="42494" y="43053"/>
                  </a:lnTo>
                  <a:lnTo>
                    <a:pt x="36487" y="50850"/>
                  </a:lnTo>
                  <a:lnTo>
                    <a:pt x="32270" y="52806"/>
                  </a:lnTo>
                  <a:lnTo>
                    <a:pt x="21424" y="52806"/>
                  </a:lnTo>
                  <a:lnTo>
                    <a:pt x="17208" y="50850"/>
                  </a:lnTo>
                  <a:lnTo>
                    <a:pt x="11201" y="43053"/>
                  </a:lnTo>
                  <a:lnTo>
                    <a:pt x="9690" y="37693"/>
                  </a:lnTo>
                  <a:lnTo>
                    <a:pt x="9690" y="24028"/>
                  </a:lnTo>
                  <a:lnTo>
                    <a:pt x="11074" y="19088"/>
                  </a:lnTo>
                  <a:lnTo>
                    <a:pt x="11201" y="18669"/>
                  </a:lnTo>
                  <a:lnTo>
                    <a:pt x="17208" y="10871"/>
                  </a:lnTo>
                  <a:lnTo>
                    <a:pt x="21424" y="8915"/>
                  </a:lnTo>
                  <a:lnTo>
                    <a:pt x="32270" y="8915"/>
                  </a:lnTo>
                  <a:lnTo>
                    <a:pt x="36487" y="10871"/>
                  </a:lnTo>
                  <a:lnTo>
                    <a:pt x="42494" y="18669"/>
                  </a:lnTo>
                  <a:lnTo>
                    <a:pt x="44005" y="24028"/>
                  </a:lnTo>
                  <a:lnTo>
                    <a:pt x="44005" y="5638"/>
                  </a:lnTo>
                  <a:lnTo>
                    <a:pt x="37007" y="1270"/>
                  </a:lnTo>
                  <a:lnTo>
                    <a:pt x="32270" y="0"/>
                  </a:lnTo>
                  <a:lnTo>
                    <a:pt x="21424" y="0"/>
                  </a:lnTo>
                  <a:lnTo>
                    <a:pt x="0" y="24028"/>
                  </a:lnTo>
                  <a:lnTo>
                    <a:pt x="12" y="37693"/>
                  </a:lnTo>
                  <a:lnTo>
                    <a:pt x="21424" y="61722"/>
                  </a:lnTo>
                  <a:lnTo>
                    <a:pt x="32270" y="61722"/>
                  </a:lnTo>
                  <a:lnTo>
                    <a:pt x="53682" y="37693"/>
                  </a:lnTo>
                  <a:lnTo>
                    <a:pt x="53695" y="24028"/>
                  </a:lnTo>
                  <a:close/>
                </a:path>
                <a:path w="187325" h="62230">
                  <a:moveTo>
                    <a:pt x="117741" y="18237"/>
                  </a:moveTo>
                  <a:lnTo>
                    <a:pt x="101777" y="0"/>
                  </a:lnTo>
                  <a:lnTo>
                    <a:pt x="94195" y="0"/>
                  </a:lnTo>
                  <a:lnTo>
                    <a:pt x="78422" y="11341"/>
                  </a:lnTo>
                  <a:lnTo>
                    <a:pt x="78422" y="11493"/>
                  </a:lnTo>
                  <a:lnTo>
                    <a:pt x="78155" y="11887"/>
                  </a:lnTo>
                  <a:lnTo>
                    <a:pt x="78193" y="1346"/>
                  </a:lnTo>
                  <a:lnTo>
                    <a:pt x="69621" y="1346"/>
                  </a:lnTo>
                  <a:lnTo>
                    <a:pt x="69621" y="60375"/>
                  </a:lnTo>
                  <a:lnTo>
                    <a:pt x="78981" y="60375"/>
                  </a:lnTo>
                  <a:lnTo>
                    <a:pt x="78981" y="21424"/>
                  </a:lnTo>
                  <a:lnTo>
                    <a:pt x="79705" y="18364"/>
                  </a:lnTo>
                  <a:lnTo>
                    <a:pt x="80860" y="16383"/>
                  </a:lnTo>
                  <a:lnTo>
                    <a:pt x="82600" y="13385"/>
                  </a:lnTo>
                  <a:lnTo>
                    <a:pt x="84543" y="11493"/>
                  </a:lnTo>
                  <a:lnTo>
                    <a:pt x="89242" y="9004"/>
                  </a:lnTo>
                  <a:lnTo>
                    <a:pt x="88976" y="9004"/>
                  </a:lnTo>
                  <a:lnTo>
                    <a:pt x="92202" y="8255"/>
                  </a:lnTo>
                  <a:lnTo>
                    <a:pt x="99695" y="8255"/>
                  </a:lnTo>
                  <a:lnTo>
                    <a:pt x="102997" y="9677"/>
                  </a:lnTo>
                  <a:lnTo>
                    <a:pt x="107302" y="15392"/>
                  </a:lnTo>
                  <a:lnTo>
                    <a:pt x="108381" y="19570"/>
                  </a:lnTo>
                  <a:lnTo>
                    <a:pt x="108381" y="60375"/>
                  </a:lnTo>
                  <a:lnTo>
                    <a:pt x="117741" y="60375"/>
                  </a:lnTo>
                  <a:lnTo>
                    <a:pt x="117741" y="18237"/>
                  </a:lnTo>
                  <a:close/>
                </a:path>
                <a:path w="187325" h="62230">
                  <a:moveTo>
                    <a:pt x="186918" y="24358"/>
                  </a:moveTo>
                  <a:lnTo>
                    <a:pt x="186055" y="20015"/>
                  </a:lnTo>
                  <a:lnTo>
                    <a:pt x="186004" y="19799"/>
                  </a:lnTo>
                  <a:lnTo>
                    <a:pt x="185889" y="19202"/>
                  </a:lnTo>
                  <a:lnTo>
                    <a:pt x="185801" y="18757"/>
                  </a:lnTo>
                  <a:lnTo>
                    <a:pt x="181343" y="9550"/>
                  </a:lnTo>
                  <a:lnTo>
                    <a:pt x="180784" y="8915"/>
                  </a:lnTo>
                  <a:lnTo>
                    <a:pt x="178269" y="6045"/>
                  </a:lnTo>
                  <a:lnTo>
                    <a:pt x="176669" y="5067"/>
                  </a:lnTo>
                  <a:lnTo>
                    <a:pt x="176669" y="25514"/>
                  </a:lnTo>
                  <a:lnTo>
                    <a:pt x="143916" y="25514"/>
                  </a:lnTo>
                  <a:lnTo>
                    <a:pt x="144729" y="20015"/>
                  </a:lnTo>
                  <a:lnTo>
                    <a:pt x="146608" y="15875"/>
                  </a:lnTo>
                  <a:lnTo>
                    <a:pt x="152476" y="10312"/>
                  </a:lnTo>
                  <a:lnTo>
                    <a:pt x="156210" y="8915"/>
                  </a:lnTo>
                  <a:lnTo>
                    <a:pt x="165125" y="8915"/>
                  </a:lnTo>
                  <a:lnTo>
                    <a:pt x="176669" y="25514"/>
                  </a:lnTo>
                  <a:lnTo>
                    <a:pt x="176669" y="5067"/>
                  </a:lnTo>
                  <a:lnTo>
                    <a:pt x="170510" y="1282"/>
                  </a:lnTo>
                  <a:lnTo>
                    <a:pt x="170662" y="1282"/>
                  </a:lnTo>
                  <a:lnTo>
                    <a:pt x="165862" y="0"/>
                  </a:lnTo>
                  <a:lnTo>
                    <a:pt x="155321" y="0"/>
                  </a:lnTo>
                  <a:lnTo>
                    <a:pt x="150622" y="1282"/>
                  </a:lnTo>
                  <a:lnTo>
                    <a:pt x="134112" y="37096"/>
                  </a:lnTo>
                  <a:lnTo>
                    <a:pt x="135216" y="42532"/>
                  </a:lnTo>
                  <a:lnTo>
                    <a:pt x="155613" y="61722"/>
                  </a:lnTo>
                  <a:lnTo>
                    <a:pt x="167424" y="61722"/>
                  </a:lnTo>
                  <a:lnTo>
                    <a:pt x="172707" y="60032"/>
                  </a:lnTo>
                  <a:lnTo>
                    <a:pt x="181406" y="53263"/>
                  </a:lnTo>
                  <a:lnTo>
                    <a:pt x="181711" y="52806"/>
                  </a:lnTo>
                  <a:lnTo>
                    <a:pt x="184353" y="48945"/>
                  </a:lnTo>
                  <a:lnTo>
                    <a:pt x="185915" y="43675"/>
                  </a:lnTo>
                  <a:lnTo>
                    <a:pt x="175882" y="42887"/>
                  </a:lnTo>
                  <a:lnTo>
                    <a:pt x="174917" y="45859"/>
                  </a:lnTo>
                  <a:lnTo>
                    <a:pt x="173189" y="48260"/>
                  </a:lnTo>
                  <a:lnTo>
                    <a:pt x="168224" y="51892"/>
                  </a:lnTo>
                  <a:lnTo>
                    <a:pt x="165049" y="52806"/>
                  </a:lnTo>
                  <a:lnTo>
                    <a:pt x="156057" y="52806"/>
                  </a:lnTo>
                  <a:lnTo>
                    <a:pt x="151993" y="51206"/>
                  </a:lnTo>
                  <a:lnTo>
                    <a:pt x="145973" y="44818"/>
                  </a:lnTo>
                  <a:lnTo>
                    <a:pt x="144284" y="40068"/>
                  </a:lnTo>
                  <a:lnTo>
                    <a:pt x="143916" y="33756"/>
                  </a:lnTo>
                  <a:lnTo>
                    <a:pt x="186918" y="33756"/>
                  </a:lnTo>
                  <a:lnTo>
                    <a:pt x="186918" y="25514"/>
                  </a:lnTo>
                  <a:lnTo>
                    <a:pt x="186918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556986" y="3070506"/>
              <a:ext cx="522085" cy="8053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112600" y="313611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1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1" y="13588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229782" y="3070617"/>
              <a:ext cx="318353" cy="9579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627328" y="3076855"/>
              <a:ext cx="118190" cy="7418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765569" y="3070617"/>
              <a:ext cx="182680" cy="8042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560328" y="3255079"/>
              <a:ext cx="585911" cy="8955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228668" y="3255079"/>
              <a:ext cx="316348" cy="89557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560328" y="3426955"/>
              <a:ext cx="585911" cy="8053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5179434" y="349256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294388" y="3427065"/>
              <a:ext cx="115177" cy="8042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429617" y="3445779"/>
              <a:ext cx="48260" cy="60960"/>
            </a:xfrm>
            <a:custGeom>
              <a:avLst/>
              <a:gdLst/>
              <a:ahLst/>
              <a:cxnLst/>
              <a:rect l="l" t="t" r="r" b="b"/>
              <a:pathLst>
                <a:path w="48260" h="60960">
                  <a:moveTo>
                    <a:pt x="8576" y="1337"/>
                  </a:moveTo>
                  <a:lnTo>
                    <a:pt x="0" y="1337"/>
                  </a:lnTo>
                  <a:lnTo>
                    <a:pt x="0" y="60373"/>
                  </a:lnTo>
                  <a:lnTo>
                    <a:pt x="9356" y="60373"/>
                  </a:lnTo>
                  <a:lnTo>
                    <a:pt x="9356" y="21424"/>
                  </a:lnTo>
                  <a:lnTo>
                    <a:pt x="10079" y="18361"/>
                  </a:lnTo>
                  <a:lnTo>
                    <a:pt x="11237" y="16374"/>
                  </a:lnTo>
                  <a:lnTo>
                    <a:pt x="8910" y="16374"/>
                  </a:lnTo>
                  <a:lnTo>
                    <a:pt x="7817" y="15391"/>
                  </a:lnTo>
                  <a:lnTo>
                    <a:pt x="7990" y="14462"/>
                  </a:lnTo>
                  <a:lnTo>
                    <a:pt x="8539" y="11882"/>
                  </a:lnTo>
                  <a:lnTo>
                    <a:pt x="8576" y="1337"/>
                  </a:lnTo>
                  <a:close/>
                </a:path>
                <a:path w="48260" h="60960">
                  <a:moveTo>
                    <a:pt x="44469" y="8243"/>
                  </a:moveTo>
                  <a:lnTo>
                    <a:pt x="30074" y="8243"/>
                  </a:lnTo>
                  <a:lnTo>
                    <a:pt x="33379" y="9672"/>
                  </a:lnTo>
                  <a:lnTo>
                    <a:pt x="37685" y="15391"/>
                  </a:lnTo>
                  <a:lnTo>
                    <a:pt x="38762" y="19568"/>
                  </a:lnTo>
                  <a:lnTo>
                    <a:pt x="38762" y="60373"/>
                  </a:lnTo>
                  <a:lnTo>
                    <a:pt x="48120" y="60373"/>
                  </a:lnTo>
                  <a:lnTo>
                    <a:pt x="48120" y="18230"/>
                  </a:lnTo>
                  <a:lnTo>
                    <a:pt x="47340" y="14462"/>
                  </a:lnTo>
                  <a:lnTo>
                    <a:pt x="44469" y="8243"/>
                  </a:lnTo>
                  <a:close/>
                </a:path>
                <a:path w="48260" h="60960">
                  <a:moveTo>
                    <a:pt x="8801" y="11492"/>
                  </a:moveTo>
                  <a:lnTo>
                    <a:pt x="8539" y="11882"/>
                  </a:lnTo>
                  <a:lnTo>
                    <a:pt x="7990" y="14462"/>
                  </a:lnTo>
                  <a:lnTo>
                    <a:pt x="7817" y="15391"/>
                  </a:lnTo>
                  <a:lnTo>
                    <a:pt x="8910" y="16374"/>
                  </a:lnTo>
                  <a:lnTo>
                    <a:pt x="8801" y="11492"/>
                  </a:lnTo>
                  <a:close/>
                </a:path>
                <a:path w="48260" h="60960">
                  <a:moveTo>
                    <a:pt x="32153" y="0"/>
                  </a:moveTo>
                  <a:lnTo>
                    <a:pt x="24579" y="0"/>
                  </a:lnTo>
                  <a:lnTo>
                    <a:pt x="21683" y="557"/>
                  </a:lnTo>
                  <a:lnTo>
                    <a:pt x="16188" y="2785"/>
                  </a:lnTo>
                  <a:lnTo>
                    <a:pt x="13830" y="4474"/>
                  </a:lnTo>
                  <a:lnTo>
                    <a:pt x="9894" y="9004"/>
                  </a:lnTo>
                  <a:lnTo>
                    <a:pt x="8798" y="11332"/>
                  </a:lnTo>
                  <a:lnTo>
                    <a:pt x="8910" y="16374"/>
                  </a:lnTo>
                  <a:lnTo>
                    <a:pt x="11237" y="16374"/>
                  </a:lnTo>
                  <a:lnTo>
                    <a:pt x="12976" y="13385"/>
                  </a:lnTo>
                  <a:lnTo>
                    <a:pt x="14926" y="11492"/>
                  </a:lnTo>
                  <a:lnTo>
                    <a:pt x="19616" y="9004"/>
                  </a:lnTo>
                  <a:lnTo>
                    <a:pt x="19354" y="9004"/>
                  </a:lnTo>
                  <a:lnTo>
                    <a:pt x="22574" y="8243"/>
                  </a:lnTo>
                  <a:lnTo>
                    <a:pt x="44469" y="8243"/>
                  </a:lnTo>
                  <a:lnTo>
                    <a:pt x="44221" y="7705"/>
                  </a:lnTo>
                  <a:lnTo>
                    <a:pt x="41937" y="5012"/>
                  </a:lnTo>
                  <a:lnTo>
                    <a:pt x="35923" y="1003"/>
                  </a:lnTo>
                  <a:lnTo>
                    <a:pt x="321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559943" y="3426955"/>
              <a:ext cx="452912" cy="97242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556986" y="3611528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629389" y="3605290"/>
              <a:ext cx="115511" cy="80424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827663" y="3624008"/>
              <a:ext cx="251460" cy="62230"/>
            </a:xfrm>
            <a:custGeom>
              <a:avLst/>
              <a:gdLst/>
              <a:ahLst/>
              <a:cxnLst/>
              <a:rect l="l" t="t" r="r" b="b"/>
              <a:pathLst>
                <a:path w="251460" h="62229">
                  <a:moveTo>
                    <a:pt x="49009" y="41732"/>
                  </a:moveTo>
                  <a:lnTo>
                    <a:pt x="22275" y="26809"/>
                  </a:lnTo>
                  <a:lnTo>
                    <a:pt x="19418" y="26162"/>
                  </a:lnTo>
                  <a:lnTo>
                    <a:pt x="15113" y="24752"/>
                  </a:lnTo>
                  <a:lnTo>
                    <a:pt x="13550" y="23799"/>
                  </a:lnTo>
                  <a:lnTo>
                    <a:pt x="11620" y="21424"/>
                  </a:lnTo>
                  <a:lnTo>
                    <a:pt x="11137" y="19824"/>
                  </a:lnTo>
                  <a:lnTo>
                    <a:pt x="11137" y="15303"/>
                  </a:lnTo>
                  <a:lnTo>
                    <a:pt x="12179" y="13182"/>
                  </a:lnTo>
                  <a:lnTo>
                    <a:pt x="16332" y="9766"/>
                  </a:lnTo>
                  <a:lnTo>
                    <a:pt x="19519" y="8915"/>
                  </a:lnTo>
                  <a:lnTo>
                    <a:pt x="26504" y="8915"/>
                  </a:lnTo>
                  <a:lnTo>
                    <a:pt x="38087" y="19608"/>
                  </a:lnTo>
                  <a:lnTo>
                    <a:pt x="47891" y="18935"/>
                  </a:lnTo>
                  <a:lnTo>
                    <a:pt x="28841" y="0"/>
                  </a:lnTo>
                  <a:lnTo>
                    <a:pt x="19113" y="0"/>
                  </a:lnTo>
                  <a:lnTo>
                    <a:pt x="1549" y="14401"/>
                  </a:lnTo>
                  <a:lnTo>
                    <a:pt x="1549" y="21018"/>
                  </a:lnTo>
                  <a:lnTo>
                    <a:pt x="28143" y="36385"/>
                  </a:lnTo>
                  <a:lnTo>
                    <a:pt x="31407" y="37147"/>
                  </a:lnTo>
                  <a:lnTo>
                    <a:pt x="35864" y="38709"/>
                  </a:lnTo>
                  <a:lnTo>
                    <a:pt x="37388" y="39662"/>
                  </a:lnTo>
                  <a:lnTo>
                    <a:pt x="39014" y="41884"/>
                  </a:lnTo>
                  <a:lnTo>
                    <a:pt x="39420" y="43294"/>
                  </a:lnTo>
                  <a:lnTo>
                    <a:pt x="39420" y="47675"/>
                  </a:lnTo>
                  <a:lnTo>
                    <a:pt x="38214" y="49644"/>
                  </a:lnTo>
                  <a:lnTo>
                    <a:pt x="33388" y="52171"/>
                  </a:lnTo>
                  <a:lnTo>
                    <a:pt x="29997" y="52793"/>
                  </a:lnTo>
                  <a:lnTo>
                    <a:pt x="20942" y="52793"/>
                  </a:lnTo>
                  <a:lnTo>
                    <a:pt x="17284" y="51765"/>
                  </a:lnTo>
                  <a:lnTo>
                    <a:pt x="12001" y="47599"/>
                  </a:lnTo>
                  <a:lnTo>
                    <a:pt x="10388" y="44742"/>
                  </a:lnTo>
                  <a:lnTo>
                    <a:pt x="9791" y="41109"/>
                  </a:lnTo>
                  <a:lnTo>
                    <a:pt x="0" y="41770"/>
                  </a:lnTo>
                  <a:lnTo>
                    <a:pt x="20485" y="61709"/>
                  </a:lnTo>
                  <a:lnTo>
                    <a:pt x="25615" y="61709"/>
                  </a:lnTo>
                  <a:lnTo>
                    <a:pt x="30073" y="61709"/>
                  </a:lnTo>
                  <a:lnTo>
                    <a:pt x="49009" y="48488"/>
                  </a:lnTo>
                  <a:lnTo>
                    <a:pt x="49009" y="41732"/>
                  </a:lnTo>
                  <a:close/>
                </a:path>
                <a:path w="251460" h="62229">
                  <a:moveTo>
                    <a:pt x="120281" y="60185"/>
                  </a:moveTo>
                  <a:lnTo>
                    <a:pt x="119176" y="60185"/>
                  </a:lnTo>
                  <a:lnTo>
                    <a:pt x="119176" y="52133"/>
                  </a:lnTo>
                  <a:lnTo>
                    <a:pt x="114211" y="52133"/>
                  </a:lnTo>
                  <a:lnTo>
                    <a:pt x="113322" y="51866"/>
                  </a:lnTo>
                  <a:lnTo>
                    <a:pt x="112166" y="50863"/>
                  </a:lnTo>
                  <a:lnTo>
                    <a:pt x="111874" y="50038"/>
                  </a:lnTo>
                  <a:lnTo>
                    <a:pt x="111836" y="48348"/>
                  </a:lnTo>
                  <a:lnTo>
                    <a:pt x="111836" y="31864"/>
                  </a:lnTo>
                  <a:lnTo>
                    <a:pt x="111836" y="16560"/>
                  </a:lnTo>
                  <a:lnTo>
                    <a:pt x="109867" y="10680"/>
                  </a:lnTo>
                  <a:lnTo>
                    <a:pt x="108242" y="8915"/>
                  </a:lnTo>
                  <a:lnTo>
                    <a:pt x="101993" y="2133"/>
                  </a:lnTo>
                  <a:lnTo>
                    <a:pt x="96456" y="0"/>
                  </a:lnTo>
                  <a:lnTo>
                    <a:pt x="82651" y="0"/>
                  </a:lnTo>
                  <a:lnTo>
                    <a:pt x="77203" y="1727"/>
                  </a:lnTo>
                  <a:lnTo>
                    <a:pt x="68821" y="8636"/>
                  </a:lnTo>
                  <a:lnTo>
                    <a:pt x="66167" y="13144"/>
                  </a:lnTo>
                  <a:lnTo>
                    <a:pt x="65036" y="18783"/>
                  </a:lnTo>
                  <a:lnTo>
                    <a:pt x="66001" y="18783"/>
                  </a:lnTo>
                  <a:lnTo>
                    <a:pt x="74955" y="19494"/>
                  </a:lnTo>
                  <a:lnTo>
                    <a:pt x="75730" y="16560"/>
                  </a:lnTo>
                  <a:lnTo>
                    <a:pt x="75857" y="16078"/>
                  </a:lnTo>
                  <a:lnTo>
                    <a:pt x="77444" y="13462"/>
                  </a:lnTo>
                  <a:lnTo>
                    <a:pt x="82054" y="9817"/>
                  </a:lnTo>
                  <a:lnTo>
                    <a:pt x="85242" y="8915"/>
                  </a:lnTo>
                  <a:lnTo>
                    <a:pt x="93560" y="8915"/>
                  </a:lnTo>
                  <a:lnTo>
                    <a:pt x="96812" y="10134"/>
                  </a:lnTo>
                  <a:lnTo>
                    <a:pt x="101346" y="15036"/>
                  </a:lnTo>
                  <a:lnTo>
                    <a:pt x="102476" y="18783"/>
                  </a:lnTo>
                  <a:lnTo>
                    <a:pt x="102476" y="23837"/>
                  </a:lnTo>
                  <a:lnTo>
                    <a:pt x="102476" y="31864"/>
                  </a:lnTo>
                  <a:lnTo>
                    <a:pt x="88442" y="53467"/>
                  </a:lnTo>
                  <a:lnTo>
                    <a:pt x="81089" y="53467"/>
                  </a:lnTo>
                  <a:lnTo>
                    <a:pt x="78727" y="52781"/>
                  </a:lnTo>
                  <a:lnTo>
                    <a:pt x="78562" y="52781"/>
                  </a:lnTo>
                  <a:lnTo>
                    <a:pt x="74676" y="49657"/>
                  </a:lnTo>
                  <a:lnTo>
                    <a:pt x="73736" y="47523"/>
                  </a:lnTo>
                  <a:lnTo>
                    <a:pt x="73736" y="42329"/>
                  </a:lnTo>
                  <a:lnTo>
                    <a:pt x="74409" y="40627"/>
                  </a:lnTo>
                  <a:lnTo>
                    <a:pt x="74510" y="40347"/>
                  </a:lnTo>
                  <a:lnTo>
                    <a:pt x="77635" y="37299"/>
                  </a:lnTo>
                  <a:lnTo>
                    <a:pt x="80416" y="36169"/>
                  </a:lnTo>
                  <a:lnTo>
                    <a:pt x="84429" y="35420"/>
                  </a:lnTo>
                  <a:lnTo>
                    <a:pt x="102476" y="31864"/>
                  </a:lnTo>
                  <a:lnTo>
                    <a:pt x="102476" y="23837"/>
                  </a:lnTo>
                  <a:lnTo>
                    <a:pt x="76187" y="29108"/>
                  </a:lnTo>
                  <a:lnTo>
                    <a:pt x="71450" y="31140"/>
                  </a:lnTo>
                  <a:lnTo>
                    <a:pt x="65430" y="36703"/>
                  </a:lnTo>
                  <a:lnTo>
                    <a:pt x="64033" y="40347"/>
                  </a:lnTo>
                  <a:lnTo>
                    <a:pt x="63931" y="48869"/>
                  </a:lnTo>
                  <a:lnTo>
                    <a:pt x="64782" y="51663"/>
                  </a:lnTo>
                  <a:lnTo>
                    <a:pt x="68199" y="56489"/>
                  </a:lnTo>
                  <a:lnTo>
                    <a:pt x="70535" y="58369"/>
                  </a:lnTo>
                  <a:lnTo>
                    <a:pt x="76682" y="61137"/>
                  </a:lnTo>
                  <a:lnTo>
                    <a:pt x="76949" y="61137"/>
                  </a:lnTo>
                  <a:lnTo>
                    <a:pt x="79819" y="61709"/>
                  </a:lnTo>
                  <a:lnTo>
                    <a:pt x="86956" y="61709"/>
                  </a:lnTo>
                  <a:lnTo>
                    <a:pt x="90144" y="61137"/>
                  </a:lnTo>
                  <a:lnTo>
                    <a:pt x="96088" y="58839"/>
                  </a:lnTo>
                  <a:lnTo>
                    <a:pt x="98552" y="57238"/>
                  </a:lnTo>
                  <a:lnTo>
                    <a:pt x="102057" y="53594"/>
                  </a:lnTo>
                  <a:lnTo>
                    <a:pt x="102184" y="53467"/>
                  </a:lnTo>
                  <a:lnTo>
                    <a:pt x="102489" y="53149"/>
                  </a:lnTo>
                  <a:lnTo>
                    <a:pt x="102692" y="52781"/>
                  </a:lnTo>
                  <a:lnTo>
                    <a:pt x="102628" y="51663"/>
                  </a:lnTo>
                  <a:lnTo>
                    <a:pt x="102730" y="52133"/>
                  </a:lnTo>
                  <a:lnTo>
                    <a:pt x="102819" y="52552"/>
                  </a:lnTo>
                  <a:lnTo>
                    <a:pt x="103047" y="52133"/>
                  </a:lnTo>
                  <a:lnTo>
                    <a:pt x="103035" y="53594"/>
                  </a:lnTo>
                  <a:lnTo>
                    <a:pt x="104813" y="57238"/>
                  </a:lnTo>
                  <a:lnTo>
                    <a:pt x="106133" y="58559"/>
                  </a:lnTo>
                  <a:lnTo>
                    <a:pt x="109626" y="60185"/>
                  </a:lnTo>
                  <a:lnTo>
                    <a:pt x="111760" y="60591"/>
                  </a:lnTo>
                  <a:lnTo>
                    <a:pt x="117856" y="60591"/>
                  </a:lnTo>
                  <a:lnTo>
                    <a:pt x="120281" y="60185"/>
                  </a:lnTo>
                  <a:close/>
                </a:path>
                <a:path w="251460" h="62229">
                  <a:moveTo>
                    <a:pt x="187134" y="13589"/>
                  </a:moveTo>
                  <a:lnTo>
                    <a:pt x="186563" y="10744"/>
                  </a:lnTo>
                  <a:lnTo>
                    <a:pt x="186512" y="10477"/>
                  </a:lnTo>
                  <a:lnTo>
                    <a:pt x="186397" y="9880"/>
                  </a:lnTo>
                  <a:lnTo>
                    <a:pt x="186283" y="9359"/>
                  </a:lnTo>
                  <a:lnTo>
                    <a:pt x="186169" y="8750"/>
                  </a:lnTo>
                  <a:lnTo>
                    <a:pt x="186067" y="8242"/>
                  </a:lnTo>
                  <a:lnTo>
                    <a:pt x="181749" y="1638"/>
                  </a:lnTo>
                  <a:lnTo>
                    <a:pt x="178295" y="0"/>
                  </a:lnTo>
                  <a:lnTo>
                    <a:pt x="169976" y="0"/>
                  </a:lnTo>
                  <a:lnTo>
                    <a:pt x="167030" y="1333"/>
                  </a:lnTo>
                  <a:lnTo>
                    <a:pt x="162344" y="6680"/>
                  </a:lnTo>
                  <a:lnTo>
                    <a:pt x="161061" y="9880"/>
                  </a:lnTo>
                  <a:lnTo>
                    <a:pt x="161099" y="12331"/>
                  </a:lnTo>
                  <a:lnTo>
                    <a:pt x="160997" y="10744"/>
                  </a:lnTo>
                  <a:lnTo>
                    <a:pt x="160972" y="10477"/>
                  </a:lnTo>
                  <a:lnTo>
                    <a:pt x="160896" y="10261"/>
                  </a:lnTo>
                  <a:lnTo>
                    <a:pt x="160972" y="10096"/>
                  </a:lnTo>
                  <a:lnTo>
                    <a:pt x="160794" y="9880"/>
                  </a:lnTo>
                  <a:lnTo>
                    <a:pt x="160312" y="8331"/>
                  </a:lnTo>
                  <a:lnTo>
                    <a:pt x="160312" y="13893"/>
                  </a:lnTo>
                  <a:lnTo>
                    <a:pt x="160274" y="14262"/>
                  </a:lnTo>
                  <a:lnTo>
                    <a:pt x="160172" y="14922"/>
                  </a:lnTo>
                  <a:lnTo>
                    <a:pt x="160312" y="13893"/>
                  </a:lnTo>
                  <a:lnTo>
                    <a:pt x="160312" y="8331"/>
                  </a:lnTo>
                  <a:lnTo>
                    <a:pt x="153187" y="0"/>
                  </a:lnTo>
                  <a:lnTo>
                    <a:pt x="146291" y="0"/>
                  </a:lnTo>
                  <a:lnTo>
                    <a:pt x="143433" y="1333"/>
                  </a:lnTo>
                  <a:lnTo>
                    <a:pt x="139103" y="6400"/>
                  </a:lnTo>
                  <a:lnTo>
                    <a:pt x="137985" y="9131"/>
                  </a:lnTo>
                  <a:lnTo>
                    <a:pt x="137985" y="9359"/>
                  </a:lnTo>
                  <a:lnTo>
                    <a:pt x="137668" y="9880"/>
                  </a:lnTo>
                  <a:lnTo>
                    <a:pt x="137782" y="1333"/>
                  </a:lnTo>
                  <a:lnTo>
                    <a:pt x="129209" y="1333"/>
                  </a:lnTo>
                  <a:lnTo>
                    <a:pt x="129209" y="60375"/>
                  </a:lnTo>
                  <a:lnTo>
                    <a:pt x="138569" y="60375"/>
                  </a:lnTo>
                  <a:lnTo>
                    <a:pt x="138569" y="19380"/>
                  </a:lnTo>
                  <a:lnTo>
                    <a:pt x="138811" y="17449"/>
                  </a:lnTo>
                  <a:lnTo>
                    <a:pt x="138912" y="16637"/>
                  </a:lnTo>
                  <a:lnTo>
                    <a:pt x="139623" y="14478"/>
                  </a:lnTo>
                  <a:lnTo>
                    <a:pt x="140322" y="12331"/>
                  </a:lnTo>
                  <a:lnTo>
                    <a:pt x="141274" y="10744"/>
                  </a:lnTo>
                  <a:lnTo>
                    <a:pt x="143649" y="8750"/>
                  </a:lnTo>
                  <a:lnTo>
                    <a:pt x="145021" y="8242"/>
                  </a:lnTo>
                  <a:lnTo>
                    <a:pt x="149034" y="8242"/>
                  </a:lnTo>
                  <a:lnTo>
                    <a:pt x="153492" y="60375"/>
                  </a:lnTo>
                  <a:lnTo>
                    <a:pt x="162852" y="60375"/>
                  </a:lnTo>
                  <a:lnTo>
                    <a:pt x="162852" y="19380"/>
                  </a:lnTo>
                  <a:lnTo>
                    <a:pt x="163093" y="17449"/>
                  </a:lnTo>
                  <a:lnTo>
                    <a:pt x="163195" y="16637"/>
                  </a:lnTo>
                  <a:lnTo>
                    <a:pt x="169303" y="8242"/>
                  </a:lnTo>
                  <a:lnTo>
                    <a:pt x="173240" y="8242"/>
                  </a:lnTo>
                  <a:lnTo>
                    <a:pt x="177774" y="60375"/>
                  </a:lnTo>
                  <a:lnTo>
                    <a:pt x="187134" y="60375"/>
                  </a:lnTo>
                  <a:lnTo>
                    <a:pt x="187134" y="13589"/>
                  </a:lnTo>
                  <a:close/>
                </a:path>
                <a:path w="251460" h="62229">
                  <a:moveTo>
                    <a:pt x="251396" y="24358"/>
                  </a:moveTo>
                  <a:lnTo>
                    <a:pt x="250532" y="20015"/>
                  </a:lnTo>
                  <a:lnTo>
                    <a:pt x="250494" y="19786"/>
                  </a:lnTo>
                  <a:lnTo>
                    <a:pt x="250380" y="19202"/>
                  </a:lnTo>
                  <a:lnTo>
                    <a:pt x="250291" y="18757"/>
                  </a:lnTo>
                  <a:lnTo>
                    <a:pt x="245833" y="9537"/>
                  </a:lnTo>
                  <a:lnTo>
                    <a:pt x="245275" y="8915"/>
                  </a:lnTo>
                  <a:lnTo>
                    <a:pt x="242747" y="6032"/>
                  </a:lnTo>
                  <a:lnTo>
                    <a:pt x="241160" y="5067"/>
                  </a:lnTo>
                  <a:lnTo>
                    <a:pt x="241160" y="25514"/>
                  </a:lnTo>
                  <a:lnTo>
                    <a:pt x="208407" y="25514"/>
                  </a:lnTo>
                  <a:lnTo>
                    <a:pt x="209219" y="20015"/>
                  </a:lnTo>
                  <a:lnTo>
                    <a:pt x="211099" y="15875"/>
                  </a:lnTo>
                  <a:lnTo>
                    <a:pt x="216966" y="10299"/>
                  </a:lnTo>
                  <a:lnTo>
                    <a:pt x="220700" y="8915"/>
                  </a:lnTo>
                  <a:lnTo>
                    <a:pt x="229603" y="8915"/>
                  </a:lnTo>
                  <a:lnTo>
                    <a:pt x="241058" y="24358"/>
                  </a:lnTo>
                  <a:lnTo>
                    <a:pt x="241160" y="25514"/>
                  </a:lnTo>
                  <a:lnTo>
                    <a:pt x="241160" y="5067"/>
                  </a:lnTo>
                  <a:lnTo>
                    <a:pt x="235000" y="1282"/>
                  </a:lnTo>
                  <a:lnTo>
                    <a:pt x="235165" y="1282"/>
                  </a:lnTo>
                  <a:lnTo>
                    <a:pt x="230352" y="0"/>
                  </a:lnTo>
                  <a:lnTo>
                    <a:pt x="219798" y="0"/>
                  </a:lnTo>
                  <a:lnTo>
                    <a:pt x="198602" y="37096"/>
                  </a:lnTo>
                  <a:lnTo>
                    <a:pt x="199694" y="42532"/>
                  </a:lnTo>
                  <a:lnTo>
                    <a:pt x="220103" y="61709"/>
                  </a:lnTo>
                  <a:lnTo>
                    <a:pt x="231914" y="61709"/>
                  </a:lnTo>
                  <a:lnTo>
                    <a:pt x="237197" y="60020"/>
                  </a:lnTo>
                  <a:lnTo>
                    <a:pt x="245884" y="53263"/>
                  </a:lnTo>
                  <a:lnTo>
                    <a:pt x="246202" y="52793"/>
                  </a:lnTo>
                  <a:lnTo>
                    <a:pt x="248843" y="48933"/>
                  </a:lnTo>
                  <a:lnTo>
                    <a:pt x="250405" y="43662"/>
                  </a:lnTo>
                  <a:lnTo>
                    <a:pt x="240372" y="42887"/>
                  </a:lnTo>
                  <a:lnTo>
                    <a:pt x="239407" y="45859"/>
                  </a:lnTo>
                  <a:lnTo>
                    <a:pt x="237680" y="48247"/>
                  </a:lnTo>
                  <a:lnTo>
                    <a:pt x="232702" y="51892"/>
                  </a:lnTo>
                  <a:lnTo>
                    <a:pt x="229527" y="52793"/>
                  </a:lnTo>
                  <a:lnTo>
                    <a:pt x="220548" y="52793"/>
                  </a:lnTo>
                  <a:lnTo>
                    <a:pt x="216484" y="51206"/>
                  </a:lnTo>
                  <a:lnTo>
                    <a:pt x="210464" y="44818"/>
                  </a:lnTo>
                  <a:lnTo>
                    <a:pt x="208775" y="40068"/>
                  </a:lnTo>
                  <a:lnTo>
                    <a:pt x="208407" y="33756"/>
                  </a:lnTo>
                  <a:lnTo>
                    <a:pt x="251396" y="33756"/>
                  </a:lnTo>
                  <a:lnTo>
                    <a:pt x="251396" y="25514"/>
                  </a:lnTo>
                  <a:lnTo>
                    <a:pt x="251396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157461" y="3605290"/>
              <a:ext cx="454388" cy="8042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696507" y="3605178"/>
              <a:ext cx="316348" cy="95907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6048277" y="367078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315819" y="2063650"/>
              <a:ext cx="1899285" cy="2451100"/>
            </a:xfrm>
            <a:custGeom>
              <a:avLst/>
              <a:gdLst/>
              <a:ahLst/>
              <a:cxnLst/>
              <a:rect l="l" t="t" r="r" b="b"/>
              <a:pathLst>
                <a:path w="1899284" h="2451100">
                  <a:moveTo>
                    <a:pt x="1899201" y="0"/>
                  </a:moveTo>
                  <a:lnTo>
                    <a:pt x="0" y="0"/>
                  </a:lnTo>
                  <a:lnTo>
                    <a:pt x="0" y="2450583"/>
                  </a:lnTo>
                  <a:lnTo>
                    <a:pt x="1899201" y="2450583"/>
                  </a:lnTo>
                  <a:lnTo>
                    <a:pt x="1899201" y="0"/>
                  </a:lnTo>
                  <a:close/>
                </a:path>
              </a:pathLst>
            </a:custGeom>
            <a:solidFill>
              <a:srgbClr val="FFF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321388" y="2069217"/>
              <a:ext cx="1888489" cy="2439670"/>
            </a:xfrm>
            <a:custGeom>
              <a:avLst/>
              <a:gdLst/>
              <a:ahLst/>
              <a:cxnLst/>
              <a:rect l="l" t="t" r="r" b="b"/>
              <a:pathLst>
                <a:path w="1888490" h="2439670">
                  <a:moveTo>
                    <a:pt x="0" y="0"/>
                  </a:moveTo>
                  <a:lnTo>
                    <a:pt x="1888062" y="0"/>
                  </a:lnTo>
                  <a:lnTo>
                    <a:pt x="1888062" y="2439443"/>
                  </a:lnTo>
                  <a:lnTo>
                    <a:pt x="0" y="2439443"/>
                  </a:lnTo>
                  <a:lnTo>
                    <a:pt x="0" y="0"/>
                  </a:lnTo>
                  <a:close/>
                </a:path>
              </a:pathLst>
            </a:custGeom>
            <a:ln w="11139">
              <a:solidFill>
                <a:srgbClr val="D977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479945" y="2277587"/>
              <a:ext cx="238729" cy="15703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477985" y="2607791"/>
              <a:ext cx="686376" cy="12063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478431" y="2892393"/>
              <a:ext cx="249513" cy="8042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814828" y="2892393"/>
              <a:ext cx="448901" cy="80424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344003" y="2892285"/>
              <a:ext cx="524510" cy="96520"/>
            </a:xfrm>
            <a:custGeom>
              <a:avLst/>
              <a:gdLst/>
              <a:ahLst/>
              <a:cxnLst/>
              <a:rect l="l" t="t" r="r" b="b"/>
              <a:pathLst>
                <a:path w="524509" h="96519">
                  <a:moveTo>
                    <a:pt x="52273" y="114"/>
                  </a:moveTo>
                  <a:lnTo>
                    <a:pt x="42913" y="114"/>
                  </a:lnTo>
                  <a:lnTo>
                    <a:pt x="42913" y="28168"/>
                  </a:lnTo>
                  <a:lnTo>
                    <a:pt x="42913" y="45072"/>
                  </a:lnTo>
                  <a:lnTo>
                    <a:pt x="42913" y="54140"/>
                  </a:lnTo>
                  <a:lnTo>
                    <a:pt x="42227" y="58013"/>
                  </a:lnTo>
                  <a:lnTo>
                    <a:pt x="29324" y="71628"/>
                  </a:lnTo>
                  <a:lnTo>
                    <a:pt x="20789" y="71628"/>
                  </a:lnTo>
                  <a:lnTo>
                    <a:pt x="16878" y="69659"/>
                  </a:lnTo>
                  <a:lnTo>
                    <a:pt x="11150" y="61785"/>
                  </a:lnTo>
                  <a:lnTo>
                    <a:pt x="9728" y="56438"/>
                  </a:lnTo>
                  <a:lnTo>
                    <a:pt x="9728" y="42849"/>
                  </a:lnTo>
                  <a:lnTo>
                    <a:pt x="11036" y="37909"/>
                  </a:lnTo>
                  <a:lnTo>
                    <a:pt x="11150" y="37490"/>
                  </a:lnTo>
                  <a:lnTo>
                    <a:pt x="16878" y="29692"/>
                  </a:lnTo>
                  <a:lnTo>
                    <a:pt x="20713" y="27736"/>
                  </a:lnTo>
                  <a:lnTo>
                    <a:pt x="29184" y="27736"/>
                  </a:lnTo>
                  <a:lnTo>
                    <a:pt x="32626" y="28702"/>
                  </a:lnTo>
                  <a:lnTo>
                    <a:pt x="32435" y="28702"/>
                  </a:lnTo>
                  <a:lnTo>
                    <a:pt x="37503" y="32105"/>
                  </a:lnTo>
                  <a:lnTo>
                    <a:pt x="39484" y="34607"/>
                  </a:lnTo>
                  <a:lnTo>
                    <a:pt x="42227" y="41148"/>
                  </a:lnTo>
                  <a:lnTo>
                    <a:pt x="42913" y="45072"/>
                  </a:lnTo>
                  <a:lnTo>
                    <a:pt x="42913" y="28168"/>
                  </a:lnTo>
                  <a:lnTo>
                    <a:pt x="28397" y="18821"/>
                  </a:lnTo>
                  <a:lnTo>
                    <a:pt x="20015" y="18821"/>
                  </a:lnTo>
                  <a:lnTo>
                    <a:pt x="0" y="56438"/>
                  </a:lnTo>
                  <a:lnTo>
                    <a:pt x="939" y="61455"/>
                  </a:lnTo>
                  <a:lnTo>
                    <a:pt x="20015" y="80543"/>
                  </a:lnTo>
                  <a:lnTo>
                    <a:pt x="28321" y="80543"/>
                  </a:lnTo>
                  <a:lnTo>
                    <a:pt x="42938" y="71628"/>
                  </a:lnTo>
                  <a:lnTo>
                    <a:pt x="43459" y="70764"/>
                  </a:lnTo>
                  <a:lnTo>
                    <a:pt x="43497" y="71628"/>
                  </a:lnTo>
                  <a:lnTo>
                    <a:pt x="43599" y="74231"/>
                  </a:lnTo>
                  <a:lnTo>
                    <a:pt x="43700" y="76428"/>
                  </a:lnTo>
                  <a:lnTo>
                    <a:pt x="43815" y="79273"/>
                  </a:lnTo>
                  <a:lnTo>
                    <a:pt x="52273" y="79273"/>
                  </a:lnTo>
                  <a:lnTo>
                    <a:pt x="52273" y="65836"/>
                  </a:lnTo>
                  <a:lnTo>
                    <a:pt x="52273" y="32867"/>
                  </a:lnTo>
                  <a:lnTo>
                    <a:pt x="52273" y="114"/>
                  </a:lnTo>
                  <a:close/>
                </a:path>
                <a:path w="524509" h="96519">
                  <a:moveTo>
                    <a:pt x="103847" y="0"/>
                  </a:moveTo>
                  <a:lnTo>
                    <a:pt x="94043" y="0"/>
                  </a:lnTo>
                  <a:lnTo>
                    <a:pt x="94043" y="10922"/>
                  </a:lnTo>
                  <a:lnTo>
                    <a:pt x="103847" y="10922"/>
                  </a:lnTo>
                  <a:lnTo>
                    <a:pt x="103847" y="0"/>
                  </a:lnTo>
                  <a:close/>
                </a:path>
                <a:path w="524509" h="96519">
                  <a:moveTo>
                    <a:pt x="124675" y="70954"/>
                  </a:moveTo>
                  <a:lnTo>
                    <a:pt x="104292" y="70954"/>
                  </a:lnTo>
                  <a:lnTo>
                    <a:pt x="104292" y="28409"/>
                  </a:lnTo>
                  <a:lnTo>
                    <a:pt x="104292" y="23837"/>
                  </a:lnTo>
                  <a:lnTo>
                    <a:pt x="104292" y="20167"/>
                  </a:lnTo>
                  <a:lnTo>
                    <a:pt x="72326" y="20167"/>
                  </a:lnTo>
                  <a:lnTo>
                    <a:pt x="72326" y="28409"/>
                  </a:lnTo>
                  <a:lnTo>
                    <a:pt x="94932" y="28409"/>
                  </a:lnTo>
                  <a:lnTo>
                    <a:pt x="94932" y="70954"/>
                  </a:lnTo>
                  <a:lnTo>
                    <a:pt x="71208" y="70954"/>
                  </a:lnTo>
                  <a:lnTo>
                    <a:pt x="71208" y="79197"/>
                  </a:lnTo>
                  <a:lnTo>
                    <a:pt x="124675" y="79197"/>
                  </a:lnTo>
                  <a:lnTo>
                    <a:pt x="124675" y="70954"/>
                  </a:lnTo>
                  <a:close/>
                </a:path>
                <a:path w="524509" h="96519">
                  <a:moveTo>
                    <a:pt x="189280" y="20167"/>
                  </a:moveTo>
                  <a:lnTo>
                    <a:pt x="172910" y="20167"/>
                  </a:lnTo>
                  <a:lnTo>
                    <a:pt x="169532" y="21412"/>
                  </a:lnTo>
                  <a:lnTo>
                    <a:pt x="164477" y="26377"/>
                  </a:lnTo>
                  <a:lnTo>
                    <a:pt x="162928" y="30187"/>
                  </a:lnTo>
                  <a:lnTo>
                    <a:pt x="162966" y="31508"/>
                  </a:lnTo>
                  <a:lnTo>
                    <a:pt x="162902" y="30365"/>
                  </a:lnTo>
                  <a:lnTo>
                    <a:pt x="162788" y="28409"/>
                  </a:lnTo>
                  <a:lnTo>
                    <a:pt x="162534" y="23837"/>
                  </a:lnTo>
                  <a:lnTo>
                    <a:pt x="162394" y="21412"/>
                  </a:lnTo>
                  <a:lnTo>
                    <a:pt x="162331" y="20167"/>
                  </a:lnTo>
                  <a:lnTo>
                    <a:pt x="139166" y="20167"/>
                  </a:lnTo>
                  <a:lnTo>
                    <a:pt x="139166" y="28409"/>
                  </a:lnTo>
                  <a:lnTo>
                    <a:pt x="154533" y="28409"/>
                  </a:lnTo>
                  <a:lnTo>
                    <a:pt x="154533" y="70954"/>
                  </a:lnTo>
                  <a:lnTo>
                    <a:pt x="139166" y="70954"/>
                  </a:lnTo>
                  <a:lnTo>
                    <a:pt x="139166" y="79197"/>
                  </a:lnTo>
                  <a:lnTo>
                    <a:pt x="182600" y="79197"/>
                  </a:lnTo>
                  <a:lnTo>
                    <a:pt x="182600" y="75412"/>
                  </a:lnTo>
                  <a:lnTo>
                    <a:pt x="182600" y="70954"/>
                  </a:lnTo>
                  <a:lnTo>
                    <a:pt x="163893" y="70954"/>
                  </a:lnTo>
                  <a:lnTo>
                    <a:pt x="163893" y="40284"/>
                  </a:lnTo>
                  <a:lnTo>
                    <a:pt x="174358" y="28625"/>
                  </a:lnTo>
                  <a:lnTo>
                    <a:pt x="189280" y="28625"/>
                  </a:lnTo>
                  <a:lnTo>
                    <a:pt x="189280" y="20167"/>
                  </a:lnTo>
                  <a:close/>
                </a:path>
                <a:path w="524509" h="96519">
                  <a:moveTo>
                    <a:pt x="255790" y="43180"/>
                  </a:moveTo>
                  <a:lnTo>
                    <a:pt x="254927" y="38836"/>
                  </a:lnTo>
                  <a:lnTo>
                    <a:pt x="254876" y="38620"/>
                  </a:lnTo>
                  <a:lnTo>
                    <a:pt x="254762" y="38023"/>
                  </a:lnTo>
                  <a:lnTo>
                    <a:pt x="245541" y="23901"/>
                  </a:lnTo>
                  <a:lnTo>
                    <a:pt x="245541" y="44335"/>
                  </a:lnTo>
                  <a:lnTo>
                    <a:pt x="212788" y="44335"/>
                  </a:lnTo>
                  <a:lnTo>
                    <a:pt x="213601" y="38836"/>
                  </a:lnTo>
                  <a:lnTo>
                    <a:pt x="215480" y="34696"/>
                  </a:lnTo>
                  <a:lnTo>
                    <a:pt x="221348" y="29133"/>
                  </a:lnTo>
                  <a:lnTo>
                    <a:pt x="225082" y="27736"/>
                  </a:lnTo>
                  <a:lnTo>
                    <a:pt x="233984" y="27736"/>
                  </a:lnTo>
                  <a:lnTo>
                    <a:pt x="245541" y="44335"/>
                  </a:lnTo>
                  <a:lnTo>
                    <a:pt x="245541" y="23901"/>
                  </a:lnTo>
                  <a:lnTo>
                    <a:pt x="239382" y="20104"/>
                  </a:lnTo>
                  <a:lnTo>
                    <a:pt x="239534" y="20104"/>
                  </a:lnTo>
                  <a:lnTo>
                    <a:pt x="234734" y="18821"/>
                  </a:lnTo>
                  <a:lnTo>
                    <a:pt x="224193" y="18821"/>
                  </a:lnTo>
                  <a:lnTo>
                    <a:pt x="219494" y="20104"/>
                  </a:lnTo>
                  <a:lnTo>
                    <a:pt x="202984" y="55918"/>
                  </a:lnTo>
                  <a:lnTo>
                    <a:pt x="204076" y="61353"/>
                  </a:lnTo>
                  <a:lnTo>
                    <a:pt x="224485" y="80543"/>
                  </a:lnTo>
                  <a:lnTo>
                    <a:pt x="236296" y="80543"/>
                  </a:lnTo>
                  <a:lnTo>
                    <a:pt x="254787" y="62496"/>
                  </a:lnTo>
                  <a:lnTo>
                    <a:pt x="244754" y="61709"/>
                  </a:lnTo>
                  <a:lnTo>
                    <a:pt x="243789" y="64681"/>
                  </a:lnTo>
                  <a:lnTo>
                    <a:pt x="242062" y="67081"/>
                  </a:lnTo>
                  <a:lnTo>
                    <a:pt x="237096" y="70713"/>
                  </a:lnTo>
                  <a:lnTo>
                    <a:pt x="233921" y="71628"/>
                  </a:lnTo>
                  <a:lnTo>
                    <a:pt x="224929" y="71628"/>
                  </a:lnTo>
                  <a:lnTo>
                    <a:pt x="220865" y="70027"/>
                  </a:lnTo>
                  <a:lnTo>
                    <a:pt x="214845" y="63639"/>
                  </a:lnTo>
                  <a:lnTo>
                    <a:pt x="213156" y="58889"/>
                  </a:lnTo>
                  <a:lnTo>
                    <a:pt x="212788" y="52578"/>
                  </a:lnTo>
                  <a:lnTo>
                    <a:pt x="255790" y="52578"/>
                  </a:lnTo>
                  <a:lnTo>
                    <a:pt x="255790" y="44335"/>
                  </a:lnTo>
                  <a:lnTo>
                    <a:pt x="255790" y="43180"/>
                  </a:lnTo>
                  <a:close/>
                </a:path>
                <a:path w="524509" h="96519">
                  <a:moveTo>
                    <a:pt x="322948" y="58928"/>
                  </a:moveTo>
                  <a:lnTo>
                    <a:pt x="313156" y="58254"/>
                  </a:lnTo>
                  <a:lnTo>
                    <a:pt x="312254" y="62712"/>
                  </a:lnTo>
                  <a:lnTo>
                    <a:pt x="310426" y="66052"/>
                  </a:lnTo>
                  <a:lnTo>
                    <a:pt x="304850" y="70510"/>
                  </a:lnTo>
                  <a:lnTo>
                    <a:pt x="301561" y="71628"/>
                  </a:lnTo>
                  <a:lnTo>
                    <a:pt x="292354" y="71628"/>
                  </a:lnTo>
                  <a:lnTo>
                    <a:pt x="288112" y="69672"/>
                  </a:lnTo>
                  <a:lnTo>
                    <a:pt x="281940" y="61874"/>
                  </a:lnTo>
                  <a:lnTo>
                    <a:pt x="280403" y="56515"/>
                  </a:lnTo>
                  <a:lnTo>
                    <a:pt x="280403" y="42849"/>
                  </a:lnTo>
                  <a:lnTo>
                    <a:pt x="281940" y="37490"/>
                  </a:lnTo>
                  <a:lnTo>
                    <a:pt x="288112" y="29692"/>
                  </a:lnTo>
                  <a:lnTo>
                    <a:pt x="292354" y="27736"/>
                  </a:lnTo>
                  <a:lnTo>
                    <a:pt x="301561" y="27736"/>
                  </a:lnTo>
                  <a:lnTo>
                    <a:pt x="304774" y="28790"/>
                  </a:lnTo>
                  <a:lnTo>
                    <a:pt x="310045" y="33032"/>
                  </a:lnTo>
                  <a:lnTo>
                    <a:pt x="311810" y="36055"/>
                  </a:lnTo>
                  <a:lnTo>
                    <a:pt x="312712" y="39992"/>
                  </a:lnTo>
                  <a:lnTo>
                    <a:pt x="322503" y="39319"/>
                  </a:lnTo>
                  <a:lnTo>
                    <a:pt x="302158" y="18821"/>
                  </a:lnTo>
                  <a:lnTo>
                    <a:pt x="292290" y="18821"/>
                  </a:lnTo>
                  <a:lnTo>
                    <a:pt x="270598" y="43446"/>
                  </a:lnTo>
                  <a:lnTo>
                    <a:pt x="270598" y="55918"/>
                  </a:lnTo>
                  <a:lnTo>
                    <a:pt x="292290" y="80543"/>
                  </a:lnTo>
                  <a:lnTo>
                    <a:pt x="297776" y="80543"/>
                  </a:lnTo>
                  <a:lnTo>
                    <a:pt x="302158" y="80543"/>
                  </a:lnTo>
                  <a:lnTo>
                    <a:pt x="322135" y="63309"/>
                  </a:lnTo>
                  <a:lnTo>
                    <a:pt x="322948" y="58928"/>
                  </a:lnTo>
                  <a:close/>
                </a:path>
                <a:path w="524509" h="96519">
                  <a:moveTo>
                    <a:pt x="387565" y="20167"/>
                  </a:moveTo>
                  <a:lnTo>
                    <a:pt x="364058" y="20167"/>
                  </a:lnTo>
                  <a:lnTo>
                    <a:pt x="364058" y="6350"/>
                  </a:lnTo>
                  <a:lnTo>
                    <a:pt x="354698" y="6350"/>
                  </a:lnTo>
                  <a:lnTo>
                    <a:pt x="354698" y="20167"/>
                  </a:lnTo>
                  <a:lnTo>
                    <a:pt x="335203" y="20167"/>
                  </a:lnTo>
                  <a:lnTo>
                    <a:pt x="335203" y="28409"/>
                  </a:lnTo>
                  <a:lnTo>
                    <a:pt x="354698" y="28409"/>
                  </a:lnTo>
                  <a:lnTo>
                    <a:pt x="354698" y="68427"/>
                  </a:lnTo>
                  <a:lnTo>
                    <a:pt x="356108" y="72517"/>
                  </a:lnTo>
                  <a:lnTo>
                    <a:pt x="361759" y="77863"/>
                  </a:lnTo>
                  <a:lnTo>
                    <a:pt x="366026" y="79197"/>
                  </a:lnTo>
                  <a:lnTo>
                    <a:pt x="387565" y="79197"/>
                  </a:lnTo>
                  <a:lnTo>
                    <a:pt x="387565" y="70954"/>
                  </a:lnTo>
                  <a:lnTo>
                    <a:pt x="369138" y="70954"/>
                  </a:lnTo>
                  <a:lnTo>
                    <a:pt x="367207" y="70307"/>
                  </a:lnTo>
                  <a:lnTo>
                    <a:pt x="364693" y="67703"/>
                  </a:lnTo>
                  <a:lnTo>
                    <a:pt x="364058" y="65684"/>
                  </a:lnTo>
                  <a:lnTo>
                    <a:pt x="364058" y="28409"/>
                  </a:lnTo>
                  <a:lnTo>
                    <a:pt x="387565" y="28409"/>
                  </a:lnTo>
                  <a:lnTo>
                    <a:pt x="387565" y="20167"/>
                  </a:lnTo>
                  <a:close/>
                </a:path>
                <a:path w="524509" h="96519">
                  <a:moveTo>
                    <a:pt x="456615" y="70954"/>
                  </a:moveTo>
                  <a:lnTo>
                    <a:pt x="436232" y="70954"/>
                  </a:lnTo>
                  <a:lnTo>
                    <a:pt x="436232" y="11176"/>
                  </a:lnTo>
                  <a:lnTo>
                    <a:pt x="434848" y="7073"/>
                  </a:lnTo>
                  <a:lnTo>
                    <a:pt x="429272" y="1511"/>
                  </a:lnTo>
                  <a:lnTo>
                    <a:pt x="425170" y="114"/>
                  </a:lnTo>
                  <a:lnTo>
                    <a:pt x="405384" y="114"/>
                  </a:lnTo>
                  <a:lnTo>
                    <a:pt x="405384" y="8356"/>
                  </a:lnTo>
                  <a:lnTo>
                    <a:pt x="421678" y="8356"/>
                  </a:lnTo>
                  <a:lnTo>
                    <a:pt x="423545" y="9029"/>
                  </a:lnTo>
                  <a:lnTo>
                    <a:pt x="426212" y="11696"/>
                  </a:lnTo>
                  <a:lnTo>
                    <a:pt x="426885" y="13550"/>
                  </a:lnTo>
                  <a:lnTo>
                    <a:pt x="426885" y="70954"/>
                  </a:lnTo>
                  <a:lnTo>
                    <a:pt x="403148" y="70954"/>
                  </a:lnTo>
                  <a:lnTo>
                    <a:pt x="403148" y="79197"/>
                  </a:lnTo>
                  <a:lnTo>
                    <a:pt x="456615" y="79197"/>
                  </a:lnTo>
                  <a:lnTo>
                    <a:pt x="456615" y="75857"/>
                  </a:lnTo>
                  <a:lnTo>
                    <a:pt x="456615" y="70954"/>
                  </a:lnTo>
                  <a:close/>
                </a:path>
                <a:path w="524509" h="96519">
                  <a:moveTo>
                    <a:pt x="524344" y="20167"/>
                  </a:moveTo>
                  <a:lnTo>
                    <a:pt x="514096" y="20167"/>
                  </a:lnTo>
                  <a:lnTo>
                    <a:pt x="497281" y="69392"/>
                  </a:lnTo>
                  <a:lnTo>
                    <a:pt x="479348" y="20167"/>
                  </a:lnTo>
                  <a:lnTo>
                    <a:pt x="469099" y="20167"/>
                  </a:lnTo>
                  <a:lnTo>
                    <a:pt x="491045" y="78092"/>
                  </a:lnTo>
                  <a:lnTo>
                    <a:pt x="494271" y="78092"/>
                  </a:lnTo>
                  <a:lnTo>
                    <a:pt x="491629" y="85064"/>
                  </a:lnTo>
                  <a:lnTo>
                    <a:pt x="490880" y="86093"/>
                  </a:lnTo>
                  <a:lnTo>
                    <a:pt x="488873" y="87350"/>
                  </a:lnTo>
                  <a:lnTo>
                    <a:pt x="487324" y="87668"/>
                  </a:lnTo>
                  <a:lnTo>
                    <a:pt x="478459" y="87668"/>
                  </a:lnTo>
                  <a:lnTo>
                    <a:pt x="478459" y="95910"/>
                  </a:lnTo>
                  <a:lnTo>
                    <a:pt x="490080" y="95910"/>
                  </a:lnTo>
                  <a:lnTo>
                    <a:pt x="493153" y="95161"/>
                  </a:lnTo>
                  <a:lnTo>
                    <a:pt x="497611" y="92202"/>
                  </a:lnTo>
                  <a:lnTo>
                    <a:pt x="499287" y="89852"/>
                  </a:lnTo>
                  <a:lnTo>
                    <a:pt x="524344" y="2016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478431" y="3070617"/>
              <a:ext cx="255083" cy="80424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6812597" y="3070516"/>
              <a:ext cx="652145" cy="96520"/>
            </a:xfrm>
            <a:custGeom>
              <a:avLst/>
              <a:gdLst/>
              <a:ahLst/>
              <a:cxnLst/>
              <a:rect l="l" t="t" r="r" b="b"/>
              <a:pathLst>
                <a:path w="652145" h="96519">
                  <a:moveTo>
                    <a:pt x="52349" y="58915"/>
                  </a:moveTo>
                  <a:lnTo>
                    <a:pt x="42545" y="58254"/>
                  </a:lnTo>
                  <a:lnTo>
                    <a:pt x="41656" y="62712"/>
                  </a:lnTo>
                  <a:lnTo>
                    <a:pt x="39814" y="66052"/>
                  </a:lnTo>
                  <a:lnTo>
                    <a:pt x="34251" y="70510"/>
                  </a:lnTo>
                  <a:lnTo>
                    <a:pt x="30962" y="71615"/>
                  </a:lnTo>
                  <a:lnTo>
                    <a:pt x="21755" y="71615"/>
                  </a:lnTo>
                  <a:lnTo>
                    <a:pt x="17500" y="69672"/>
                  </a:lnTo>
                  <a:lnTo>
                    <a:pt x="11341" y="61874"/>
                  </a:lnTo>
                  <a:lnTo>
                    <a:pt x="9804" y="56502"/>
                  </a:lnTo>
                  <a:lnTo>
                    <a:pt x="9804" y="42837"/>
                  </a:lnTo>
                  <a:lnTo>
                    <a:pt x="11341" y="37477"/>
                  </a:lnTo>
                  <a:lnTo>
                    <a:pt x="17500" y="29679"/>
                  </a:lnTo>
                  <a:lnTo>
                    <a:pt x="21755" y="27736"/>
                  </a:lnTo>
                  <a:lnTo>
                    <a:pt x="30962" y="27736"/>
                  </a:lnTo>
                  <a:lnTo>
                    <a:pt x="34175" y="28790"/>
                  </a:lnTo>
                  <a:lnTo>
                    <a:pt x="39446" y="33020"/>
                  </a:lnTo>
                  <a:lnTo>
                    <a:pt x="41211" y="36042"/>
                  </a:lnTo>
                  <a:lnTo>
                    <a:pt x="42100" y="39979"/>
                  </a:lnTo>
                  <a:lnTo>
                    <a:pt x="51904" y="39319"/>
                  </a:lnTo>
                  <a:lnTo>
                    <a:pt x="31559" y="18821"/>
                  </a:lnTo>
                  <a:lnTo>
                    <a:pt x="21678" y="18821"/>
                  </a:lnTo>
                  <a:lnTo>
                    <a:pt x="0" y="43434"/>
                  </a:lnTo>
                  <a:lnTo>
                    <a:pt x="0" y="55918"/>
                  </a:lnTo>
                  <a:lnTo>
                    <a:pt x="21678" y="80530"/>
                  </a:lnTo>
                  <a:lnTo>
                    <a:pt x="27178" y="80530"/>
                  </a:lnTo>
                  <a:lnTo>
                    <a:pt x="31559" y="80530"/>
                  </a:lnTo>
                  <a:lnTo>
                    <a:pt x="51536" y="63296"/>
                  </a:lnTo>
                  <a:lnTo>
                    <a:pt x="52349" y="58915"/>
                  </a:lnTo>
                  <a:close/>
                </a:path>
                <a:path w="652145" h="96519">
                  <a:moveTo>
                    <a:pt x="116954" y="36830"/>
                  </a:moveTo>
                  <a:lnTo>
                    <a:pt x="116243" y="33185"/>
                  </a:lnTo>
                  <a:lnTo>
                    <a:pt x="116205" y="32969"/>
                  </a:lnTo>
                  <a:lnTo>
                    <a:pt x="113538" y="27063"/>
                  </a:lnTo>
                  <a:lnTo>
                    <a:pt x="113157" y="26187"/>
                  </a:lnTo>
                  <a:lnTo>
                    <a:pt x="110921" y="23558"/>
                  </a:lnTo>
                  <a:lnTo>
                    <a:pt x="105054" y="19761"/>
                  </a:lnTo>
                  <a:lnTo>
                    <a:pt x="101473" y="18821"/>
                  </a:lnTo>
                  <a:lnTo>
                    <a:pt x="94195" y="18821"/>
                  </a:lnTo>
                  <a:lnTo>
                    <a:pt x="79527" y="28917"/>
                  </a:lnTo>
                  <a:lnTo>
                    <a:pt x="79527" y="101"/>
                  </a:lnTo>
                  <a:lnTo>
                    <a:pt x="70167" y="101"/>
                  </a:lnTo>
                  <a:lnTo>
                    <a:pt x="70167" y="79197"/>
                  </a:lnTo>
                  <a:lnTo>
                    <a:pt x="79527" y="79197"/>
                  </a:lnTo>
                  <a:lnTo>
                    <a:pt x="79641" y="38163"/>
                  </a:lnTo>
                  <a:lnTo>
                    <a:pt x="80962" y="34302"/>
                  </a:lnTo>
                  <a:lnTo>
                    <a:pt x="82054" y="33185"/>
                  </a:lnTo>
                  <a:lnTo>
                    <a:pt x="86677" y="28511"/>
                  </a:lnTo>
                  <a:lnTo>
                    <a:pt x="90487" y="27063"/>
                  </a:lnTo>
                  <a:lnTo>
                    <a:pt x="99390" y="27063"/>
                  </a:lnTo>
                  <a:lnTo>
                    <a:pt x="102552" y="28511"/>
                  </a:lnTo>
                  <a:lnTo>
                    <a:pt x="106578" y="33934"/>
                  </a:lnTo>
                  <a:lnTo>
                    <a:pt x="107607" y="38163"/>
                  </a:lnTo>
                  <a:lnTo>
                    <a:pt x="107607" y="79197"/>
                  </a:lnTo>
                  <a:lnTo>
                    <a:pt x="116954" y="79197"/>
                  </a:lnTo>
                  <a:lnTo>
                    <a:pt x="116954" y="36830"/>
                  </a:lnTo>
                  <a:close/>
                </a:path>
                <a:path w="652145" h="96519">
                  <a:moveTo>
                    <a:pt x="185686" y="43180"/>
                  </a:moveTo>
                  <a:lnTo>
                    <a:pt x="184823" y="38836"/>
                  </a:lnTo>
                  <a:lnTo>
                    <a:pt x="184772" y="38608"/>
                  </a:lnTo>
                  <a:lnTo>
                    <a:pt x="184658" y="38011"/>
                  </a:lnTo>
                  <a:lnTo>
                    <a:pt x="184569" y="37566"/>
                  </a:lnTo>
                  <a:lnTo>
                    <a:pt x="180111" y="28359"/>
                  </a:lnTo>
                  <a:lnTo>
                    <a:pt x="179565" y="27736"/>
                  </a:lnTo>
                  <a:lnTo>
                    <a:pt x="177038" y="24853"/>
                  </a:lnTo>
                  <a:lnTo>
                    <a:pt x="175437" y="23876"/>
                  </a:lnTo>
                  <a:lnTo>
                    <a:pt x="175437" y="44323"/>
                  </a:lnTo>
                  <a:lnTo>
                    <a:pt x="142684" y="44323"/>
                  </a:lnTo>
                  <a:lnTo>
                    <a:pt x="143510" y="38836"/>
                  </a:lnTo>
                  <a:lnTo>
                    <a:pt x="145376" y="34696"/>
                  </a:lnTo>
                  <a:lnTo>
                    <a:pt x="151244" y="29121"/>
                  </a:lnTo>
                  <a:lnTo>
                    <a:pt x="154978" y="27736"/>
                  </a:lnTo>
                  <a:lnTo>
                    <a:pt x="163893" y="27736"/>
                  </a:lnTo>
                  <a:lnTo>
                    <a:pt x="175348" y="43180"/>
                  </a:lnTo>
                  <a:lnTo>
                    <a:pt x="175437" y="44323"/>
                  </a:lnTo>
                  <a:lnTo>
                    <a:pt x="175437" y="23876"/>
                  </a:lnTo>
                  <a:lnTo>
                    <a:pt x="169278" y="20104"/>
                  </a:lnTo>
                  <a:lnTo>
                    <a:pt x="169443" y="20104"/>
                  </a:lnTo>
                  <a:lnTo>
                    <a:pt x="164630" y="18821"/>
                  </a:lnTo>
                  <a:lnTo>
                    <a:pt x="154089" y="18821"/>
                  </a:lnTo>
                  <a:lnTo>
                    <a:pt x="132880" y="55918"/>
                  </a:lnTo>
                  <a:lnTo>
                    <a:pt x="133985" y="61353"/>
                  </a:lnTo>
                  <a:lnTo>
                    <a:pt x="154381" y="80530"/>
                  </a:lnTo>
                  <a:lnTo>
                    <a:pt x="166192" y="80530"/>
                  </a:lnTo>
                  <a:lnTo>
                    <a:pt x="171488" y="78841"/>
                  </a:lnTo>
                  <a:lnTo>
                    <a:pt x="180174" y="72085"/>
                  </a:lnTo>
                  <a:lnTo>
                    <a:pt x="180492" y="71615"/>
                  </a:lnTo>
                  <a:lnTo>
                    <a:pt x="183121" y="67754"/>
                  </a:lnTo>
                  <a:lnTo>
                    <a:pt x="184683" y="62484"/>
                  </a:lnTo>
                  <a:lnTo>
                    <a:pt x="174663" y="61709"/>
                  </a:lnTo>
                  <a:lnTo>
                    <a:pt x="173697" y="64681"/>
                  </a:lnTo>
                  <a:lnTo>
                    <a:pt x="171970" y="67068"/>
                  </a:lnTo>
                  <a:lnTo>
                    <a:pt x="166992" y="70713"/>
                  </a:lnTo>
                  <a:lnTo>
                    <a:pt x="163817" y="71615"/>
                  </a:lnTo>
                  <a:lnTo>
                    <a:pt x="154825" y="71615"/>
                  </a:lnTo>
                  <a:lnTo>
                    <a:pt x="150761" y="70027"/>
                  </a:lnTo>
                  <a:lnTo>
                    <a:pt x="144754" y="63639"/>
                  </a:lnTo>
                  <a:lnTo>
                    <a:pt x="143065" y="58877"/>
                  </a:lnTo>
                  <a:lnTo>
                    <a:pt x="142684" y="52565"/>
                  </a:lnTo>
                  <a:lnTo>
                    <a:pt x="185686" y="52565"/>
                  </a:lnTo>
                  <a:lnTo>
                    <a:pt x="185686" y="44323"/>
                  </a:lnTo>
                  <a:lnTo>
                    <a:pt x="185686" y="43180"/>
                  </a:lnTo>
                  <a:close/>
                </a:path>
                <a:path w="652145" h="96519">
                  <a:moveTo>
                    <a:pt x="252857" y="58915"/>
                  </a:moveTo>
                  <a:lnTo>
                    <a:pt x="243052" y="58254"/>
                  </a:lnTo>
                  <a:lnTo>
                    <a:pt x="242163" y="62712"/>
                  </a:lnTo>
                  <a:lnTo>
                    <a:pt x="240322" y="66052"/>
                  </a:lnTo>
                  <a:lnTo>
                    <a:pt x="234746" y="70510"/>
                  </a:lnTo>
                  <a:lnTo>
                    <a:pt x="231470" y="71615"/>
                  </a:lnTo>
                  <a:lnTo>
                    <a:pt x="222262" y="71615"/>
                  </a:lnTo>
                  <a:lnTo>
                    <a:pt x="218008" y="69672"/>
                  </a:lnTo>
                  <a:lnTo>
                    <a:pt x="211848" y="61874"/>
                  </a:lnTo>
                  <a:lnTo>
                    <a:pt x="210299" y="56502"/>
                  </a:lnTo>
                  <a:lnTo>
                    <a:pt x="210299" y="42837"/>
                  </a:lnTo>
                  <a:lnTo>
                    <a:pt x="211848" y="37477"/>
                  </a:lnTo>
                  <a:lnTo>
                    <a:pt x="218008" y="29679"/>
                  </a:lnTo>
                  <a:lnTo>
                    <a:pt x="222262" y="27736"/>
                  </a:lnTo>
                  <a:lnTo>
                    <a:pt x="231470" y="27736"/>
                  </a:lnTo>
                  <a:lnTo>
                    <a:pt x="234683" y="28790"/>
                  </a:lnTo>
                  <a:lnTo>
                    <a:pt x="239953" y="33020"/>
                  </a:lnTo>
                  <a:lnTo>
                    <a:pt x="241719" y="36042"/>
                  </a:lnTo>
                  <a:lnTo>
                    <a:pt x="242608" y="39979"/>
                  </a:lnTo>
                  <a:lnTo>
                    <a:pt x="252412" y="39319"/>
                  </a:lnTo>
                  <a:lnTo>
                    <a:pt x="232054" y="18821"/>
                  </a:lnTo>
                  <a:lnTo>
                    <a:pt x="222186" y="18821"/>
                  </a:lnTo>
                  <a:lnTo>
                    <a:pt x="200494" y="43434"/>
                  </a:lnTo>
                  <a:lnTo>
                    <a:pt x="200494" y="55918"/>
                  </a:lnTo>
                  <a:lnTo>
                    <a:pt x="222186" y="80530"/>
                  </a:lnTo>
                  <a:lnTo>
                    <a:pt x="227685" y="80530"/>
                  </a:lnTo>
                  <a:lnTo>
                    <a:pt x="232054" y="80530"/>
                  </a:lnTo>
                  <a:lnTo>
                    <a:pt x="252031" y="63296"/>
                  </a:lnTo>
                  <a:lnTo>
                    <a:pt x="252857" y="58915"/>
                  </a:lnTo>
                  <a:close/>
                </a:path>
                <a:path w="652145" h="96519">
                  <a:moveTo>
                    <a:pt x="321246" y="79197"/>
                  </a:moveTo>
                  <a:lnTo>
                    <a:pt x="296849" y="45224"/>
                  </a:lnTo>
                  <a:lnTo>
                    <a:pt x="320128" y="20154"/>
                  </a:lnTo>
                  <a:lnTo>
                    <a:pt x="307657" y="20154"/>
                  </a:lnTo>
                  <a:lnTo>
                    <a:pt x="278917" y="51904"/>
                  </a:lnTo>
                  <a:lnTo>
                    <a:pt x="278917" y="101"/>
                  </a:lnTo>
                  <a:lnTo>
                    <a:pt x="269557" y="101"/>
                  </a:lnTo>
                  <a:lnTo>
                    <a:pt x="269557" y="79197"/>
                  </a:lnTo>
                  <a:lnTo>
                    <a:pt x="278917" y="79197"/>
                  </a:lnTo>
                  <a:lnTo>
                    <a:pt x="278917" y="63817"/>
                  </a:lnTo>
                  <a:lnTo>
                    <a:pt x="290499" y="51574"/>
                  </a:lnTo>
                  <a:lnTo>
                    <a:pt x="309880" y="79197"/>
                  </a:lnTo>
                  <a:lnTo>
                    <a:pt x="321246" y="79197"/>
                  </a:lnTo>
                  <a:close/>
                </a:path>
                <a:path w="652145" h="96519">
                  <a:moveTo>
                    <a:pt x="387629" y="44259"/>
                  </a:moveTo>
                  <a:lnTo>
                    <a:pt x="386740" y="39204"/>
                  </a:lnTo>
                  <a:lnTo>
                    <a:pt x="383184" y="29845"/>
                  </a:lnTo>
                  <a:lnTo>
                    <a:pt x="381635" y="27736"/>
                  </a:lnTo>
                  <a:lnTo>
                    <a:pt x="380415" y="26060"/>
                  </a:lnTo>
                  <a:lnTo>
                    <a:pt x="377837" y="24079"/>
                  </a:lnTo>
                  <a:lnTo>
                    <a:pt x="377837" y="42773"/>
                  </a:lnTo>
                  <a:lnTo>
                    <a:pt x="377837" y="56578"/>
                  </a:lnTo>
                  <a:lnTo>
                    <a:pt x="376364" y="61963"/>
                  </a:lnTo>
                  <a:lnTo>
                    <a:pt x="370497" y="69684"/>
                  </a:lnTo>
                  <a:lnTo>
                    <a:pt x="366471" y="71615"/>
                  </a:lnTo>
                  <a:lnTo>
                    <a:pt x="357936" y="71615"/>
                  </a:lnTo>
                  <a:lnTo>
                    <a:pt x="354965" y="70802"/>
                  </a:lnTo>
                  <a:lnTo>
                    <a:pt x="349910" y="67538"/>
                  </a:lnTo>
                  <a:lnTo>
                    <a:pt x="349097" y="66497"/>
                  </a:lnTo>
                  <a:lnTo>
                    <a:pt x="347980" y="65087"/>
                  </a:lnTo>
                  <a:lnTo>
                    <a:pt x="345313" y="58547"/>
                  </a:lnTo>
                  <a:lnTo>
                    <a:pt x="344741" y="55092"/>
                  </a:lnTo>
                  <a:lnTo>
                    <a:pt x="344741" y="44259"/>
                  </a:lnTo>
                  <a:lnTo>
                    <a:pt x="345325" y="40805"/>
                  </a:lnTo>
                  <a:lnTo>
                    <a:pt x="348068" y="34264"/>
                  </a:lnTo>
                  <a:lnTo>
                    <a:pt x="348653" y="33528"/>
                  </a:lnTo>
                  <a:lnTo>
                    <a:pt x="349999" y="31813"/>
                  </a:lnTo>
                  <a:lnTo>
                    <a:pt x="354977" y="28549"/>
                  </a:lnTo>
                  <a:lnTo>
                    <a:pt x="357936" y="27736"/>
                  </a:lnTo>
                  <a:lnTo>
                    <a:pt x="366471" y="27736"/>
                  </a:lnTo>
                  <a:lnTo>
                    <a:pt x="370497" y="29667"/>
                  </a:lnTo>
                  <a:lnTo>
                    <a:pt x="376364" y="37388"/>
                  </a:lnTo>
                  <a:lnTo>
                    <a:pt x="377837" y="42773"/>
                  </a:lnTo>
                  <a:lnTo>
                    <a:pt x="377837" y="24079"/>
                  </a:lnTo>
                  <a:lnTo>
                    <a:pt x="372910" y="20269"/>
                  </a:lnTo>
                  <a:lnTo>
                    <a:pt x="368109" y="18821"/>
                  </a:lnTo>
                  <a:lnTo>
                    <a:pt x="357708" y="18821"/>
                  </a:lnTo>
                  <a:lnTo>
                    <a:pt x="344195" y="33528"/>
                  </a:lnTo>
                  <a:lnTo>
                    <a:pt x="344119" y="28943"/>
                  </a:lnTo>
                  <a:lnTo>
                    <a:pt x="344043" y="24765"/>
                  </a:lnTo>
                  <a:lnTo>
                    <a:pt x="343966" y="20269"/>
                  </a:lnTo>
                  <a:lnTo>
                    <a:pt x="335280" y="20269"/>
                  </a:lnTo>
                  <a:lnTo>
                    <a:pt x="335280" y="95897"/>
                  </a:lnTo>
                  <a:lnTo>
                    <a:pt x="344639" y="95897"/>
                  </a:lnTo>
                  <a:lnTo>
                    <a:pt x="344563" y="71615"/>
                  </a:lnTo>
                  <a:lnTo>
                    <a:pt x="344639" y="66497"/>
                  </a:lnTo>
                  <a:lnTo>
                    <a:pt x="344639" y="71755"/>
                  </a:lnTo>
                  <a:lnTo>
                    <a:pt x="345211" y="72771"/>
                  </a:lnTo>
                  <a:lnTo>
                    <a:pt x="348856" y="76479"/>
                  </a:lnTo>
                  <a:lnTo>
                    <a:pt x="351078" y="77927"/>
                  </a:lnTo>
                  <a:lnTo>
                    <a:pt x="356349" y="80010"/>
                  </a:lnTo>
                  <a:lnTo>
                    <a:pt x="359194" y="80530"/>
                  </a:lnTo>
                  <a:lnTo>
                    <a:pt x="368109" y="80530"/>
                  </a:lnTo>
                  <a:lnTo>
                    <a:pt x="372910" y="79082"/>
                  </a:lnTo>
                  <a:lnTo>
                    <a:pt x="380415" y="73291"/>
                  </a:lnTo>
                  <a:lnTo>
                    <a:pt x="381533" y="71755"/>
                  </a:lnTo>
                  <a:lnTo>
                    <a:pt x="381635" y="71615"/>
                  </a:lnTo>
                  <a:lnTo>
                    <a:pt x="383184" y="69507"/>
                  </a:lnTo>
                  <a:lnTo>
                    <a:pt x="386740" y="60147"/>
                  </a:lnTo>
                  <a:lnTo>
                    <a:pt x="387629" y="55092"/>
                  </a:lnTo>
                  <a:lnTo>
                    <a:pt x="387629" y="44259"/>
                  </a:lnTo>
                  <a:close/>
                </a:path>
                <a:path w="652145" h="96519">
                  <a:moveTo>
                    <a:pt x="453466" y="42837"/>
                  </a:moveTo>
                  <a:lnTo>
                    <a:pt x="452462" y="37909"/>
                  </a:lnTo>
                  <a:lnTo>
                    <a:pt x="448005" y="28702"/>
                  </a:lnTo>
                  <a:lnTo>
                    <a:pt x="447154" y="27736"/>
                  </a:lnTo>
                  <a:lnTo>
                    <a:pt x="444868" y="25133"/>
                  </a:lnTo>
                  <a:lnTo>
                    <a:pt x="443776" y="24460"/>
                  </a:lnTo>
                  <a:lnTo>
                    <a:pt x="443776" y="42837"/>
                  </a:lnTo>
                  <a:lnTo>
                    <a:pt x="443776" y="56502"/>
                  </a:lnTo>
                  <a:lnTo>
                    <a:pt x="442277" y="61874"/>
                  </a:lnTo>
                  <a:lnTo>
                    <a:pt x="436257" y="69672"/>
                  </a:lnTo>
                  <a:lnTo>
                    <a:pt x="432041" y="71615"/>
                  </a:lnTo>
                  <a:lnTo>
                    <a:pt x="421195" y="71615"/>
                  </a:lnTo>
                  <a:lnTo>
                    <a:pt x="416991" y="69672"/>
                  </a:lnTo>
                  <a:lnTo>
                    <a:pt x="410972" y="61874"/>
                  </a:lnTo>
                  <a:lnTo>
                    <a:pt x="409473" y="56502"/>
                  </a:lnTo>
                  <a:lnTo>
                    <a:pt x="409473" y="42837"/>
                  </a:lnTo>
                  <a:lnTo>
                    <a:pt x="410845" y="37909"/>
                  </a:lnTo>
                  <a:lnTo>
                    <a:pt x="410972" y="37477"/>
                  </a:lnTo>
                  <a:lnTo>
                    <a:pt x="416991" y="29679"/>
                  </a:lnTo>
                  <a:lnTo>
                    <a:pt x="421195" y="27736"/>
                  </a:lnTo>
                  <a:lnTo>
                    <a:pt x="432041" y="27736"/>
                  </a:lnTo>
                  <a:lnTo>
                    <a:pt x="436257" y="29679"/>
                  </a:lnTo>
                  <a:lnTo>
                    <a:pt x="442277" y="37477"/>
                  </a:lnTo>
                  <a:lnTo>
                    <a:pt x="443776" y="42837"/>
                  </a:lnTo>
                  <a:lnTo>
                    <a:pt x="443776" y="24460"/>
                  </a:lnTo>
                  <a:lnTo>
                    <a:pt x="436778" y="20078"/>
                  </a:lnTo>
                  <a:lnTo>
                    <a:pt x="432041" y="18821"/>
                  </a:lnTo>
                  <a:lnTo>
                    <a:pt x="421195" y="18821"/>
                  </a:lnTo>
                  <a:lnTo>
                    <a:pt x="399770" y="42837"/>
                  </a:lnTo>
                  <a:lnTo>
                    <a:pt x="399783" y="56502"/>
                  </a:lnTo>
                  <a:lnTo>
                    <a:pt x="421195" y="80530"/>
                  </a:lnTo>
                  <a:lnTo>
                    <a:pt x="432041" y="80530"/>
                  </a:lnTo>
                  <a:lnTo>
                    <a:pt x="436778" y="79273"/>
                  </a:lnTo>
                  <a:lnTo>
                    <a:pt x="444868" y="74218"/>
                  </a:lnTo>
                  <a:lnTo>
                    <a:pt x="447141" y="71615"/>
                  </a:lnTo>
                  <a:lnTo>
                    <a:pt x="448005" y="70637"/>
                  </a:lnTo>
                  <a:lnTo>
                    <a:pt x="452462" y="61353"/>
                  </a:lnTo>
                  <a:lnTo>
                    <a:pt x="453453" y="56502"/>
                  </a:lnTo>
                  <a:lnTo>
                    <a:pt x="453466" y="42837"/>
                  </a:lnTo>
                  <a:close/>
                </a:path>
                <a:path w="652145" h="96519">
                  <a:moveTo>
                    <a:pt x="501586" y="0"/>
                  </a:moveTo>
                  <a:lnTo>
                    <a:pt x="491782" y="0"/>
                  </a:lnTo>
                  <a:lnTo>
                    <a:pt x="491782" y="10909"/>
                  </a:lnTo>
                  <a:lnTo>
                    <a:pt x="501586" y="10909"/>
                  </a:lnTo>
                  <a:lnTo>
                    <a:pt x="501586" y="0"/>
                  </a:lnTo>
                  <a:close/>
                </a:path>
                <a:path w="652145" h="96519">
                  <a:moveTo>
                    <a:pt x="522414" y="70954"/>
                  </a:moveTo>
                  <a:lnTo>
                    <a:pt x="502031" y="70954"/>
                  </a:lnTo>
                  <a:lnTo>
                    <a:pt x="502031" y="28397"/>
                  </a:lnTo>
                  <a:lnTo>
                    <a:pt x="502031" y="23837"/>
                  </a:lnTo>
                  <a:lnTo>
                    <a:pt x="502031" y="20154"/>
                  </a:lnTo>
                  <a:lnTo>
                    <a:pt x="470065" y="20154"/>
                  </a:lnTo>
                  <a:lnTo>
                    <a:pt x="470065" y="28397"/>
                  </a:lnTo>
                  <a:lnTo>
                    <a:pt x="492671" y="28397"/>
                  </a:lnTo>
                  <a:lnTo>
                    <a:pt x="492671" y="70954"/>
                  </a:lnTo>
                  <a:lnTo>
                    <a:pt x="468947" y="70954"/>
                  </a:lnTo>
                  <a:lnTo>
                    <a:pt x="468947" y="79197"/>
                  </a:lnTo>
                  <a:lnTo>
                    <a:pt x="522414" y="79197"/>
                  </a:lnTo>
                  <a:lnTo>
                    <a:pt x="522414" y="70954"/>
                  </a:lnTo>
                  <a:close/>
                </a:path>
                <a:path w="652145" h="96519">
                  <a:moveTo>
                    <a:pt x="584352" y="37045"/>
                  </a:moveTo>
                  <a:lnTo>
                    <a:pt x="583565" y="33286"/>
                  </a:lnTo>
                  <a:lnTo>
                    <a:pt x="580694" y="27063"/>
                  </a:lnTo>
                  <a:lnTo>
                    <a:pt x="580453" y="26530"/>
                  </a:lnTo>
                  <a:lnTo>
                    <a:pt x="578167" y="23837"/>
                  </a:lnTo>
                  <a:lnTo>
                    <a:pt x="572147" y="19824"/>
                  </a:lnTo>
                  <a:lnTo>
                    <a:pt x="568388" y="18821"/>
                  </a:lnTo>
                  <a:lnTo>
                    <a:pt x="560806" y="18821"/>
                  </a:lnTo>
                  <a:lnTo>
                    <a:pt x="545033" y="30149"/>
                  </a:lnTo>
                  <a:lnTo>
                    <a:pt x="545033" y="30314"/>
                  </a:lnTo>
                  <a:lnTo>
                    <a:pt x="544766" y="30695"/>
                  </a:lnTo>
                  <a:lnTo>
                    <a:pt x="544804" y="20154"/>
                  </a:lnTo>
                  <a:lnTo>
                    <a:pt x="536232" y="20154"/>
                  </a:lnTo>
                  <a:lnTo>
                    <a:pt x="536232" y="79197"/>
                  </a:lnTo>
                  <a:lnTo>
                    <a:pt x="545592" y="79197"/>
                  </a:lnTo>
                  <a:lnTo>
                    <a:pt x="545592" y="40246"/>
                  </a:lnTo>
                  <a:lnTo>
                    <a:pt x="546315" y="37185"/>
                  </a:lnTo>
                  <a:lnTo>
                    <a:pt x="547471" y="35191"/>
                  </a:lnTo>
                  <a:lnTo>
                    <a:pt x="549211" y="32207"/>
                  </a:lnTo>
                  <a:lnTo>
                    <a:pt x="551154" y="30314"/>
                  </a:lnTo>
                  <a:lnTo>
                    <a:pt x="555840" y="27825"/>
                  </a:lnTo>
                  <a:lnTo>
                    <a:pt x="555586" y="27825"/>
                  </a:lnTo>
                  <a:lnTo>
                    <a:pt x="558800" y="27063"/>
                  </a:lnTo>
                  <a:lnTo>
                    <a:pt x="566305" y="27063"/>
                  </a:lnTo>
                  <a:lnTo>
                    <a:pt x="569607" y="28486"/>
                  </a:lnTo>
                  <a:lnTo>
                    <a:pt x="573913" y="34213"/>
                  </a:lnTo>
                  <a:lnTo>
                    <a:pt x="574992" y="38392"/>
                  </a:lnTo>
                  <a:lnTo>
                    <a:pt x="574992" y="79197"/>
                  </a:lnTo>
                  <a:lnTo>
                    <a:pt x="584352" y="79197"/>
                  </a:lnTo>
                  <a:lnTo>
                    <a:pt x="584352" y="37045"/>
                  </a:lnTo>
                  <a:close/>
                </a:path>
                <a:path w="652145" h="96519">
                  <a:moveTo>
                    <a:pt x="651624" y="20154"/>
                  </a:moveTo>
                  <a:lnTo>
                    <a:pt x="628129" y="20154"/>
                  </a:lnTo>
                  <a:lnTo>
                    <a:pt x="628129" y="6350"/>
                  </a:lnTo>
                  <a:lnTo>
                    <a:pt x="618769" y="6350"/>
                  </a:lnTo>
                  <a:lnTo>
                    <a:pt x="618769" y="20154"/>
                  </a:lnTo>
                  <a:lnTo>
                    <a:pt x="599274" y="20154"/>
                  </a:lnTo>
                  <a:lnTo>
                    <a:pt x="599274" y="28397"/>
                  </a:lnTo>
                  <a:lnTo>
                    <a:pt x="618769" y="28397"/>
                  </a:lnTo>
                  <a:lnTo>
                    <a:pt x="618769" y="68427"/>
                  </a:lnTo>
                  <a:lnTo>
                    <a:pt x="620179" y="72504"/>
                  </a:lnTo>
                  <a:lnTo>
                    <a:pt x="625830" y="77851"/>
                  </a:lnTo>
                  <a:lnTo>
                    <a:pt x="630097" y="79197"/>
                  </a:lnTo>
                  <a:lnTo>
                    <a:pt x="651624" y="79197"/>
                  </a:lnTo>
                  <a:lnTo>
                    <a:pt x="651624" y="70954"/>
                  </a:lnTo>
                  <a:lnTo>
                    <a:pt x="633209" y="70954"/>
                  </a:lnTo>
                  <a:lnTo>
                    <a:pt x="631278" y="70294"/>
                  </a:lnTo>
                  <a:lnTo>
                    <a:pt x="628764" y="67703"/>
                  </a:lnTo>
                  <a:lnTo>
                    <a:pt x="628129" y="65671"/>
                  </a:lnTo>
                  <a:lnTo>
                    <a:pt x="628129" y="28397"/>
                  </a:lnTo>
                  <a:lnTo>
                    <a:pt x="651624" y="28397"/>
                  </a:lnTo>
                  <a:lnTo>
                    <a:pt x="651624" y="2015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547776" y="3070506"/>
              <a:ext cx="317461" cy="80534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7943211" y="3112834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5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479990" y="3255079"/>
              <a:ext cx="182233" cy="74185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746881" y="3248841"/>
              <a:ext cx="717351" cy="8042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7499878" y="3314339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6014" y="13588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5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616170" y="3255079"/>
              <a:ext cx="182233" cy="7418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479545" y="3426955"/>
              <a:ext cx="452243" cy="9590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7015327" y="3445789"/>
              <a:ext cx="498475" cy="62230"/>
            </a:xfrm>
            <a:custGeom>
              <a:avLst/>
              <a:gdLst/>
              <a:ahLst/>
              <a:cxnLst/>
              <a:rect l="l" t="t" r="r" b="b"/>
              <a:pathLst>
                <a:path w="498475" h="62229">
                  <a:moveTo>
                    <a:pt x="50126" y="1333"/>
                  </a:moveTo>
                  <a:lnTo>
                    <a:pt x="33743" y="1333"/>
                  </a:lnTo>
                  <a:lnTo>
                    <a:pt x="30365" y="2578"/>
                  </a:lnTo>
                  <a:lnTo>
                    <a:pt x="25323" y="7556"/>
                  </a:lnTo>
                  <a:lnTo>
                    <a:pt x="23761" y="11353"/>
                  </a:lnTo>
                  <a:lnTo>
                    <a:pt x="23799" y="12674"/>
                  </a:lnTo>
                  <a:lnTo>
                    <a:pt x="23736" y="11531"/>
                  </a:lnTo>
                  <a:lnTo>
                    <a:pt x="23634" y="9575"/>
                  </a:lnTo>
                  <a:lnTo>
                    <a:pt x="23368" y="5003"/>
                  </a:lnTo>
                  <a:lnTo>
                    <a:pt x="23241" y="2578"/>
                  </a:lnTo>
                  <a:lnTo>
                    <a:pt x="23164" y="1333"/>
                  </a:lnTo>
                  <a:lnTo>
                    <a:pt x="0" y="1333"/>
                  </a:lnTo>
                  <a:lnTo>
                    <a:pt x="0" y="9575"/>
                  </a:lnTo>
                  <a:lnTo>
                    <a:pt x="15367" y="9575"/>
                  </a:lnTo>
                  <a:lnTo>
                    <a:pt x="15367" y="52120"/>
                  </a:lnTo>
                  <a:lnTo>
                    <a:pt x="0" y="52120"/>
                  </a:lnTo>
                  <a:lnTo>
                    <a:pt x="0" y="60363"/>
                  </a:lnTo>
                  <a:lnTo>
                    <a:pt x="43434" y="60363"/>
                  </a:lnTo>
                  <a:lnTo>
                    <a:pt x="43434" y="56578"/>
                  </a:lnTo>
                  <a:lnTo>
                    <a:pt x="43434" y="52120"/>
                  </a:lnTo>
                  <a:lnTo>
                    <a:pt x="24726" y="52120"/>
                  </a:lnTo>
                  <a:lnTo>
                    <a:pt x="24726" y="21463"/>
                  </a:lnTo>
                  <a:lnTo>
                    <a:pt x="35191" y="9804"/>
                  </a:lnTo>
                  <a:lnTo>
                    <a:pt x="50126" y="9804"/>
                  </a:lnTo>
                  <a:lnTo>
                    <a:pt x="50126" y="1333"/>
                  </a:lnTo>
                  <a:close/>
                </a:path>
                <a:path w="498475" h="62229">
                  <a:moveTo>
                    <a:pt x="116624" y="24358"/>
                  </a:moveTo>
                  <a:lnTo>
                    <a:pt x="115760" y="20015"/>
                  </a:lnTo>
                  <a:lnTo>
                    <a:pt x="115709" y="19786"/>
                  </a:lnTo>
                  <a:lnTo>
                    <a:pt x="115595" y="19189"/>
                  </a:lnTo>
                  <a:lnTo>
                    <a:pt x="106375" y="5054"/>
                  </a:lnTo>
                  <a:lnTo>
                    <a:pt x="106375" y="25501"/>
                  </a:lnTo>
                  <a:lnTo>
                    <a:pt x="73621" y="25501"/>
                  </a:lnTo>
                  <a:lnTo>
                    <a:pt x="74447" y="20015"/>
                  </a:lnTo>
                  <a:lnTo>
                    <a:pt x="76314" y="15875"/>
                  </a:lnTo>
                  <a:lnTo>
                    <a:pt x="82181" y="10299"/>
                  </a:lnTo>
                  <a:lnTo>
                    <a:pt x="85915" y="8902"/>
                  </a:lnTo>
                  <a:lnTo>
                    <a:pt x="94830" y="8902"/>
                  </a:lnTo>
                  <a:lnTo>
                    <a:pt x="106286" y="24358"/>
                  </a:lnTo>
                  <a:lnTo>
                    <a:pt x="106375" y="25501"/>
                  </a:lnTo>
                  <a:lnTo>
                    <a:pt x="106375" y="5054"/>
                  </a:lnTo>
                  <a:lnTo>
                    <a:pt x="100228" y="1282"/>
                  </a:lnTo>
                  <a:lnTo>
                    <a:pt x="100380" y="1282"/>
                  </a:lnTo>
                  <a:lnTo>
                    <a:pt x="95567" y="0"/>
                  </a:lnTo>
                  <a:lnTo>
                    <a:pt x="85026" y="0"/>
                  </a:lnTo>
                  <a:lnTo>
                    <a:pt x="63830" y="37084"/>
                  </a:lnTo>
                  <a:lnTo>
                    <a:pt x="64922" y="42532"/>
                  </a:lnTo>
                  <a:lnTo>
                    <a:pt x="85318" y="61709"/>
                  </a:lnTo>
                  <a:lnTo>
                    <a:pt x="97129" y="61709"/>
                  </a:lnTo>
                  <a:lnTo>
                    <a:pt x="102425" y="60020"/>
                  </a:lnTo>
                  <a:lnTo>
                    <a:pt x="111112" y="53263"/>
                  </a:lnTo>
                  <a:lnTo>
                    <a:pt x="111429" y="52793"/>
                  </a:lnTo>
                  <a:lnTo>
                    <a:pt x="114058" y="48933"/>
                  </a:lnTo>
                  <a:lnTo>
                    <a:pt x="115620" y="43662"/>
                  </a:lnTo>
                  <a:lnTo>
                    <a:pt x="105600" y="42875"/>
                  </a:lnTo>
                  <a:lnTo>
                    <a:pt x="104635" y="45847"/>
                  </a:lnTo>
                  <a:lnTo>
                    <a:pt x="102908" y="48247"/>
                  </a:lnTo>
                  <a:lnTo>
                    <a:pt x="97929" y="51879"/>
                  </a:lnTo>
                  <a:lnTo>
                    <a:pt x="94754" y="52793"/>
                  </a:lnTo>
                  <a:lnTo>
                    <a:pt x="85763" y="52793"/>
                  </a:lnTo>
                  <a:lnTo>
                    <a:pt x="81699" y="51193"/>
                  </a:lnTo>
                  <a:lnTo>
                    <a:pt x="75692" y="44805"/>
                  </a:lnTo>
                  <a:lnTo>
                    <a:pt x="74002" y="40055"/>
                  </a:lnTo>
                  <a:lnTo>
                    <a:pt x="73621" y="33743"/>
                  </a:lnTo>
                  <a:lnTo>
                    <a:pt x="116624" y="33743"/>
                  </a:lnTo>
                  <a:lnTo>
                    <a:pt x="116624" y="25501"/>
                  </a:lnTo>
                  <a:lnTo>
                    <a:pt x="116624" y="24358"/>
                  </a:lnTo>
                  <a:close/>
                </a:path>
                <a:path w="498475" h="62229">
                  <a:moveTo>
                    <a:pt x="177114" y="23495"/>
                  </a:moveTo>
                  <a:lnTo>
                    <a:pt x="137007" y="23495"/>
                  </a:lnTo>
                  <a:lnTo>
                    <a:pt x="137007" y="32296"/>
                  </a:lnTo>
                  <a:lnTo>
                    <a:pt x="177114" y="32296"/>
                  </a:lnTo>
                  <a:lnTo>
                    <a:pt x="177114" y="23495"/>
                  </a:lnTo>
                  <a:close/>
                </a:path>
                <a:path w="498475" h="62229">
                  <a:moveTo>
                    <a:pt x="250621" y="1333"/>
                  </a:moveTo>
                  <a:lnTo>
                    <a:pt x="234251" y="1333"/>
                  </a:lnTo>
                  <a:lnTo>
                    <a:pt x="230873" y="2578"/>
                  </a:lnTo>
                  <a:lnTo>
                    <a:pt x="225818" y="7556"/>
                  </a:lnTo>
                  <a:lnTo>
                    <a:pt x="224269" y="11353"/>
                  </a:lnTo>
                  <a:lnTo>
                    <a:pt x="224307" y="12674"/>
                  </a:lnTo>
                  <a:lnTo>
                    <a:pt x="224243" y="11531"/>
                  </a:lnTo>
                  <a:lnTo>
                    <a:pt x="224129" y="9575"/>
                  </a:lnTo>
                  <a:lnTo>
                    <a:pt x="223875" y="5003"/>
                  </a:lnTo>
                  <a:lnTo>
                    <a:pt x="223735" y="2578"/>
                  </a:lnTo>
                  <a:lnTo>
                    <a:pt x="223672" y="1333"/>
                  </a:lnTo>
                  <a:lnTo>
                    <a:pt x="200494" y="1333"/>
                  </a:lnTo>
                  <a:lnTo>
                    <a:pt x="200494" y="9575"/>
                  </a:lnTo>
                  <a:lnTo>
                    <a:pt x="215874" y="9575"/>
                  </a:lnTo>
                  <a:lnTo>
                    <a:pt x="215874" y="52120"/>
                  </a:lnTo>
                  <a:lnTo>
                    <a:pt x="200494" y="52120"/>
                  </a:lnTo>
                  <a:lnTo>
                    <a:pt x="200494" y="60363"/>
                  </a:lnTo>
                  <a:lnTo>
                    <a:pt x="243941" y="60363"/>
                  </a:lnTo>
                  <a:lnTo>
                    <a:pt x="243941" y="56578"/>
                  </a:lnTo>
                  <a:lnTo>
                    <a:pt x="243941" y="52120"/>
                  </a:lnTo>
                  <a:lnTo>
                    <a:pt x="225234" y="52120"/>
                  </a:lnTo>
                  <a:lnTo>
                    <a:pt x="225234" y="21463"/>
                  </a:lnTo>
                  <a:lnTo>
                    <a:pt x="235699" y="9804"/>
                  </a:lnTo>
                  <a:lnTo>
                    <a:pt x="250621" y="9804"/>
                  </a:lnTo>
                  <a:lnTo>
                    <a:pt x="250621" y="1333"/>
                  </a:lnTo>
                  <a:close/>
                </a:path>
                <a:path w="498475" h="62229">
                  <a:moveTo>
                    <a:pt x="313448" y="1333"/>
                  </a:moveTo>
                  <a:lnTo>
                    <a:pt x="304088" y="1333"/>
                  </a:lnTo>
                  <a:lnTo>
                    <a:pt x="304088" y="41808"/>
                  </a:lnTo>
                  <a:lnTo>
                    <a:pt x="302806" y="45783"/>
                  </a:lnTo>
                  <a:lnTo>
                    <a:pt x="302755" y="45948"/>
                  </a:lnTo>
                  <a:lnTo>
                    <a:pt x="297408" y="51955"/>
                  </a:lnTo>
                  <a:lnTo>
                    <a:pt x="293776" y="53467"/>
                  </a:lnTo>
                  <a:lnTo>
                    <a:pt x="284937" y="53467"/>
                  </a:lnTo>
                  <a:lnTo>
                    <a:pt x="281800" y="52108"/>
                  </a:lnTo>
                  <a:lnTo>
                    <a:pt x="277710" y="46685"/>
                  </a:lnTo>
                  <a:lnTo>
                    <a:pt x="276694" y="42468"/>
                  </a:lnTo>
                  <a:lnTo>
                    <a:pt x="276694" y="1333"/>
                  </a:lnTo>
                  <a:lnTo>
                    <a:pt x="267335" y="1333"/>
                  </a:lnTo>
                  <a:lnTo>
                    <a:pt x="267462" y="46685"/>
                  </a:lnTo>
                  <a:lnTo>
                    <a:pt x="280733" y="61709"/>
                  </a:lnTo>
                  <a:lnTo>
                    <a:pt x="291655" y="61709"/>
                  </a:lnTo>
                  <a:lnTo>
                    <a:pt x="295846" y="60388"/>
                  </a:lnTo>
                  <a:lnTo>
                    <a:pt x="302539" y="55118"/>
                  </a:lnTo>
                  <a:lnTo>
                    <a:pt x="303530" y="53467"/>
                  </a:lnTo>
                  <a:lnTo>
                    <a:pt x="304355" y="52108"/>
                  </a:lnTo>
                  <a:lnTo>
                    <a:pt x="304444" y="51955"/>
                  </a:lnTo>
                  <a:lnTo>
                    <a:pt x="304533" y="45783"/>
                  </a:lnTo>
                  <a:lnTo>
                    <a:pt x="304533" y="51816"/>
                  </a:lnTo>
                  <a:lnTo>
                    <a:pt x="304533" y="60388"/>
                  </a:lnTo>
                  <a:lnTo>
                    <a:pt x="313448" y="60388"/>
                  </a:lnTo>
                  <a:lnTo>
                    <a:pt x="313448" y="45783"/>
                  </a:lnTo>
                  <a:lnTo>
                    <a:pt x="313448" y="1333"/>
                  </a:lnTo>
                  <a:close/>
                </a:path>
                <a:path w="498475" h="62229">
                  <a:moveTo>
                    <a:pt x="381622" y="18224"/>
                  </a:moveTo>
                  <a:lnTo>
                    <a:pt x="380834" y="14452"/>
                  </a:lnTo>
                  <a:lnTo>
                    <a:pt x="377964" y="8242"/>
                  </a:lnTo>
                  <a:lnTo>
                    <a:pt x="377723" y="7696"/>
                  </a:lnTo>
                  <a:lnTo>
                    <a:pt x="375437" y="5003"/>
                  </a:lnTo>
                  <a:lnTo>
                    <a:pt x="369417" y="1003"/>
                  </a:lnTo>
                  <a:lnTo>
                    <a:pt x="365658" y="0"/>
                  </a:lnTo>
                  <a:lnTo>
                    <a:pt x="358076" y="0"/>
                  </a:lnTo>
                  <a:lnTo>
                    <a:pt x="342303" y="11328"/>
                  </a:lnTo>
                  <a:lnTo>
                    <a:pt x="342303" y="11493"/>
                  </a:lnTo>
                  <a:lnTo>
                    <a:pt x="342036" y="11874"/>
                  </a:lnTo>
                  <a:lnTo>
                    <a:pt x="342074" y="1333"/>
                  </a:lnTo>
                  <a:lnTo>
                    <a:pt x="333502" y="1333"/>
                  </a:lnTo>
                  <a:lnTo>
                    <a:pt x="333502" y="60363"/>
                  </a:lnTo>
                  <a:lnTo>
                    <a:pt x="342861" y="60363"/>
                  </a:lnTo>
                  <a:lnTo>
                    <a:pt x="342861" y="21424"/>
                  </a:lnTo>
                  <a:lnTo>
                    <a:pt x="343585" y="18351"/>
                  </a:lnTo>
                  <a:lnTo>
                    <a:pt x="344741" y="16370"/>
                  </a:lnTo>
                  <a:lnTo>
                    <a:pt x="346481" y="13385"/>
                  </a:lnTo>
                  <a:lnTo>
                    <a:pt x="348424" y="11493"/>
                  </a:lnTo>
                  <a:lnTo>
                    <a:pt x="353110" y="9004"/>
                  </a:lnTo>
                  <a:lnTo>
                    <a:pt x="352856" y="9004"/>
                  </a:lnTo>
                  <a:lnTo>
                    <a:pt x="356069" y="8242"/>
                  </a:lnTo>
                  <a:lnTo>
                    <a:pt x="363575" y="8242"/>
                  </a:lnTo>
                  <a:lnTo>
                    <a:pt x="366877" y="9664"/>
                  </a:lnTo>
                  <a:lnTo>
                    <a:pt x="371182" y="15392"/>
                  </a:lnTo>
                  <a:lnTo>
                    <a:pt x="372262" y="19558"/>
                  </a:lnTo>
                  <a:lnTo>
                    <a:pt x="372262" y="60363"/>
                  </a:lnTo>
                  <a:lnTo>
                    <a:pt x="381622" y="60363"/>
                  </a:lnTo>
                  <a:lnTo>
                    <a:pt x="381622" y="18224"/>
                  </a:lnTo>
                  <a:close/>
                </a:path>
                <a:path w="498475" h="62229">
                  <a:moveTo>
                    <a:pt x="448894" y="41732"/>
                  </a:moveTo>
                  <a:lnTo>
                    <a:pt x="422160" y="26809"/>
                  </a:lnTo>
                  <a:lnTo>
                    <a:pt x="419303" y="26149"/>
                  </a:lnTo>
                  <a:lnTo>
                    <a:pt x="414997" y="24739"/>
                  </a:lnTo>
                  <a:lnTo>
                    <a:pt x="413435" y="23799"/>
                  </a:lnTo>
                  <a:lnTo>
                    <a:pt x="411505" y="21424"/>
                  </a:lnTo>
                  <a:lnTo>
                    <a:pt x="411022" y="19824"/>
                  </a:lnTo>
                  <a:lnTo>
                    <a:pt x="411022" y="15290"/>
                  </a:lnTo>
                  <a:lnTo>
                    <a:pt x="412064" y="13182"/>
                  </a:lnTo>
                  <a:lnTo>
                    <a:pt x="416229" y="9766"/>
                  </a:lnTo>
                  <a:lnTo>
                    <a:pt x="419417" y="8902"/>
                  </a:lnTo>
                  <a:lnTo>
                    <a:pt x="426402" y="8902"/>
                  </a:lnTo>
                  <a:lnTo>
                    <a:pt x="437984" y="19596"/>
                  </a:lnTo>
                  <a:lnTo>
                    <a:pt x="447789" y="18935"/>
                  </a:lnTo>
                  <a:lnTo>
                    <a:pt x="428739" y="0"/>
                  </a:lnTo>
                  <a:lnTo>
                    <a:pt x="419011" y="0"/>
                  </a:lnTo>
                  <a:lnTo>
                    <a:pt x="401447" y="14401"/>
                  </a:lnTo>
                  <a:lnTo>
                    <a:pt x="401447" y="21005"/>
                  </a:lnTo>
                  <a:lnTo>
                    <a:pt x="428028" y="36385"/>
                  </a:lnTo>
                  <a:lnTo>
                    <a:pt x="431304" y="37147"/>
                  </a:lnTo>
                  <a:lnTo>
                    <a:pt x="435749" y="38709"/>
                  </a:lnTo>
                  <a:lnTo>
                    <a:pt x="437273" y="39649"/>
                  </a:lnTo>
                  <a:lnTo>
                    <a:pt x="438912" y="41884"/>
                  </a:lnTo>
                  <a:lnTo>
                    <a:pt x="439318" y="43294"/>
                  </a:lnTo>
                  <a:lnTo>
                    <a:pt x="439318" y="47675"/>
                  </a:lnTo>
                  <a:lnTo>
                    <a:pt x="438111" y="49644"/>
                  </a:lnTo>
                  <a:lnTo>
                    <a:pt x="433285" y="52158"/>
                  </a:lnTo>
                  <a:lnTo>
                    <a:pt x="429895" y="52793"/>
                  </a:lnTo>
                  <a:lnTo>
                    <a:pt x="420827" y="52793"/>
                  </a:lnTo>
                  <a:lnTo>
                    <a:pt x="417169" y="51752"/>
                  </a:lnTo>
                  <a:lnTo>
                    <a:pt x="411899" y="47599"/>
                  </a:lnTo>
                  <a:lnTo>
                    <a:pt x="410286" y="44742"/>
                  </a:lnTo>
                  <a:lnTo>
                    <a:pt x="409689" y="41097"/>
                  </a:lnTo>
                  <a:lnTo>
                    <a:pt x="399884" y="41770"/>
                  </a:lnTo>
                  <a:lnTo>
                    <a:pt x="420382" y="61709"/>
                  </a:lnTo>
                  <a:lnTo>
                    <a:pt x="425513" y="61709"/>
                  </a:lnTo>
                  <a:lnTo>
                    <a:pt x="429958" y="61709"/>
                  </a:lnTo>
                  <a:lnTo>
                    <a:pt x="448894" y="48488"/>
                  </a:lnTo>
                  <a:lnTo>
                    <a:pt x="448894" y="41732"/>
                  </a:lnTo>
                  <a:close/>
                </a:path>
                <a:path w="498475" h="62229">
                  <a:moveTo>
                    <a:pt x="498132" y="46774"/>
                  </a:moveTo>
                  <a:lnTo>
                    <a:pt x="484327" y="46774"/>
                  </a:lnTo>
                  <a:lnTo>
                    <a:pt x="484327" y="60363"/>
                  </a:lnTo>
                  <a:lnTo>
                    <a:pt x="498132" y="60363"/>
                  </a:lnTo>
                  <a:lnTo>
                    <a:pt x="498132" y="4677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610154" y="3426955"/>
              <a:ext cx="391869" cy="95906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480658" y="3605290"/>
              <a:ext cx="383961" cy="80424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945155" y="3605178"/>
              <a:ext cx="453358" cy="9724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7432820" y="367078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231728" y="2063647"/>
              <a:ext cx="1904770" cy="2450582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556950" y="4647901"/>
            <a:ext cx="4723130" cy="434975"/>
            <a:chOff x="556950" y="4647901"/>
            <a:chExt cx="4723130" cy="434975"/>
          </a:xfrm>
        </p:grpSpPr>
        <p:sp>
          <p:nvSpPr>
            <p:cNvPr id="109" name="object 109"/>
            <p:cNvSpPr/>
            <p:nvPr/>
          </p:nvSpPr>
          <p:spPr>
            <a:xfrm>
              <a:off x="568089" y="4647901"/>
              <a:ext cx="4712335" cy="434975"/>
            </a:xfrm>
            <a:custGeom>
              <a:avLst/>
              <a:gdLst/>
              <a:ahLst/>
              <a:cxnLst/>
              <a:rect l="l" t="t" r="r" b="b"/>
              <a:pathLst>
                <a:path w="4712335" h="434975">
                  <a:moveTo>
                    <a:pt x="4682815" y="0"/>
                  </a:moveTo>
                  <a:lnTo>
                    <a:pt x="0" y="0"/>
                  </a:lnTo>
                  <a:lnTo>
                    <a:pt x="0" y="434421"/>
                  </a:lnTo>
                  <a:lnTo>
                    <a:pt x="4682815" y="434418"/>
                  </a:lnTo>
                  <a:lnTo>
                    <a:pt x="4711800" y="405434"/>
                  </a:lnTo>
                  <a:lnTo>
                    <a:pt x="4711800" y="28986"/>
                  </a:lnTo>
                  <a:lnTo>
                    <a:pt x="4682815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56950" y="4647901"/>
              <a:ext cx="22860" cy="434975"/>
            </a:xfrm>
            <a:custGeom>
              <a:avLst/>
              <a:gdLst/>
              <a:ahLst/>
              <a:cxnLst/>
              <a:rect l="l" t="t" r="r" b="b"/>
              <a:pathLst>
                <a:path w="22859" h="434975">
                  <a:moveTo>
                    <a:pt x="22277" y="0"/>
                  </a:moveTo>
                  <a:lnTo>
                    <a:pt x="0" y="0"/>
                  </a:lnTo>
                  <a:lnTo>
                    <a:pt x="0" y="434421"/>
                  </a:lnTo>
                  <a:lnTo>
                    <a:pt x="22277" y="434421"/>
                  </a:lnTo>
                  <a:lnTo>
                    <a:pt x="22277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83935" y="4752607"/>
              <a:ext cx="324363" cy="80424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88052" y="4751494"/>
              <a:ext cx="702972" cy="81537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888061" y="4750826"/>
              <a:ext cx="188137" cy="82651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421704" y="4752497"/>
              <a:ext cx="387109" cy="80534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911513" y="4750828"/>
              <a:ext cx="1367155" cy="97790"/>
            </a:xfrm>
            <a:custGeom>
              <a:avLst/>
              <a:gdLst/>
              <a:ahLst/>
              <a:cxnLst/>
              <a:rect l="l" t="t" r="r" b="b"/>
              <a:pathLst>
                <a:path w="1367154" h="97789">
                  <a:moveTo>
                    <a:pt x="13804" y="40220"/>
                  </a:moveTo>
                  <a:lnTo>
                    <a:pt x="0" y="40220"/>
                  </a:lnTo>
                  <a:lnTo>
                    <a:pt x="0" y="53809"/>
                  </a:lnTo>
                  <a:lnTo>
                    <a:pt x="13804" y="53809"/>
                  </a:lnTo>
                  <a:lnTo>
                    <a:pt x="13804" y="40220"/>
                  </a:lnTo>
                  <a:close/>
                </a:path>
                <a:path w="1367154" h="97789">
                  <a:moveTo>
                    <a:pt x="169087" y="54813"/>
                  </a:moveTo>
                  <a:lnTo>
                    <a:pt x="158953" y="54254"/>
                  </a:lnTo>
                  <a:lnTo>
                    <a:pt x="157835" y="60566"/>
                  </a:lnTo>
                  <a:lnTo>
                    <a:pt x="155676" y="65316"/>
                  </a:lnTo>
                  <a:lnTo>
                    <a:pt x="149301" y="71704"/>
                  </a:lnTo>
                  <a:lnTo>
                    <a:pt x="145402" y="73291"/>
                  </a:lnTo>
                  <a:lnTo>
                    <a:pt x="136563" y="73291"/>
                  </a:lnTo>
                  <a:lnTo>
                    <a:pt x="121412" y="48196"/>
                  </a:lnTo>
                  <a:lnTo>
                    <a:pt x="121412" y="34607"/>
                  </a:lnTo>
                  <a:lnTo>
                    <a:pt x="136563" y="9359"/>
                  </a:lnTo>
                  <a:lnTo>
                    <a:pt x="144945" y="9359"/>
                  </a:lnTo>
                  <a:lnTo>
                    <a:pt x="148577" y="10807"/>
                  </a:lnTo>
                  <a:lnTo>
                    <a:pt x="154736" y="16598"/>
                  </a:lnTo>
                  <a:lnTo>
                    <a:pt x="156908" y="20904"/>
                  </a:lnTo>
                  <a:lnTo>
                    <a:pt x="158165" y="26619"/>
                  </a:lnTo>
                  <a:lnTo>
                    <a:pt x="168414" y="25958"/>
                  </a:lnTo>
                  <a:lnTo>
                    <a:pt x="166789" y="17792"/>
                  </a:lnTo>
                  <a:lnTo>
                    <a:pt x="163512" y="11417"/>
                  </a:lnTo>
                  <a:lnTo>
                    <a:pt x="153708" y="2286"/>
                  </a:lnTo>
                  <a:lnTo>
                    <a:pt x="147777" y="0"/>
                  </a:lnTo>
                  <a:lnTo>
                    <a:pt x="134480" y="0"/>
                  </a:lnTo>
                  <a:lnTo>
                    <a:pt x="111391" y="32905"/>
                  </a:lnTo>
                  <a:lnTo>
                    <a:pt x="111391" y="49911"/>
                  </a:lnTo>
                  <a:lnTo>
                    <a:pt x="134480" y="82651"/>
                  </a:lnTo>
                  <a:lnTo>
                    <a:pt x="140792" y="82651"/>
                  </a:lnTo>
                  <a:lnTo>
                    <a:pt x="148297" y="82651"/>
                  </a:lnTo>
                  <a:lnTo>
                    <a:pt x="154533" y="80187"/>
                  </a:lnTo>
                  <a:lnTo>
                    <a:pt x="164477" y="70307"/>
                  </a:lnTo>
                  <a:lnTo>
                    <a:pt x="167678" y="63500"/>
                  </a:lnTo>
                  <a:lnTo>
                    <a:pt x="169087" y="54813"/>
                  </a:lnTo>
                  <a:close/>
                </a:path>
                <a:path w="1367154" h="97789">
                  <a:moveTo>
                    <a:pt x="231914" y="38506"/>
                  </a:moveTo>
                  <a:lnTo>
                    <a:pt x="231190" y="34874"/>
                  </a:lnTo>
                  <a:lnTo>
                    <a:pt x="231152" y="34645"/>
                  </a:lnTo>
                  <a:lnTo>
                    <a:pt x="228498" y="28740"/>
                  </a:lnTo>
                  <a:lnTo>
                    <a:pt x="228104" y="27863"/>
                  </a:lnTo>
                  <a:lnTo>
                    <a:pt x="225882" y="25234"/>
                  </a:lnTo>
                  <a:lnTo>
                    <a:pt x="220014" y="21450"/>
                  </a:lnTo>
                  <a:lnTo>
                    <a:pt x="216420" y="20497"/>
                  </a:lnTo>
                  <a:lnTo>
                    <a:pt x="209143" y="20497"/>
                  </a:lnTo>
                  <a:lnTo>
                    <a:pt x="194487" y="30594"/>
                  </a:lnTo>
                  <a:lnTo>
                    <a:pt x="194487" y="1790"/>
                  </a:lnTo>
                  <a:lnTo>
                    <a:pt x="185127" y="1790"/>
                  </a:lnTo>
                  <a:lnTo>
                    <a:pt x="185127" y="80873"/>
                  </a:lnTo>
                  <a:lnTo>
                    <a:pt x="194487" y="80873"/>
                  </a:lnTo>
                  <a:lnTo>
                    <a:pt x="194602" y="39839"/>
                  </a:lnTo>
                  <a:lnTo>
                    <a:pt x="195910" y="35979"/>
                  </a:lnTo>
                  <a:lnTo>
                    <a:pt x="197015" y="34874"/>
                  </a:lnTo>
                  <a:lnTo>
                    <a:pt x="201625" y="30187"/>
                  </a:lnTo>
                  <a:lnTo>
                    <a:pt x="205435" y="28740"/>
                  </a:lnTo>
                  <a:lnTo>
                    <a:pt x="214350" y="28740"/>
                  </a:lnTo>
                  <a:lnTo>
                    <a:pt x="217500" y="30187"/>
                  </a:lnTo>
                  <a:lnTo>
                    <a:pt x="221526" y="35610"/>
                  </a:lnTo>
                  <a:lnTo>
                    <a:pt x="222554" y="39839"/>
                  </a:lnTo>
                  <a:lnTo>
                    <a:pt x="222554" y="80873"/>
                  </a:lnTo>
                  <a:lnTo>
                    <a:pt x="231914" y="80873"/>
                  </a:lnTo>
                  <a:lnTo>
                    <a:pt x="231914" y="38506"/>
                  </a:lnTo>
                  <a:close/>
                </a:path>
                <a:path w="1367154" h="97789">
                  <a:moveTo>
                    <a:pt x="300634" y="44856"/>
                  </a:moveTo>
                  <a:lnTo>
                    <a:pt x="299770" y="40513"/>
                  </a:lnTo>
                  <a:lnTo>
                    <a:pt x="299732" y="40284"/>
                  </a:lnTo>
                  <a:lnTo>
                    <a:pt x="299605" y="39700"/>
                  </a:lnTo>
                  <a:lnTo>
                    <a:pt x="299529" y="39255"/>
                  </a:lnTo>
                  <a:lnTo>
                    <a:pt x="295071" y="30035"/>
                  </a:lnTo>
                  <a:lnTo>
                    <a:pt x="294513" y="29413"/>
                  </a:lnTo>
                  <a:lnTo>
                    <a:pt x="291985" y="26530"/>
                  </a:lnTo>
                  <a:lnTo>
                    <a:pt x="290385" y="25552"/>
                  </a:lnTo>
                  <a:lnTo>
                    <a:pt x="290385" y="46012"/>
                  </a:lnTo>
                  <a:lnTo>
                    <a:pt x="257644" y="46012"/>
                  </a:lnTo>
                  <a:lnTo>
                    <a:pt x="258457" y="40513"/>
                  </a:lnTo>
                  <a:lnTo>
                    <a:pt x="260337" y="36372"/>
                  </a:lnTo>
                  <a:lnTo>
                    <a:pt x="266204" y="30797"/>
                  </a:lnTo>
                  <a:lnTo>
                    <a:pt x="269925" y="29413"/>
                  </a:lnTo>
                  <a:lnTo>
                    <a:pt x="278841" y="29413"/>
                  </a:lnTo>
                  <a:lnTo>
                    <a:pt x="290385" y="46012"/>
                  </a:lnTo>
                  <a:lnTo>
                    <a:pt x="290385" y="25552"/>
                  </a:lnTo>
                  <a:lnTo>
                    <a:pt x="284238" y="21780"/>
                  </a:lnTo>
                  <a:lnTo>
                    <a:pt x="284391" y="21780"/>
                  </a:lnTo>
                  <a:lnTo>
                    <a:pt x="279590" y="20497"/>
                  </a:lnTo>
                  <a:lnTo>
                    <a:pt x="269036" y="20497"/>
                  </a:lnTo>
                  <a:lnTo>
                    <a:pt x="264337" y="21780"/>
                  </a:lnTo>
                  <a:lnTo>
                    <a:pt x="247840" y="57594"/>
                  </a:lnTo>
                  <a:lnTo>
                    <a:pt x="248932" y="63030"/>
                  </a:lnTo>
                  <a:lnTo>
                    <a:pt x="269341" y="82207"/>
                  </a:lnTo>
                  <a:lnTo>
                    <a:pt x="281139" y="82207"/>
                  </a:lnTo>
                  <a:lnTo>
                    <a:pt x="286435" y="80518"/>
                  </a:lnTo>
                  <a:lnTo>
                    <a:pt x="295122" y="73761"/>
                  </a:lnTo>
                  <a:lnTo>
                    <a:pt x="295440" y="73291"/>
                  </a:lnTo>
                  <a:lnTo>
                    <a:pt x="298081" y="69430"/>
                  </a:lnTo>
                  <a:lnTo>
                    <a:pt x="299631" y="64160"/>
                  </a:lnTo>
                  <a:lnTo>
                    <a:pt x="289610" y="63385"/>
                  </a:lnTo>
                  <a:lnTo>
                    <a:pt x="288645" y="66357"/>
                  </a:lnTo>
                  <a:lnTo>
                    <a:pt x="286918" y="68745"/>
                  </a:lnTo>
                  <a:lnTo>
                    <a:pt x="281940" y="72390"/>
                  </a:lnTo>
                  <a:lnTo>
                    <a:pt x="278765" y="73291"/>
                  </a:lnTo>
                  <a:lnTo>
                    <a:pt x="269786" y="73291"/>
                  </a:lnTo>
                  <a:lnTo>
                    <a:pt x="265722" y="71704"/>
                  </a:lnTo>
                  <a:lnTo>
                    <a:pt x="259702" y="65316"/>
                  </a:lnTo>
                  <a:lnTo>
                    <a:pt x="258013" y="60566"/>
                  </a:lnTo>
                  <a:lnTo>
                    <a:pt x="257644" y="54254"/>
                  </a:lnTo>
                  <a:lnTo>
                    <a:pt x="300634" y="54254"/>
                  </a:lnTo>
                  <a:lnTo>
                    <a:pt x="300634" y="46012"/>
                  </a:lnTo>
                  <a:lnTo>
                    <a:pt x="300634" y="44856"/>
                  </a:lnTo>
                  <a:close/>
                </a:path>
                <a:path w="1367154" h="97789">
                  <a:moveTo>
                    <a:pt x="367804" y="60604"/>
                  </a:moveTo>
                  <a:lnTo>
                    <a:pt x="358000" y="59931"/>
                  </a:lnTo>
                  <a:lnTo>
                    <a:pt x="357111" y="64389"/>
                  </a:lnTo>
                  <a:lnTo>
                    <a:pt x="355269" y="67729"/>
                  </a:lnTo>
                  <a:lnTo>
                    <a:pt x="349707" y="72186"/>
                  </a:lnTo>
                  <a:lnTo>
                    <a:pt x="346417" y="73291"/>
                  </a:lnTo>
                  <a:lnTo>
                    <a:pt x="337210" y="73291"/>
                  </a:lnTo>
                  <a:lnTo>
                    <a:pt x="332955" y="71348"/>
                  </a:lnTo>
                  <a:lnTo>
                    <a:pt x="326796" y="63550"/>
                  </a:lnTo>
                  <a:lnTo>
                    <a:pt x="325259" y="58191"/>
                  </a:lnTo>
                  <a:lnTo>
                    <a:pt x="325259" y="44526"/>
                  </a:lnTo>
                  <a:lnTo>
                    <a:pt x="326796" y="39154"/>
                  </a:lnTo>
                  <a:lnTo>
                    <a:pt x="332955" y="31356"/>
                  </a:lnTo>
                  <a:lnTo>
                    <a:pt x="337210" y="29413"/>
                  </a:lnTo>
                  <a:lnTo>
                    <a:pt x="346417" y="29413"/>
                  </a:lnTo>
                  <a:lnTo>
                    <a:pt x="349631" y="30467"/>
                  </a:lnTo>
                  <a:lnTo>
                    <a:pt x="354901" y="34696"/>
                  </a:lnTo>
                  <a:lnTo>
                    <a:pt x="356666" y="37731"/>
                  </a:lnTo>
                  <a:lnTo>
                    <a:pt x="357555" y="41668"/>
                  </a:lnTo>
                  <a:lnTo>
                    <a:pt x="367360" y="40995"/>
                  </a:lnTo>
                  <a:lnTo>
                    <a:pt x="347014" y="20497"/>
                  </a:lnTo>
                  <a:lnTo>
                    <a:pt x="337134" y="20497"/>
                  </a:lnTo>
                  <a:lnTo>
                    <a:pt x="315455" y="45110"/>
                  </a:lnTo>
                  <a:lnTo>
                    <a:pt x="315455" y="57594"/>
                  </a:lnTo>
                  <a:lnTo>
                    <a:pt x="337134" y="82207"/>
                  </a:lnTo>
                  <a:lnTo>
                    <a:pt x="342633" y="82207"/>
                  </a:lnTo>
                  <a:lnTo>
                    <a:pt x="347014" y="82207"/>
                  </a:lnTo>
                  <a:lnTo>
                    <a:pt x="366991" y="64985"/>
                  </a:lnTo>
                  <a:lnTo>
                    <a:pt x="367804" y="60604"/>
                  </a:lnTo>
                  <a:close/>
                </a:path>
                <a:path w="1367154" h="97789">
                  <a:moveTo>
                    <a:pt x="436194" y="80873"/>
                  </a:moveTo>
                  <a:lnTo>
                    <a:pt x="411797" y="46901"/>
                  </a:lnTo>
                  <a:lnTo>
                    <a:pt x="435089" y="21831"/>
                  </a:lnTo>
                  <a:lnTo>
                    <a:pt x="422605" y="21831"/>
                  </a:lnTo>
                  <a:lnTo>
                    <a:pt x="393865" y="53581"/>
                  </a:lnTo>
                  <a:lnTo>
                    <a:pt x="393865" y="1790"/>
                  </a:lnTo>
                  <a:lnTo>
                    <a:pt x="384517" y="1790"/>
                  </a:lnTo>
                  <a:lnTo>
                    <a:pt x="384517" y="80873"/>
                  </a:lnTo>
                  <a:lnTo>
                    <a:pt x="393865" y="80873"/>
                  </a:lnTo>
                  <a:lnTo>
                    <a:pt x="393865" y="65506"/>
                  </a:lnTo>
                  <a:lnTo>
                    <a:pt x="405460" y="53251"/>
                  </a:lnTo>
                  <a:lnTo>
                    <a:pt x="424840" y="80873"/>
                  </a:lnTo>
                  <a:lnTo>
                    <a:pt x="436194" y="80873"/>
                  </a:lnTo>
                  <a:close/>
                </a:path>
                <a:path w="1367154" h="97789">
                  <a:moveTo>
                    <a:pt x="502589" y="45935"/>
                  </a:moveTo>
                  <a:lnTo>
                    <a:pt x="501700" y="40881"/>
                  </a:lnTo>
                  <a:lnTo>
                    <a:pt x="498132" y="31521"/>
                  </a:lnTo>
                  <a:lnTo>
                    <a:pt x="496582" y="29413"/>
                  </a:lnTo>
                  <a:lnTo>
                    <a:pt x="495363" y="27736"/>
                  </a:lnTo>
                  <a:lnTo>
                    <a:pt x="492785" y="25755"/>
                  </a:lnTo>
                  <a:lnTo>
                    <a:pt x="492785" y="44450"/>
                  </a:lnTo>
                  <a:lnTo>
                    <a:pt x="492785" y="58254"/>
                  </a:lnTo>
                  <a:lnTo>
                    <a:pt x="491324" y="63639"/>
                  </a:lnTo>
                  <a:lnTo>
                    <a:pt x="485457" y="71361"/>
                  </a:lnTo>
                  <a:lnTo>
                    <a:pt x="481418" y="73291"/>
                  </a:lnTo>
                  <a:lnTo>
                    <a:pt x="472884" y="73291"/>
                  </a:lnTo>
                  <a:lnTo>
                    <a:pt x="469912" y="72478"/>
                  </a:lnTo>
                  <a:lnTo>
                    <a:pt x="464858" y="69215"/>
                  </a:lnTo>
                  <a:lnTo>
                    <a:pt x="464045" y="68173"/>
                  </a:lnTo>
                  <a:lnTo>
                    <a:pt x="462927" y="66763"/>
                  </a:lnTo>
                  <a:lnTo>
                    <a:pt x="460260" y="60223"/>
                  </a:lnTo>
                  <a:lnTo>
                    <a:pt x="459689" y="56769"/>
                  </a:lnTo>
                  <a:lnTo>
                    <a:pt x="459689" y="45935"/>
                  </a:lnTo>
                  <a:lnTo>
                    <a:pt x="460273" y="42481"/>
                  </a:lnTo>
                  <a:lnTo>
                    <a:pt x="463029" y="35941"/>
                  </a:lnTo>
                  <a:lnTo>
                    <a:pt x="463613" y="35204"/>
                  </a:lnTo>
                  <a:lnTo>
                    <a:pt x="464959" y="33489"/>
                  </a:lnTo>
                  <a:lnTo>
                    <a:pt x="469938" y="30226"/>
                  </a:lnTo>
                  <a:lnTo>
                    <a:pt x="472884" y="29413"/>
                  </a:lnTo>
                  <a:lnTo>
                    <a:pt x="481418" y="29413"/>
                  </a:lnTo>
                  <a:lnTo>
                    <a:pt x="485457" y="31343"/>
                  </a:lnTo>
                  <a:lnTo>
                    <a:pt x="491324" y="39065"/>
                  </a:lnTo>
                  <a:lnTo>
                    <a:pt x="492785" y="44450"/>
                  </a:lnTo>
                  <a:lnTo>
                    <a:pt x="492785" y="25755"/>
                  </a:lnTo>
                  <a:lnTo>
                    <a:pt x="487870" y="21945"/>
                  </a:lnTo>
                  <a:lnTo>
                    <a:pt x="483057" y="20497"/>
                  </a:lnTo>
                  <a:lnTo>
                    <a:pt x="472655" y="20497"/>
                  </a:lnTo>
                  <a:lnTo>
                    <a:pt x="459143" y="35204"/>
                  </a:lnTo>
                  <a:lnTo>
                    <a:pt x="459066" y="30619"/>
                  </a:lnTo>
                  <a:lnTo>
                    <a:pt x="459003" y="26441"/>
                  </a:lnTo>
                  <a:lnTo>
                    <a:pt x="458927" y="21945"/>
                  </a:lnTo>
                  <a:lnTo>
                    <a:pt x="450240" y="21945"/>
                  </a:lnTo>
                  <a:lnTo>
                    <a:pt x="450240" y="97586"/>
                  </a:lnTo>
                  <a:lnTo>
                    <a:pt x="459587" y="97586"/>
                  </a:lnTo>
                  <a:lnTo>
                    <a:pt x="459511" y="73291"/>
                  </a:lnTo>
                  <a:lnTo>
                    <a:pt x="459587" y="68173"/>
                  </a:lnTo>
                  <a:lnTo>
                    <a:pt x="459587" y="73431"/>
                  </a:lnTo>
                  <a:lnTo>
                    <a:pt x="460171" y="74447"/>
                  </a:lnTo>
                  <a:lnTo>
                    <a:pt x="463804" y="78155"/>
                  </a:lnTo>
                  <a:lnTo>
                    <a:pt x="466039" y="79603"/>
                  </a:lnTo>
                  <a:lnTo>
                    <a:pt x="471309" y="81686"/>
                  </a:lnTo>
                  <a:lnTo>
                    <a:pt x="474141" y="82207"/>
                  </a:lnTo>
                  <a:lnTo>
                    <a:pt x="483057" y="82207"/>
                  </a:lnTo>
                  <a:lnTo>
                    <a:pt x="487870" y="80759"/>
                  </a:lnTo>
                  <a:lnTo>
                    <a:pt x="495363" y="74968"/>
                  </a:lnTo>
                  <a:lnTo>
                    <a:pt x="496481" y="73431"/>
                  </a:lnTo>
                  <a:lnTo>
                    <a:pt x="496582" y="73291"/>
                  </a:lnTo>
                  <a:lnTo>
                    <a:pt x="498132" y="71183"/>
                  </a:lnTo>
                  <a:lnTo>
                    <a:pt x="501700" y="61823"/>
                  </a:lnTo>
                  <a:lnTo>
                    <a:pt x="502589" y="56769"/>
                  </a:lnTo>
                  <a:lnTo>
                    <a:pt x="502589" y="45935"/>
                  </a:lnTo>
                  <a:close/>
                </a:path>
                <a:path w="1367154" h="97789">
                  <a:moveTo>
                    <a:pt x="568426" y="44526"/>
                  </a:moveTo>
                  <a:lnTo>
                    <a:pt x="567410" y="39585"/>
                  </a:lnTo>
                  <a:lnTo>
                    <a:pt x="562965" y="30378"/>
                  </a:lnTo>
                  <a:lnTo>
                    <a:pt x="562114" y="29413"/>
                  </a:lnTo>
                  <a:lnTo>
                    <a:pt x="559828" y="26809"/>
                  </a:lnTo>
                  <a:lnTo>
                    <a:pt x="558723" y="26123"/>
                  </a:lnTo>
                  <a:lnTo>
                    <a:pt x="558723" y="44526"/>
                  </a:lnTo>
                  <a:lnTo>
                    <a:pt x="558723" y="58191"/>
                  </a:lnTo>
                  <a:lnTo>
                    <a:pt x="557225" y="63550"/>
                  </a:lnTo>
                  <a:lnTo>
                    <a:pt x="551205" y="71348"/>
                  </a:lnTo>
                  <a:lnTo>
                    <a:pt x="547001" y="73291"/>
                  </a:lnTo>
                  <a:lnTo>
                    <a:pt x="536155" y="73291"/>
                  </a:lnTo>
                  <a:lnTo>
                    <a:pt x="531939" y="71348"/>
                  </a:lnTo>
                  <a:lnTo>
                    <a:pt x="525919" y="63550"/>
                  </a:lnTo>
                  <a:lnTo>
                    <a:pt x="524421" y="58191"/>
                  </a:lnTo>
                  <a:lnTo>
                    <a:pt x="524421" y="44526"/>
                  </a:lnTo>
                  <a:lnTo>
                    <a:pt x="525805" y="39585"/>
                  </a:lnTo>
                  <a:lnTo>
                    <a:pt x="525919" y="39154"/>
                  </a:lnTo>
                  <a:lnTo>
                    <a:pt x="531939" y="31356"/>
                  </a:lnTo>
                  <a:lnTo>
                    <a:pt x="536155" y="29413"/>
                  </a:lnTo>
                  <a:lnTo>
                    <a:pt x="547001" y="29413"/>
                  </a:lnTo>
                  <a:lnTo>
                    <a:pt x="551205" y="31356"/>
                  </a:lnTo>
                  <a:lnTo>
                    <a:pt x="557225" y="39154"/>
                  </a:lnTo>
                  <a:lnTo>
                    <a:pt x="558723" y="44526"/>
                  </a:lnTo>
                  <a:lnTo>
                    <a:pt x="558723" y="26123"/>
                  </a:lnTo>
                  <a:lnTo>
                    <a:pt x="551726" y="21755"/>
                  </a:lnTo>
                  <a:lnTo>
                    <a:pt x="547001" y="20497"/>
                  </a:lnTo>
                  <a:lnTo>
                    <a:pt x="536155" y="20497"/>
                  </a:lnTo>
                  <a:lnTo>
                    <a:pt x="514718" y="44526"/>
                  </a:lnTo>
                  <a:lnTo>
                    <a:pt x="514743" y="58191"/>
                  </a:lnTo>
                  <a:lnTo>
                    <a:pt x="536155" y="82207"/>
                  </a:lnTo>
                  <a:lnTo>
                    <a:pt x="547001" y="82207"/>
                  </a:lnTo>
                  <a:lnTo>
                    <a:pt x="551726" y="80949"/>
                  </a:lnTo>
                  <a:lnTo>
                    <a:pt x="559828" y="75895"/>
                  </a:lnTo>
                  <a:lnTo>
                    <a:pt x="562102" y="73291"/>
                  </a:lnTo>
                  <a:lnTo>
                    <a:pt x="562965" y="72313"/>
                  </a:lnTo>
                  <a:lnTo>
                    <a:pt x="567410" y="63030"/>
                  </a:lnTo>
                  <a:lnTo>
                    <a:pt x="568413" y="58191"/>
                  </a:lnTo>
                  <a:lnTo>
                    <a:pt x="568426" y="44526"/>
                  </a:lnTo>
                  <a:close/>
                </a:path>
                <a:path w="1367154" h="97789">
                  <a:moveTo>
                    <a:pt x="616534" y="1676"/>
                  </a:moveTo>
                  <a:lnTo>
                    <a:pt x="606742" y="1676"/>
                  </a:lnTo>
                  <a:lnTo>
                    <a:pt x="606742" y="12585"/>
                  </a:lnTo>
                  <a:lnTo>
                    <a:pt x="616534" y="12585"/>
                  </a:lnTo>
                  <a:lnTo>
                    <a:pt x="616534" y="1676"/>
                  </a:lnTo>
                  <a:close/>
                </a:path>
                <a:path w="1367154" h="97789">
                  <a:moveTo>
                    <a:pt x="637374" y="72631"/>
                  </a:moveTo>
                  <a:lnTo>
                    <a:pt x="616991" y="72631"/>
                  </a:lnTo>
                  <a:lnTo>
                    <a:pt x="616991" y="30073"/>
                  </a:lnTo>
                  <a:lnTo>
                    <a:pt x="616991" y="25514"/>
                  </a:lnTo>
                  <a:lnTo>
                    <a:pt x="616991" y="21831"/>
                  </a:lnTo>
                  <a:lnTo>
                    <a:pt x="585012" y="21831"/>
                  </a:lnTo>
                  <a:lnTo>
                    <a:pt x="585012" y="30073"/>
                  </a:lnTo>
                  <a:lnTo>
                    <a:pt x="607631" y="30073"/>
                  </a:lnTo>
                  <a:lnTo>
                    <a:pt x="607631" y="72631"/>
                  </a:lnTo>
                  <a:lnTo>
                    <a:pt x="583907" y="72631"/>
                  </a:lnTo>
                  <a:lnTo>
                    <a:pt x="583907" y="80873"/>
                  </a:lnTo>
                  <a:lnTo>
                    <a:pt x="637374" y="80873"/>
                  </a:lnTo>
                  <a:lnTo>
                    <a:pt x="637374" y="72631"/>
                  </a:lnTo>
                  <a:close/>
                </a:path>
                <a:path w="1367154" h="97789">
                  <a:moveTo>
                    <a:pt x="699300" y="38735"/>
                  </a:moveTo>
                  <a:lnTo>
                    <a:pt x="683336" y="20497"/>
                  </a:lnTo>
                  <a:lnTo>
                    <a:pt x="675767" y="20497"/>
                  </a:lnTo>
                  <a:lnTo>
                    <a:pt x="659980" y="31826"/>
                  </a:lnTo>
                  <a:lnTo>
                    <a:pt x="659980" y="31991"/>
                  </a:lnTo>
                  <a:lnTo>
                    <a:pt x="659726" y="32385"/>
                  </a:lnTo>
                  <a:lnTo>
                    <a:pt x="659765" y="21831"/>
                  </a:lnTo>
                  <a:lnTo>
                    <a:pt x="651179" y="21831"/>
                  </a:lnTo>
                  <a:lnTo>
                    <a:pt x="651179" y="80873"/>
                  </a:lnTo>
                  <a:lnTo>
                    <a:pt x="660539" y="80873"/>
                  </a:lnTo>
                  <a:lnTo>
                    <a:pt x="660539" y="41922"/>
                  </a:lnTo>
                  <a:lnTo>
                    <a:pt x="661263" y="38862"/>
                  </a:lnTo>
                  <a:lnTo>
                    <a:pt x="662419" y="36868"/>
                  </a:lnTo>
                  <a:lnTo>
                    <a:pt x="664159" y="33883"/>
                  </a:lnTo>
                  <a:lnTo>
                    <a:pt x="666102" y="31991"/>
                  </a:lnTo>
                  <a:lnTo>
                    <a:pt x="670801" y="29502"/>
                  </a:lnTo>
                  <a:lnTo>
                    <a:pt x="670534" y="29502"/>
                  </a:lnTo>
                  <a:lnTo>
                    <a:pt x="673760" y="28740"/>
                  </a:lnTo>
                  <a:lnTo>
                    <a:pt x="681253" y="28740"/>
                  </a:lnTo>
                  <a:lnTo>
                    <a:pt x="684568" y="30175"/>
                  </a:lnTo>
                  <a:lnTo>
                    <a:pt x="688873" y="35890"/>
                  </a:lnTo>
                  <a:lnTo>
                    <a:pt x="689940" y="40068"/>
                  </a:lnTo>
                  <a:lnTo>
                    <a:pt x="689940" y="80873"/>
                  </a:lnTo>
                  <a:lnTo>
                    <a:pt x="699300" y="80873"/>
                  </a:lnTo>
                  <a:lnTo>
                    <a:pt x="699300" y="38735"/>
                  </a:lnTo>
                  <a:close/>
                </a:path>
                <a:path w="1367154" h="97789">
                  <a:moveTo>
                    <a:pt x="766584" y="21831"/>
                  </a:moveTo>
                  <a:lnTo>
                    <a:pt x="743077" y="21831"/>
                  </a:lnTo>
                  <a:lnTo>
                    <a:pt x="743077" y="8026"/>
                  </a:lnTo>
                  <a:lnTo>
                    <a:pt x="733717" y="8026"/>
                  </a:lnTo>
                  <a:lnTo>
                    <a:pt x="733717" y="21831"/>
                  </a:lnTo>
                  <a:lnTo>
                    <a:pt x="714235" y="21831"/>
                  </a:lnTo>
                  <a:lnTo>
                    <a:pt x="714235" y="30073"/>
                  </a:lnTo>
                  <a:lnTo>
                    <a:pt x="733717" y="30073"/>
                  </a:lnTo>
                  <a:lnTo>
                    <a:pt x="733717" y="70104"/>
                  </a:lnTo>
                  <a:lnTo>
                    <a:pt x="735139" y="74193"/>
                  </a:lnTo>
                  <a:lnTo>
                    <a:pt x="740778" y="79540"/>
                  </a:lnTo>
                  <a:lnTo>
                    <a:pt x="745045" y="80873"/>
                  </a:lnTo>
                  <a:lnTo>
                    <a:pt x="766584" y="80873"/>
                  </a:lnTo>
                  <a:lnTo>
                    <a:pt x="766584" y="72631"/>
                  </a:lnTo>
                  <a:lnTo>
                    <a:pt x="748169" y="72631"/>
                  </a:lnTo>
                  <a:lnTo>
                    <a:pt x="746239" y="71983"/>
                  </a:lnTo>
                  <a:lnTo>
                    <a:pt x="743712" y="69380"/>
                  </a:lnTo>
                  <a:lnTo>
                    <a:pt x="743077" y="67360"/>
                  </a:lnTo>
                  <a:lnTo>
                    <a:pt x="743077" y="30073"/>
                  </a:lnTo>
                  <a:lnTo>
                    <a:pt x="766584" y="30073"/>
                  </a:lnTo>
                  <a:lnTo>
                    <a:pt x="766584" y="21831"/>
                  </a:lnTo>
                  <a:close/>
                </a:path>
                <a:path w="1367154" h="97789">
                  <a:moveTo>
                    <a:pt x="828967" y="44005"/>
                  </a:moveTo>
                  <a:lnTo>
                    <a:pt x="788860" y="44005"/>
                  </a:lnTo>
                  <a:lnTo>
                    <a:pt x="788860" y="52806"/>
                  </a:lnTo>
                  <a:lnTo>
                    <a:pt x="828967" y="52806"/>
                  </a:lnTo>
                  <a:lnTo>
                    <a:pt x="828967" y="44005"/>
                  </a:lnTo>
                  <a:close/>
                </a:path>
                <a:path w="1367154" h="97789">
                  <a:moveTo>
                    <a:pt x="903592" y="21831"/>
                  </a:moveTo>
                  <a:lnTo>
                    <a:pt x="893343" y="21831"/>
                  </a:lnTo>
                  <a:lnTo>
                    <a:pt x="875741" y="71297"/>
                  </a:lnTo>
                  <a:lnTo>
                    <a:pt x="858139" y="21831"/>
                  </a:lnTo>
                  <a:lnTo>
                    <a:pt x="847902" y="21831"/>
                  </a:lnTo>
                  <a:lnTo>
                    <a:pt x="869835" y="80873"/>
                  </a:lnTo>
                  <a:lnTo>
                    <a:pt x="881646" y="80873"/>
                  </a:lnTo>
                  <a:lnTo>
                    <a:pt x="903592" y="21831"/>
                  </a:lnTo>
                  <a:close/>
                </a:path>
                <a:path w="1367154" h="97789">
                  <a:moveTo>
                    <a:pt x="968971" y="44856"/>
                  </a:moveTo>
                  <a:lnTo>
                    <a:pt x="968108" y="40513"/>
                  </a:lnTo>
                  <a:lnTo>
                    <a:pt x="968070" y="40284"/>
                  </a:lnTo>
                  <a:lnTo>
                    <a:pt x="967955" y="39700"/>
                  </a:lnTo>
                  <a:lnTo>
                    <a:pt x="967867" y="39255"/>
                  </a:lnTo>
                  <a:lnTo>
                    <a:pt x="963409" y="30035"/>
                  </a:lnTo>
                  <a:lnTo>
                    <a:pt x="962850" y="29413"/>
                  </a:lnTo>
                  <a:lnTo>
                    <a:pt x="960323" y="26530"/>
                  </a:lnTo>
                  <a:lnTo>
                    <a:pt x="958735" y="25565"/>
                  </a:lnTo>
                  <a:lnTo>
                    <a:pt x="958735" y="46012"/>
                  </a:lnTo>
                  <a:lnTo>
                    <a:pt x="925982" y="46012"/>
                  </a:lnTo>
                  <a:lnTo>
                    <a:pt x="926795" y="40513"/>
                  </a:lnTo>
                  <a:lnTo>
                    <a:pt x="928674" y="36372"/>
                  </a:lnTo>
                  <a:lnTo>
                    <a:pt x="934542" y="30797"/>
                  </a:lnTo>
                  <a:lnTo>
                    <a:pt x="938276" y="29413"/>
                  </a:lnTo>
                  <a:lnTo>
                    <a:pt x="947178" y="29413"/>
                  </a:lnTo>
                  <a:lnTo>
                    <a:pt x="958634" y="44856"/>
                  </a:lnTo>
                  <a:lnTo>
                    <a:pt x="958735" y="46012"/>
                  </a:lnTo>
                  <a:lnTo>
                    <a:pt x="958735" y="25565"/>
                  </a:lnTo>
                  <a:lnTo>
                    <a:pt x="952576" y="21780"/>
                  </a:lnTo>
                  <a:lnTo>
                    <a:pt x="952741" y="21780"/>
                  </a:lnTo>
                  <a:lnTo>
                    <a:pt x="947928" y="20497"/>
                  </a:lnTo>
                  <a:lnTo>
                    <a:pt x="937374" y="20497"/>
                  </a:lnTo>
                  <a:lnTo>
                    <a:pt x="916178" y="57594"/>
                  </a:lnTo>
                  <a:lnTo>
                    <a:pt x="917270" y="63030"/>
                  </a:lnTo>
                  <a:lnTo>
                    <a:pt x="937679" y="82207"/>
                  </a:lnTo>
                  <a:lnTo>
                    <a:pt x="949490" y="82207"/>
                  </a:lnTo>
                  <a:lnTo>
                    <a:pt x="954773" y="80518"/>
                  </a:lnTo>
                  <a:lnTo>
                    <a:pt x="963460" y="73761"/>
                  </a:lnTo>
                  <a:lnTo>
                    <a:pt x="963777" y="73291"/>
                  </a:lnTo>
                  <a:lnTo>
                    <a:pt x="966419" y="69430"/>
                  </a:lnTo>
                  <a:lnTo>
                    <a:pt x="967981" y="64160"/>
                  </a:lnTo>
                  <a:lnTo>
                    <a:pt x="957948" y="63385"/>
                  </a:lnTo>
                  <a:lnTo>
                    <a:pt x="956983" y="66357"/>
                  </a:lnTo>
                  <a:lnTo>
                    <a:pt x="955255" y="68745"/>
                  </a:lnTo>
                  <a:lnTo>
                    <a:pt x="950277" y="72390"/>
                  </a:lnTo>
                  <a:lnTo>
                    <a:pt x="947102" y="73291"/>
                  </a:lnTo>
                  <a:lnTo>
                    <a:pt x="938123" y="73291"/>
                  </a:lnTo>
                  <a:lnTo>
                    <a:pt x="934059" y="71704"/>
                  </a:lnTo>
                  <a:lnTo>
                    <a:pt x="928039" y="65316"/>
                  </a:lnTo>
                  <a:lnTo>
                    <a:pt x="926350" y="60566"/>
                  </a:lnTo>
                  <a:lnTo>
                    <a:pt x="925982" y="54254"/>
                  </a:lnTo>
                  <a:lnTo>
                    <a:pt x="968971" y="54254"/>
                  </a:lnTo>
                  <a:lnTo>
                    <a:pt x="968971" y="46012"/>
                  </a:lnTo>
                  <a:lnTo>
                    <a:pt x="968971" y="44856"/>
                  </a:lnTo>
                  <a:close/>
                </a:path>
                <a:path w="1367154" h="97789">
                  <a:moveTo>
                    <a:pt x="1036142" y="21831"/>
                  </a:moveTo>
                  <a:lnTo>
                    <a:pt x="1019771" y="21831"/>
                  </a:lnTo>
                  <a:lnTo>
                    <a:pt x="1016393" y="23075"/>
                  </a:lnTo>
                  <a:lnTo>
                    <a:pt x="1011339" y="28054"/>
                  </a:lnTo>
                  <a:lnTo>
                    <a:pt x="1009789" y="31864"/>
                  </a:lnTo>
                  <a:lnTo>
                    <a:pt x="1009827" y="33172"/>
                  </a:lnTo>
                  <a:lnTo>
                    <a:pt x="1009764" y="32029"/>
                  </a:lnTo>
                  <a:lnTo>
                    <a:pt x="1009650" y="30073"/>
                  </a:lnTo>
                  <a:lnTo>
                    <a:pt x="1009396" y="25514"/>
                  </a:lnTo>
                  <a:lnTo>
                    <a:pt x="1009256" y="23075"/>
                  </a:lnTo>
                  <a:lnTo>
                    <a:pt x="1009192" y="21831"/>
                  </a:lnTo>
                  <a:lnTo>
                    <a:pt x="986015" y="21831"/>
                  </a:lnTo>
                  <a:lnTo>
                    <a:pt x="986015" y="30073"/>
                  </a:lnTo>
                  <a:lnTo>
                    <a:pt x="1001395" y="30073"/>
                  </a:lnTo>
                  <a:lnTo>
                    <a:pt x="1001395" y="72631"/>
                  </a:lnTo>
                  <a:lnTo>
                    <a:pt x="986015" y="72631"/>
                  </a:lnTo>
                  <a:lnTo>
                    <a:pt x="986015" y="80873"/>
                  </a:lnTo>
                  <a:lnTo>
                    <a:pt x="1029462" y="80873"/>
                  </a:lnTo>
                  <a:lnTo>
                    <a:pt x="1029462" y="77089"/>
                  </a:lnTo>
                  <a:lnTo>
                    <a:pt x="1029462" y="72631"/>
                  </a:lnTo>
                  <a:lnTo>
                    <a:pt x="1010754" y="72631"/>
                  </a:lnTo>
                  <a:lnTo>
                    <a:pt x="1010754" y="41960"/>
                  </a:lnTo>
                  <a:lnTo>
                    <a:pt x="1021219" y="30302"/>
                  </a:lnTo>
                  <a:lnTo>
                    <a:pt x="1036142" y="30302"/>
                  </a:lnTo>
                  <a:lnTo>
                    <a:pt x="1036142" y="21831"/>
                  </a:lnTo>
                  <a:close/>
                </a:path>
                <a:path w="1367154" h="97789">
                  <a:moveTo>
                    <a:pt x="1084376" y="1676"/>
                  </a:moveTo>
                  <a:lnTo>
                    <a:pt x="1074572" y="1676"/>
                  </a:lnTo>
                  <a:lnTo>
                    <a:pt x="1074572" y="12585"/>
                  </a:lnTo>
                  <a:lnTo>
                    <a:pt x="1084376" y="12585"/>
                  </a:lnTo>
                  <a:lnTo>
                    <a:pt x="1084376" y="1676"/>
                  </a:lnTo>
                  <a:close/>
                </a:path>
                <a:path w="1367154" h="97789">
                  <a:moveTo>
                    <a:pt x="1105204" y="72631"/>
                  </a:moveTo>
                  <a:lnTo>
                    <a:pt x="1084821" y="72631"/>
                  </a:lnTo>
                  <a:lnTo>
                    <a:pt x="1084821" y="30073"/>
                  </a:lnTo>
                  <a:lnTo>
                    <a:pt x="1084821" y="25514"/>
                  </a:lnTo>
                  <a:lnTo>
                    <a:pt x="1084821" y="21831"/>
                  </a:lnTo>
                  <a:lnTo>
                    <a:pt x="1052855" y="21831"/>
                  </a:lnTo>
                  <a:lnTo>
                    <a:pt x="1052855" y="30073"/>
                  </a:lnTo>
                  <a:lnTo>
                    <a:pt x="1075461" y="30073"/>
                  </a:lnTo>
                  <a:lnTo>
                    <a:pt x="1075461" y="72631"/>
                  </a:lnTo>
                  <a:lnTo>
                    <a:pt x="1051737" y="72631"/>
                  </a:lnTo>
                  <a:lnTo>
                    <a:pt x="1051737" y="80873"/>
                  </a:lnTo>
                  <a:lnTo>
                    <a:pt x="1105204" y="80873"/>
                  </a:lnTo>
                  <a:lnTo>
                    <a:pt x="1105204" y="72631"/>
                  </a:lnTo>
                  <a:close/>
                </a:path>
                <a:path w="1367154" h="97789">
                  <a:moveTo>
                    <a:pt x="1168704" y="1790"/>
                  </a:moveTo>
                  <a:lnTo>
                    <a:pt x="1144193" y="1790"/>
                  </a:lnTo>
                  <a:lnTo>
                    <a:pt x="1140053" y="3175"/>
                  </a:lnTo>
                  <a:lnTo>
                    <a:pt x="1134630" y="8750"/>
                  </a:lnTo>
                  <a:lnTo>
                    <a:pt x="1133284" y="12776"/>
                  </a:lnTo>
                  <a:lnTo>
                    <a:pt x="1133284" y="21831"/>
                  </a:lnTo>
                  <a:lnTo>
                    <a:pt x="1117460" y="21831"/>
                  </a:lnTo>
                  <a:lnTo>
                    <a:pt x="1117460" y="30073"/>
                  </a:lnTo>
                  <a:lnTo>
                    <a:pt x="1133284" y="30073"/>
                  </a:lnTo>
                  <a:lnTo>
                    <a:pt x="1133284" y="80873"/>
                  </a:lnTo>
                  <a:lnTo>
                    <a:pt x="1142631" y="80873"/>
                  </a:lnTo>
                  <a:lnTo>
                    <a:pt x="1142631" y="30073"/>
                  </a:lnTo>
                  <a:lnTo>
                    <a:pt x="1167587" y="30073"/>
                  </a:lnTo>
                  <a:lnTo>
                    <a:pt x="1167587" y="21831"/>
                  </a:lnTo>
                  <a:lnTo>
                    <a:pt x="1142631" y="21831"/>
                  </a:lnTo>
                  <a:lnTo>
                    <a:pt x="1142631" y="15595"/>
                  </a:lnTo>
                  <a:lnTo>
                    <a:pt x="1143254" y="13652"/>
                  </a:lnTo>
                  <a:lnTo>
                    <a:pt x="1145692" y="10756"/>
                  </a:lnTo>
                  <a:lnTo>
                    <a:pt x="1147457" y="10033"/>
                  </a:lnTo>
                  <a:lnTo>
                    <a:pt x="1168704" y="10033"/>
                  </a:lnTo>
                  <a:lnTo>
                    <a:pt x="1168704" y="1790"/>
                  </a:lnTo>
                  <a:close/>
                </a:path>
                <a:path w="1367154" h="97789">
                  <a:moveTo>
                    <a:pt x="1218044" y="1676"/>
                  </a:moveTo>
                  <a:lnTo>
                    <a:pt x="1208239" y="1676"/>
                  </a:lnTo>
                  <a:lnTo>
                    <a:pt x="1208239" y="12585"/>
                  </a:lnTo>
                  <a:lnTo>
                    <a:pt x="1218044" y="12585"/>
                  </a:lnTo>
                  <a:lnTo>
                    <a:pt x="1218044" y="1676"/>
                  </a:lnTo>
                  <a:close/>
                </a:path>
                <a:path w="1367154" h="97789">
                  <a:moveTo>
                    <a:pt x="1238872" y="72631"/>
                  </a:moveTo>
                  <a:lnTo>
                    <a:pt x="1218488" y="72631"/>
                  </a:lnTo>
                  <a:lnTo>
                    <a:pt x="1218488" y="30073"/>
                  </a:lnTo>
                  <a:lnTo>
                    <a:pt x="1218488" y="25514"/>
                  </a:lnTo>
                  <a:lnTo>
                    <a:pt x="1218488" y="21831"/>
                  </a:lnTo>
                  <a:lnTo>
                    <a:pt x="1186522" y="21831"/>
                  </a:lnTo>
                  <a:lnTo>
                    <a:pt x="1186522" y="30073"/>
                  </a:lnTo>
                  <a:lnTo>
                    <a:pt x="1209141" y="30073"/>
                  </a:lnTo>
                  <a:lnTo>
                    <a:pt x="1209141" y="72631"/>
                  </a:lnTo>
                  <a:lnTo>
                    <a:pt x="1185405" y="72631"/>
                  </a:lnTo>
                  <a:lnTo>
                    <a:pt x="1185405" y="80873"/>
                  </a:lnTo>
                  <a:lnTo>
                    <a:pt x="1238872" y="80873"/>
                  </a:lnTo>
                  <a:lnTo>
                    <a:pt x="1238872" y="72631"/>
                  </a:lnTo>
                  <a:close/>
                </a:path>
                <a:path w="1367154" h="97789">
                  <a:moveTo>
                    <a:pt x="1303147" y="44856"/>
                  </a:moveTo>
                  <a:lnTo>
                    <a:pt x="1302283" y="40513"/>
                  </a:lnTo>
                  <a:lnTo>
                    <a:pt x="1302245" y="40284"/>
                  </a:lnTo>
                  <a:lnTo>
                    <a:pt x="1302118" y="39700"/>
                  </a:lnTo>
                  <a:lnTo>
                    <a:pt x="1302029" y="39255"/>
                  </a:lnTo>
                  <a:lnTo>
                    <a:pt x="1297584" y="30035"/>
                  </a:lnTo>
                  <a:lnTo>
                    <a:pt x="1297025" y="29413"/>
                  </a:lnTo>
                  <a:lnTo>
                    <a:pt x="1294498" y="26530"/>
                  </a:lnTo>
                  <a:lnTo>
                    <a:pt x="1292898" y="25552"/>
                  </a:lnTo>
                  <a:lnTo>
                    <a:pt x="1292898" y="46012"/>
                  </a:lnTo>
                  <a:lnTo>
                    <a:pt x="1260157" y="46012"/>
                  </a:lnTo>
                  <a:lnTo>
                    <a:pt x="1260970" y="40513"/>
                  </a:lnTo>
                  <a:lnTo>
                    <a:pt x="1262849" y="36372"/>
                  </a:lnTo>
                  <a:lnTo>
                    <a:pt x="1268704" y="30797"/>
                  </a:lnTo>
                  <a:lnTo>
                    <a:pt x="1272438" y="29413"/>
                  </a:lnTo>
                  <a:lnTo>
                    <a:pt x="1281353" y="29413"/>
                  </a:lnTo>
                  <a:lnTo>
                    <a:pt x="1292898" y="46012"/>
                  </a:lnTo>
                  <a:lnTo>
                    <a:pt x="1292898" y="25552"/>
                  </a:lnTo>
                  <a:lnTo>
                    <a:pt x="1286751" y="21780"/>
                  </a:lnTo>
                  <a:lnTo>
                    <a:pt x="1286903" y="21780"/>
                  </a:lnTo>
                  <a:lnTo>
                    <a:pt x="1282090" y="20497"/>
                  </a:lnTo>
                  <a:lnTo>
                    <a:pt x="1271549" y="20497"/>
                  </a:lnTo>
                  <a:lnTo>
                    <a:pt x="1266850" y="21780"/>
                  </a:lnTo>
                  <a:lnTo>
                    <a:pt x="1250353" y="57594"/>
                  </a:lnTo>
                  <a:lnTo>
                    <a:pt x="1251445" y="63030"/>
                  </a:lnTo>
                  <a:lnTo>
                    <a:pt x="1271854" y="82207"/>
                  </a:lnTo>
                  <a:lnTo>
                    <a:pt x="1283652" y="82207"/>
                  </a:lnTo>
                  <a:lnTo>
                    <a:pt x="1288948" y="80518"/>
                  </a:lnTo>
                  <a:lnTo>
                    <a:pt x="1297635" y="73761"/>
                  </a:lnTo>
                  <a:lnTo>
                    <a:pt x="1297952" y="73291"/>
                  </a:lnTo>
                  <a:lnTo>
                    <a:pt x="1300581" y="69430"/>
                  </a:lnTo>
                  <a:lnTo>
                    <a:pt x="1302143" y="64160"/>
                  </a:lnTo>
                  <a:lnTo>
                    <a:pt x="1292123" y="63385"/>
                  </a:lnTo>
                  <a:lnTo>
                    <a:pt x="1291158" y="66357"/>
                  </a:lnTo>
                  <a:lnTo>
                    <a:pt x="1289431" y="68745"/>
                  </a:lnTo>
                  <a:lnTo>
                    <a:pt x="1284452" y="72390"/>
                  </a:lnTo>
                  <a:lnTo>
                    <a:pt x="1281277" y="73291"/>
                  </a:lnTo>
                  <a:lnTo>
                    <a:pt x="1272298" y="73291"/>
                  </a:lnTo>
                  <a:lnTo>
                    <a:pt x="1268222" y="71704"/>
                  </a:lnTo>
                  <a:lnTo>
                    <a:pt x="1262214" y="65316"/>
                  </a:lnTo>
                  <a:lnTo>
                    <a:pt x="1260525" y="60566"/>
                  </a:lnTo>
                  <a:lnTo>
                    <a:pt x="1260157" y="54254"/>
                  </a:lnTo>
                  <a:lnTo>
                    <a:pt x="1303147" y="54254"/>
                  </a:lnTo>
                  <a:lnTo>
                    <a:pt x="1303147" y="46012"/>
                  </a:lnTo>
                  <a:lnTo>
                    <a:pt x="1303147" y="44856"/>
                  </a:lnTo>
                  <a:close/>
                </a:path>
                <a:path w="1367154" h="97789">
                  <a:moveTo>
                    <a:pt x="1366977" y="1790"/>
                  </a:moveTo>
                  <a:lnTo>
                    <a:pt x="1357617" y="1790"/>
                  </a:lnTo>
                  <a:lnTo>
                    <a:pt x="1357617" y="29832"/>
                  </a:lnTo>
                  <a:lnTo>
                    <a:pt x="1357617" y="46748"/>
                  </a:lnTo>
                  <a:lnTo>
                    <a:pt x="1357617" y="55803"/>
                  </a:lnTo>
                  <a:lnTo>
                    <a:pt x="1356931" y="59690"/>
                  </a:lnTo>
                  <a:lnTo>
                    <a:pt x="1344028" y="73291"/>
                  </a:lnTo>
                  <a:lnTo>
                    <a:pt x="1335493" y="73291"/>
                  </a:lnTo>
                  <a:lnTo>
                    <a:pt x="1331569" y="71335"/>
                  </a:lnTo>
                  <a:lnTo>
                    <a:pt x="1325854" y="63461"/>
                  </a:lnTo>
                  <a:lnTo>
                    <a:pt x="1324419" y="58115"/>
                  </a:lnTo>
                  <a:lnTo>
                    <a:pt x="1324419" y="44526"/>
                  </a:lnTo>
                  <a:lnTo>
                    <a:pt x="1325740" y="39585"/>
                  </a:lnTo>
                  <a:lnTo>
                    <a:pt x="1325854" y="39154"/>
                  </a:lnTo>
                  <a:lnTo>
                    <a:pt x="1331569" y="31356"/>
                  </a:lnTo>
                  <a:lnTo>
                    <a:pt x="1335417" y="29413"/>
                  </a:lnTo>
                  <a:lnTo>
                    <a:pt x="1343875" y="29413"/>
                  </a:lnTo>
                  <a:lnTo>
                    <a:pt x="1347330" y="30378"/>
                  </a:lnTo>
                  <a:lnTo>
                    <a:pt x="1347139" y="30378"/>
                  </a:lnTo>
                  <a:lnTo>
                    <a:pt x="1352194" y="33769"/>
                  </a:lnTo>
                  <a:lnTo>
                    <a:pt x="1354188" y="36283"/>
                  </a:lnTo>
                  <a:lnTo>
                    <a:pt x="1356931" y="42811"/>
                  </a:lnTo>
                  <a:lnTo>
                    <a:pt x="1357617" y="46748"/>
                  </a:lnTo>
                  <a:lnTo>
                    <a:pt x="1357617" y="29832"/>
                  </a:lnTo>
                  <a:lnTo>
                    <a:pt x="1343101" y="20497"/>
                  </a:lnTo>
                  <a:lnTo>
                    <a:pt x="1334706" y="20497"/>
                  </a:lnTo>
                  <a:lnTo>
                    <a:pt x="1314704" y="58115"/>
                  </a:lnTo>
                  <a:lnTo>
                    <a:pt x="1315643" y="63119"/>
                  </a:lnTo>
                  <a:lnTo>
                    <a:pt x="1334706" y="82207"/>
                  </a:lnTo>
                  <a:lnTo>
                    <a:pt x="1343025" y="82207"/>
                  </a:lnTo>
                  <a:lnTo>
                    <a:pt x="1357642" y="73291"/>
                  </a:lnTo>
                  <a:lnTo>
                    <a:pt x="1358150" y="72440"/>
                  </a:lnTo>
                  <a:lnTo>
                    <a:pt x="1358188" y="73291"/>
                  </a:lnTo>
                  <a:lnTo>
                    <a:pt x="1358303" y="75895"/>
                  </a:lnTo>
                  <a:lnTo>
                    <a:pt x="1358392" y="78105"/>
                  </a:lnTo>
                  <a:lnTo>
                    <a:pt x="1358506" y="80949"/>
                  </a:lnTo>
                  <a:lnTo>
                    <a:pt x="1366977" y="80949"/>
                  </a:lnTo>
                  <a:lnTo>
                    <a:pt x="1366977" y="67500"/>
                  </a:lnTo>
                  <a:lnTo>
                    <a:pt x="1366977" y="34531"/>
                  </a:lnTo>
                  <a:lnTo>
                    <a:pt x="1366977" y="179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365378" y="4752607"/>
              <a:ext cx="448901" cy="80424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4916537" y="479103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1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13811" y="13589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82375" y="4897415"/>
              <a:ext cx="388083" cy="95794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959352" y="4771321"/>
              <a:ext cx="518854" cy="223226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1093850" y="4939631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40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153884" y="4897415"/>
              <a:ext cx="254977" cy="9579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89285" y="4897304"/>
              <a:ext cx="385409" cy="97243"/>
            </a:xfrm>
            <a:prstGeom prst="rect">
              <a:avLst/>
            </a:prstGeom>
          </p:spPr>
        </p:pic>
      </p:grpSp>
      <p:grpSp>
        <p:nvGrpSpPr>
          <p:cNvPr id="123" name="object 123"/>
          <p:cNvGrpSpPr/>
          <p:nvPr/>
        </p:nvGrpSpPr>
        <p:grpSpPr>
          <a:xfrm>
            <a:off x="5413559" y="4647901"/>
            <a:ext cx="4723130" cy="434975"/>
            <a:chOff x="5413559" y="4647901"/>
            <a:chExt cx="4723130" cy="434975"/>
          </a:xfrm>
        </p:grpSpPr>
        <p:sp>
          <p:nvSpPr>
            <p:cNvPr id="124" name="object 124"/>
            <p:cNvSpPr/>
            <p:nvPr/>
          </p:nvSpPr>
          <p:spPr>
            <a:xfrm>
              <a:off x="5424698" y="4647901"/>
              <a:ext cx="4712335" cy="434975"/>
            </a:xfrm>
            <a:custGeom>
              <a:avLst/>
              <a:gdLst/>
              <a:ahLst/>
              <a:cxnLst/>
              <a:rect l="l" t="t" r="r" b="b"/>
              <a:pathLst>
                <a:path w="4712334" h="434975">
                  <a:moveTo>
                    <a:pt x="4682813" y="0"/>
                  </a:moveTo>
                  <a:lnTo>
                    <a:pt x="0" y="0"/>
                  </a:lnTo>
                  <a:lnTo>
                    <a:pt x="0" y="434421"/>
                  </a:lnTo>
                  <a:lnTo>
                    <a:pt x="4682813" y="434418"/>
                  </a:lnTo>
                  <a:lnTo>
                    <a:pt x="4711800" y="405434"/>
                  </a:lnTo>
                  <a:lnTo>
                    <a:pt x="4711800" y="28986"/>
                  </a:lnTo>
                  <a:lnTo>
                    <a:pt x="4682813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413559" y="4647901"/>
              <a:ext cx="22860" cy="434975"/>
            </a:xfrm>
            <a:custGeom>
              <a:avLst/>
              <a:gdLst/>
              <a:ahLst/>
              <a:cxnLst/>
              <a:rect l="l" t="t" r="r" b="b"/>
              <a:pathLst>
                <a:path w="22860" h="434975">
                  <a:moveTo>
                    <a:pt x="22278" y="0"/>
                  </a:moveTo>
                  <a:lnTo>
                    <a:pt x="0" y="0"/>
                  </a:lnTo>
                  <a:lnTo>
                    <a:pt x="0" y="434421"/>
                  </a:lnTo>
                  <a:lnTo>
                    <a:pt x="22278" y="434421"/>
                  </a:lnTo>
                  <a:lnTo>
                    <a:pt x="22278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348121" y="4752607"/>
              <a:ext cx="248400" cy="80424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681623" y="4758846"/>
              <a:ext cx="249068" cy="74185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478814" y="4752497"/>
              <a:ext cx="453273" cy="80534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543707" y="4751494"/>
              <a:ext cx="988208" cy="226344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015515" y="4752607"/>
              <a:ext cx="254977" cy="95796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349133" y="4752607"/>
              <a:ext cx="321471" cy="80424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8754148" y="4752497"/>
              <a:ext cx="450015" cy="97242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284810" y="4752607"/>
              <a:ext cx="388306" cy="8042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614344" y="4752497"/>
              <a:ext cx="788650" cy="240713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484300" y="4897415"/>
              <a:ext cx="315234" cy="80422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7884191" y="4916129"/>
              <a:ext cx="319689" cy="77081"/>
            </a:xfrm>
            <a:prstGeom prst="rect">
              <a:avLst/>
            </a:prstGeom>
          </p:spPr>
        </p:pic>
      </p:grpSp>
      <p:sp>
        <p:nvSpPr>
          <p:cNvPr id="137" name="object 137"/>
          <p:cNvSpPr/>
          <p:nvPr/>
        </p:nvSpPr>
        <p:spPr>
          <a:xfrm>
            <a:off x="2461721" y="2063649"/>
            <a:ext cx="17145" cy="2451100"/>
          </a:xfrm>
          <a:custGeom>
            <a:avLst/>
            <a:gdLst/>
            <a:ahLst/>
            <a:cxnLst/>
            <a:rect l="l" t="t" r="r" b="b"/>
            <a:pathLst>
              <a:path w="17144" h="2451100">
                <a:moveTo>
                  <a:pt x="16708" y="0"/>
                </a:moveTo>
                <a:lnTo>
                  <a:pt x="0" y="0"/>
                </a:lnTo>
                <a:lnTo>
                  <a:pt x="0" y="2450581"/>
                </a:lnTo>
                <a:lnTo>
                  <a:pt x="16708" y="2450581"/>
                </a:lnTo>
                <a:lnTo>
                  <a:pt x="16708" y="0"/>
                </a:lnTo>
                <a:close/>
              </a:path>
            </a:pathLst>
          </a:custGeom>
          <a:solidFill>
            <a:srgbClr val="2563EB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377630" y="2063649"/>
            <a:ext cx="17145" cy="2451100"/>
          </a:xfrm>
          <a:custGeom>
            <a:avLst/>
            <a:gdLst/>
            <a:ahLst/>
            <a:cxnLst/>
            <a:rect l="l" t="t" r="r" b="b"/>
            <a:pathLst>
              <a:path w="17145" h="2451100">
                <a:moveTo>
                  <a:pt x="16709" y="0"/>
                </a:moveTo>
                <a:lnTo>
                  <a:pt x="0" y="0"/>
                </a:lnTo>
                <a:lnTo>
                  <a:pt x="0" y="2450581"/>
                </a:lnTo>
                <a:lnTo>
                  <a:pt x="16709" y="2450581"/>
                </a:lnTo>
                <a:lnTo>
                  <a:pt x="16709" y="0"/>
                </a:lnTo>
                <a:close/>
              </a:path>
            </a:pathLst>
          </a:custGeom>
          <a:solidFill>
            <a:srgbClr val="7C3AED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299109" y="2063649"/>
            <a:ext cx="17145" cy="2451100"/>
          </a:xfrm>
          <a:custGeom>
            <a:avLst/>
            <a:gdLst/>
            <a:ahLst/>
            <a:cxnLst/>
            <a:rect l="l" t="t" r="r" b="b"/>
            <a:pathLst>
              <a:path w="17145" h="2451100">
                <a:moveTo>
                  <a:pt x="16709" y="0"/>
                </a:moveTo>
                <a:lnTo>
                  <a:pt x="0" y="0"/>
                </a:lnTo>
                <a:lnTo>
                  <a:pt x="0" y="2450581"/>
                </a:lnTo>
                <a:lnTo>
                  <a:pt x="16709" y="2450581"/>
                </a:lnTo>
                <a:lnTo>
                  <a:pt x="16709" y="0"/>
                </a:lnTo>
                <a:close/>
              </a:path>
            </a:pathLst>
          </a:custGeom>
          <a:solidFill>
            <a:srgbClr val="059669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215020" y="2063649"/>
            <a:ext cx="17145" cy="2451100"/>
          </a:xfrm>
          <a:custGeom>
            <a:avLst/>
            <a:gdLst/>
            <a:ahLst/>
            <a:cxnLst/>
            <a:rect l="l" t="t" r="r" b="b"/>
            <a:pathLst>
              <a:path w="17145" h="2451100">
                <a:moveTo>
                  <a:pt x="16708" y="0"/>
                </a:moveTo>
                <a:lnTo>
                  <a:pt x="0" y="0"/>
                </a:lnTo>
                <a:lnTo>
                  <a:pt x="0" y="2450581"/>
                </a:lnTo>
                <a:lnTo>
                  <a:pt x="16708" y="2450581"/>
                </a:lnTo>
                <a:lnTo>
                  <a:pt x="16708" y="0"/>
                </a:lnTo>
                <a:close/>
              </a:path>
            </a:pathLst>
          </a:custGeom>
          <a:solidFill>
            <a:srgbClr val="D97706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370" y="1158491"/>
            <a:ext cx="521970" cy="83185"/>
            <a:chOff x="565370" y="1158491"/>
            <a:chExt cx="521970" cy="831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370" y="1158491"/>
              <a:ext cx="365578" cy="826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6386" y="1160284"/>
              <a:ext cx="130810" cy="79375"/>
            </a:xfrm>
            <a:custGeom>
              <a:avLst/>
              <a:gdLst/>
              <a:ahLst/>
              <a:cxnLst/>
              <a:rect l="l" t="t" r="r" b="b"/>
              <a:pathLst>
                <a:path w="130809" h="79375">
                  <a:moveTo>
                    <a:pt x="49898" y="66421"/>
                  </a:moveTo>
                  <a:lnTo>
                    <a:pt x="13766" y="66421"/>
                  </a:lnTo>
                  <a:lnTo>
                    <a:pt x="13766" y="45593"/>
                  </a:lnTo>
                  <a:lnTo>
                    <a:pt x="47675" y="45593"/>
                  </a:lnTo>
                  <a:lnTo>
                    <a:pt x="47675" y="33261"/>
                  </a:lnTo>
                  <a:lnTo>
                    <a:pt x="13766" y="33261"/>
                  </a:lnTo>
                  <a:lnTo>
                    <a:pt x="13766" y="12649"/>
                  </a:lnTo>
                  <a:lnTo>
                    <a:pt x="49009" y="12649"/>
                  </a:lnTo>
                  <a:lnTo>
                    <a:pt x="49009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49898" y="79082"/>
                  </a:lnTo>
                  <a:lnTo>
                    <a:pt x="49898" y="66421"/>
                  </a:lnTo>
                  <a:close/>
                </a:path>
                <a:path w="130809" h="79375">
                  <a:moveTo>
                    <a:pt x="130771" y="0"/>
                  </a:moveTo>
                  <a:lnTo>
                    <a:pt x="72847" y="0"/>
                  </a:lnTo>
                  <a:lnTo>
                    <a:pt x="72847" y="12649"/>
                  </a:lnTo>
                  <a:lnTo>
                    <a:pt x="94919" y="12649"/>
                  </a:lnTo>
                  <a:lnTo>
                    <a:pt x="94919" y="79082"/>
                  </a:lnTo>
                  <a:lnTo>
                    <a:pt x="108686" y="79082"/>
                  </a:lnTo>
                  <a:lnTo>
                    <a:pt x="108686" y="12649"/>
                  </a:lnTo>
                  <a:lnTo>
                    <a:pt x="130771" y="12649"/>
                  </a:lnTo>
                  <a:lnTo>
                    <a:pt x="13077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277" y="1454522"/>
            <a:ext cx="1767869" cy="28101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458507" y="1672290"/>
            <a:ext cx="60325" cy="57785"/>
          </a:xfrm>
          <a:custGeom>
            <a:avLst/>
            <a:gdLst/>
            <a:ahLst/>
            <a:cxnLst/>
            <a:rect l="l" t="t" r="r" b="b"/>
            <a:pathLst>
              <a:path w="60325" h="57785">
                <a:moveTo>
                  <a:pt x="59838" y="0"/>
                </a:moveTo>
                <a:lnTo>
                  <a:pt x="0" y="0"/>
                </a:lnTo>
                <a:lnTo>
                  <a:pt x="0" y="57186"/>
                </a:lnTo>
                <a:lnTo>
                  <a:pt x="59838" y="57186"/>
                </a:lnTo>
                <a:lnTo>
                  <a:pt x="59838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58507" y="1533676"/>
            <a:ext cx="60325" cy="57785"/>
          </a:xfrm>
          <a:custGeom>
            <a:avLst/>
            <a:gdLst/>
            <a:ahLst/>
            <a:cxnLst/>
            <a:rect l="l" t="t" r="r" b="b"/>
            <a:pathLst>
              <a:path w="60325" h="57784">
                <a:moveTo>
                  <a:pt x="59838" y="0"/>
                </a:moveTo>
                <a:lnTo>
                  <a:pt x="0" y="0"/>
                </a:lnTo>
                <a:lnTo>
                  <a:pt x="0" y="57188"/>
                </a:lnTo>
                <a:lnTo>
                  <a:pt x="59838" y="57188"/>
                </a:lnTo>
                <a:lnTo>
                  <a:pt x="59838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864873" y="1460582"/>
            <a:ext cx="401955" cy="273685"/>
            <a:chOff x="2864873" y="1460582"/>
            <a:chExt cx="401955" cy="273685"/>
          </a:xfrm>
        </p:grpSpPr>
        <p:sp>
          <p:nvSpPr>
            <p:cNvPr id="9" name="object 9"/>
            <p:cNvSpPr/>
            <p:nvPr/>
          </p:nvSpPr>
          <p:spPr>
            <a:xfrm>
              <a:off x="2864873" y="1460582"/>
              <a:ext cx="171450" cy="269240"/>
            </a:xfrm>
            <a:custGeom>
              <a:avLst/>
              <a:gdLst/>
              <a:ahLst/>
              <a:cxnLst/>
              <a:rect l="l" t="t" r="r" b="b"/>
              <a:pathLst>
                <a:path w="171450" h="269239">
                  <a:moveTo>
                    <a:pt x="171184" y="0"/>
                  </a:moveTo>
                  <a:lnTo>
                    <a:pt x="0" y="0"/>
                  </a:lnTo>
                  <a:lnTo>
                    <a:pt x="0" y="268894"/>
                  </a:lnTo>
                  <a:lnTo>
                    <a:pt x="53928" y="268894"/>
                  </a:lnTo>
                  <a:lnTo>
                    <a:pt x="53928" y="160958"/>
                  </a:lnTo>
                  <a:lnTo>
                    <a:pt x="164367" y="160958"/>
                  </a:lnTo>
                  <a:lnTo>
                    <a:pt x="164367" y="113540"/>
                  </a:lnTo>
                  <a:lnTo>
                    <a:pt x="53928" y="113540"/>
                  </a:lnTo>
                  <a:lnTo>
                    <a:pt x="53928" y="48322"/>
                  </a:lnTo>
                  <a:lnTo>
                    <a:pt x="32191" y="48322"/>
                  </a:lnTo>
                  <a:lnTo>
                    <a:pt x="53928" y="26433"/>
                  </a:lnTo>
                  <a:lnTo>
                    <a:pt x="171184" y="26433"/>
                  </a:lnTo>
                  <a:lnTo>
                    <a:pt x="171184" y="0"/>
                  </a:lnTo>
                  <a:close/>
                </a:path>
                <a:path w="171450" h="269239">
                  <a:moveTo>
                    <a:pt x="53928" y="26433"/>
                  </a:moveTo>
                  <a:lnTo>
                    <a:pt x="32191" y="48322"/>
                  </a:lnTo>
                  <a:lnTo>
                    <a:pt x="53928" y="48322"/>
                  </a:lnTo>
                  <a:lnTo>
                    <a:pt x="53928" y="26433"/>
                  </a:lnTo>
                  <a:close/>
                </a:path>
                <a:path w="171450" h="269239">
                  <a:moveTo>
                    <a:pt x="171184" y="26433"/>
                  </a:moveTo>
                  <a:lnTo>
                    <a:pt x="53928" y="26433"/>
                  </a:lnTo>
                  <a:lnTo>
                    <a:pt x="53928" y="48322"/>
                  </a:lnTo>
                  <a:lnTo>
                    <a:pt x="171184" y="48322"/>
                  </a:lnTo>
                  <a:lnTo>
                    <a:pt x="171184" y="26433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3927" y="1521936"/>
              <a:ext cx="192391" cy="21208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11918" y="1526480"/>
            <a:ext cx="169970" cy="20754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38239" y="1526480"/>
            <a:ext cx="184061" cy="20299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91343" y="1456794"/>
            <a:ext cx="1540329" cy="27722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5640138" y="1672366"/>
            <a:ext cx="59690" cy="118745"/>
          </a:xfrm>
          <a:custGeom>
            <a:avLst/>
            <a:gdLst/>
            <a:ahLst/>
            <a:cxnLst/>
            <a:rect l="l" t="t" r="r" b="b"/>
            <a:pathLst>
              <a:path w="59689" h="118744">
                <a:moveTo>
                  <a:pt x="59081" y="0"/>
                </a:moveTo>
                <a:lnTo>
                  <a:pt x="0" y="0"/>
                </a:lnTo>
                <a:lnTo>
                  <a:pt x="0" y="57110"/>
                </a:lnTo>
                <a:lnTo>
                  <a:pt x="24996" y="57110"/>
                </a:lnTo>
                <a:lnTo>
                  <a:pt x="2273" y="118464"/>
                </a:lnTo>
                <a:lnTo>
                  <a:pt x="34085" y="118464"/>
                </a:lnTo>
                <a:lnTo>
                  <a:pt x="59081" y="51963"/>
                </a:lnTo>
                <a:lnTo>
                  <a:pt x="5908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6022645" y="1454522"/>
            <a:ext cx="415290" cy="281305"/>
            <a:chOff x="6022645" y="1454522"/>
            <a:chExt cx="415290" cy="281305"/>
          </a:xfrm>
        </p:grpSpPr>
        <p:sp>
          <p:nvSpPr>
            <p:cNvPr id="16" name="object 16"/>
            <p:cNvSpPr/>
            <p:nvPr/>
          </p:nvSpPr>
          <p:spPr>
            <a:xfrm>
              <a:off x="6022645" y="1454522"/>
              <a:ext cx="203200" cy="281305"/>
            </a:xfrm>
            <a:custGeom>
              <a:avLst/>
              <a:gdLst/>
              <a:ahLst/>
              <a:cxnLst/>
              <a:rect l="l" t="t" r="r" b="b"/>
              <a:pathLst>
                <a:path w="203200" h="281305">
                  <a:moveTo>
                    <a:pt x="101498" y="0"/>
                  </a:moveTo>
                  <a:lnTo>
                    <a:pt x="58316" y="9224"/>
                  </a:lnTo>
                  <a:lnTo>
                    <a:pt x="26462" y="36554"/>
                  </a:lnTo>
                  <a:lnTo>
                    <a:pt x="6688" y="80809"/>
                  </a:lnTo>
                  <a:lnTo>
                    <a:pt x="743" y="119136"/>
                  </a:lnTo>
                  <a:lnTo>
                    <a:pt x="0" y="140886"/>
                  </a:lnTo>
                  <a:lnTo>
                    <a:pt x="743" y="162493"/>
                  </a:lnTo>
                  <a:lnTo>
                    <a:pt x="6688" y="200612"/>
                  </a:lnTo>
                  <a:lnTo>
                    <a:pt x="26462" y="244685"/>
                  </a:lnTo>
                  <a:lnTo>
                    <a:pt x="58316" y="271854"/>
                  </a:lnTo>
                  <a:lnTo>
                    <a:pt x="101498" y="281015"/>
                  </a:lnTo>
                  <a:lnTo>
                    <a:pt x="117134" y="279997"/>
                  </a:lnTo>
                  <a:lnTo>
                    <a:pt x="156715" y="264730"/>
                  </a:lnTo>
                  <a:lnTo>
                    <a:pt x="183746" y="233295"/>
                  </a:lnTo>
                  <a:lnTo>
                    <a:pt x="101498" y="233295"/>
                  </a:lnTo>
                  <a:lnTo>
                    <a:pt x="94320" y="232689"/>
                  </a:lnTo>
                  <a:lnTo>
                    <a:pt x="63550" y="202984"/>
                  </a:lnTo>
                  <a:lnTo>
                    <a:pt x="55766" y="156183"/>
                  </a:lnTo>
                  <a:lnTo>
                    <a:pt x="55441" y="140886"/>
                  </a:lnTo>
                  <a:lnTo>
                    <a:pt x="55766" y="125577"/>
                  </a:lnTo>
                  <a:lnTo>
                    <a:pt x="63550" y="78504"/>
                  </a:lnTo>
                  <a:lnTo>
                    <a:pt x="94320" y="48337"/>
                  </a:lnTo>
                  <a:lnTo>
                    <a:pt x="101498" y="47720"/>
                  </a:lnTo>
                  <a:lnTo>
                    <a:pt x="183577" y="47720"/>
                  </a:lnTo>
                  <a:lnTo>
                    <a:pt x="176702" y="36554"/>
                  </a:lnTo>
                  <a:lnTo>
                    <a:pt x="144743" y="9224"/>
                  </a:lnTo>
                  <a:lnTo>
                    <a:pt x="117134" y="1024"/>
                  </a:lnTo>
                  <a:lnTo>
                    <a:pt x="101498" y="0"/>
                  </a:lnTo>
                  <a:close/>
                </a:path>
                <a:path w="203200" h="281305">
                  <a:moveTo>
                    <a:pt x="183577" y="47720"/>
                  </a:moveTo>
                  <a:lnTo>
                    <a:pt x="101498" y="47720"/>
                  </a:lnTo>
                  <a:lnTo>
                    <a:pt x="108767" y="48337"/>
                  </a:lnTo>
                  <a:lnTo>
                    <a:pt x="115425" y="50191"/>
                  </a:lnTo>
                  <a:lnTo>
                    <a:pt x="142365" y="88169"/>
                  </a:lnTo>
                  <a:lnTo>
                    <a:pt x="147554" y="140886"/>
                  </a:lnTo>
                  <a:lnTo>
                    <a:pt x="147230" y="156183"/>
                  </a:lnTo>
                  <a:lnTo>
                    <a:pt x="139453" y="202984"/>
                  </a:lnTo>
                  <a:lnTo>
                    <a:pt x="108767" y="232689"/>
                  </a:lnTo>
                  <a:lnTo>
                    <a:pt x="101498" y="233295"/>
                  </a:lnTo>
                  <a:lnTo>
                    <a:pt x="183746" y="233295"/>
                  </a:lnTo>
                  <a:lnTo>
                    <a:pt x="200043" y="182447"/>
                  </a:lnTo>
                  <a:lnTo>
                    <a:pt x="202996" y="140886"/>
                  </a:lnTo>
                  <a:lnTo>
                    <a:pt x="202260" y="119136"/>
                  </a:lnTo>
                  <a:lnTo>
                    <a:pt x="200064" y="99219"/>
                  </a:lnTo>
                  <a:lnTo>
                    <a:pt x="196371" y="80809"/>
                  </a:lnTo>
                  <a:lnTo>
                    <a:pt x="191217" y="64230"/>
                  </a:lnTo>
                  <a:lnTo>
                    <a:pt x="184644" y="49452"/>
                  </a:lnTo>
                  <a:lnTo>
                    <a:pt x="183577" y="4772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5026" y="1521936"/>
              <a:ext cx="172699" cy="20754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83169" y="1521936"/>
            <a:ext cx="190878" cy="21208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55056" y="1460582"/>
            <a:ext cx="1997979" cy="27343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6950" y="2063650"/>
            <a:ext cx="4717370" cy="219995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419127" y="2063650"/>
            <a:ext cx="4717371" cy="219995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950" y="4408411"/>
            <a:ext cx="4717370" cy="202173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19127" y="4408411"/>
            <a:ext cx="4717371" cy="2021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3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059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6"/>
            <a:ext cx="913765" cy="200660"/>
            <a:chOff x="556950" y="972026"/>
            <a:chExt cx="913765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6"/>
              <a:ext cx="913765" cy="200660"/>
            </a:xfrm>
            <a:custGeom>
              <a:avLst/>
              <a:gdLst/>
              <a:ahLst/>
              <a:cxnLst/>
              <a:rect l="l" t="t" r="r" b="b"/>
              <a:pathLst>
                <a:path w="913765" h="200659">
                  <a:moveTo>
                    <a:pt x="894075" y="0"/>
                  </a:moveTo>
                  <a:lnTo>
                    <a:pt x="19323" y="0"/>
                  </a:lnTo>
                  <a:lnTo>
                    <a:pt x="16481" y="566"/>
                  </a:lnTo>
                  <a:lnTo>
                    <a:pt x="0" y="19321"/>
                  </a:lnTo>
                  <a:lnTo>
                    <a:pt x="0" y="178224"/>
                  </a:lnTo>
                  <a:lnTo>
                    <a:pt x="0" y="181174"/>
                  </a:lnTo>
                  <a:lnTo>
                    <a:pt x="19323" y="200499"/>
                  </a:lnTo>
                  <a:lnTo>
                    <a:pt x="894075" y="200499"/>
                  </a:lnTo>
                  <a:lnTo>
                    <a:pt x="913398" y="181174"/>
                  </a:lnTo>
                  <a:lnTo>
                    <a:pt x="913398" y="19321"/>
                  </a:lnTo>
                  <a:lnTo>
                    <a:pt x="896916" y="566"/>
                  </a:lnTo>
                  <a:lnTo>
                    <a:pt x="894075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2531" y="1032179"/>
              <a:ext cx="127000" cy="79375"/>
            </a:xfrm>
            <a:custGeom>
              <a:avLst/>
              <a:gdLst/>
              <a:ahLst/>
              <a:cxnLst/>
              <a:rect l="l" t="t" r="r" b="b"/>
              <a:pathLst>
                <a:path w="127000" h="79375">
                  <a:moveTo>
                    <a:pt x="54991" y="53708"/>
                  </a:moveTo>
                  <a:lnTo>
                    <a:pt x="54178" y="50406"/>
                  </a:lnTo>
                  <a:lnTo>
                    <a:pt x="51600" y="45834"/>
                  </a:lnTo>
                  <a:lnTo>
                    <a:pt x="50952" y="44678"/>
                  </a:lnTo>
                  <a:lnTo>
                    <a:pt x="48475" y="42405"/>
                  </a:lnTo>
                  <a:lnTo>
                    <a:pt x="41783" y="39065"/>
                  </a:lnTo>
                  <a:lnTo>
                    <a:pt x="40220" y="38760"/>
                  </a:lnTo>
                  <a:lnTo>
                    <a:pt x="38684" y="38468"/>
                  </a:lnTo>
                  <a:lnTo>
                    <a:pt x="38684" y="52578"/>
                  </a:lnTo>
                  <a:lnTo>
                    <a:pt x="38684" y="58597"/>
                  </a:lnTo>
                  <a:lnTo>
                    <a:pt x="37693" y="60858"/>
                  </a:lnTo>
                  <a:lnTo>
                    <a:pt x="33743" y="64109"/>
                  </a:lnTo>
                  <a:lnTo>
                    <a:pt x="30365" y="65049"/>
                  </a:lnTo>
                  <a:lnTo>
                    <a:pt x="15862" y="65049"/>
                  </a:lnTo>
                  <a:lnTo>
                    <a:pt x="15862" y="45834"/>
                  </a:lnTo>
                  <a:lnTo>
                    <a:pt x="30670" y="45834"/>
                  </a:lnTo>
                  <a:lnTo>
                    <a:pt x="33629" y="46697"/>
                  </a:lnTo>
                  <a:lnTo>
                    <a:pt x="37668" y="50152"/>
                  </a:lnTo>
                  <a:lnTo>
                    <a:pt x="38684" y="52578"/>
                  </a:lnTo>
                  <a:lnTo>
                    <a:pt x="38684" y="38468"/>
                  </a:lnTo>
                  <a:lnTo>
                    <a:pt x="37515" y="38239"/>
                  </a:lnTo>
                  <a:lnTo>
                    <a:pt x="37858" y="38163"/>
                  </a:lnTo>
                  <a:lnTo>
                    <a:pt x="38608" y="37960"/>
                  </a:lnTo>
                  <a:lnTo>
                    <a:pt x="40335" y="37528"/>
                  </a:lnTo>
                  <a:lnTo>
                    <a:pt x="46062" y="34417"/>
                  </a:lnTo>
                  <a:lnTo>
                    <a:pt x="48196" y="32372"/>
                  </a:lnTo>
                  <a:lnTo>
                    <a:pt x="48285" y="32194"/>
                  </a:lnTo>
                  <a:lnTo>
                    <a:pt x="50952" y="27317"/>
                  </a:lnTo>
                  <a:lnTo>
                    <a:pt x="51650" y="24434"/>
                  </a:lnTo>
                  <a:lnTo>
                    <a:pt x="51549" y="14033"/>
                  </a:lnTo>
                  <a:lnTo>
                    <a:pt x="49288" y="8991"/>
                  </a:lnTo>
                  <a:lnTo>
                    <a:pt x="39878" y="1803"/>
                  </a:lnTo>
                  <a:lnTo>
                    <a:pt x="35344" y="596"/>
                  </a:lnTo>
                  <a:lnTo>
                    <a:pt x="35344" y="20142"/>
                  </a:lnTo>
                  <a:lnTo>
                    <a:pt x="35344" y="25946"/>
                  </a:lnTo>
                  <a:lnTo>
                    <a:pt x="34417" y="28206"/>
                  </a:lnTo>
                  <a:lnTo>
                    <a:pt x="30759" y="31394"/>
                  </a:lnTo>
                  <a:lnTo>
                    <a:pt x="27952" y="32194"/>
                  </a:lnTo>
                  <a:lnTo>
                    <a:pt x="15862" y="32194"/>
                  </a:lnTo>
                  <a:lnTo>
                    <a:pt x="15862" y="14033"/>
                  </a:lnTo>
                  <a:lnTo>
                    <a:pt x="27952" y="14033"/>
                  </a:lnTo>
                  <a:lnTo>
                    <a:pt x="30759" y="14820"/>
                  </a:lnTo>
                  <a:lnTo>
                    <a:pt x="34417" y="17919"/>
                  </a:lnTo>
                  <a:lnTo>
                    <a:pt x="35344" y="20142"/>
                  </a:lnTo>
                  <a:lnTo>
                    <a:pt x="35344" y="596"/>
                  </a:lnTo>
                  <a:lnTo>
                    <a:pt x="33108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35839" y="79095"/>
                  </a:lnTo>
                  <a:lnTo>
                    <a:pt x="42824" y="77266"/>
                  </a:lnTo>
                  <a:lnTo>
                    <a:pt x="52552" y="69977"/>
                  </a:lnTo>
                  <a:lnTo>
                    <a:pt x="54775" y="65049"/>
                  </a:lnTo>
                  <a:lnTo>
                    <a:pt x="54991" y="64579"/>
                  </a:lnTo>
                  <a:lnTo>
                    <a:pt x="54991" y="53708"/>
                  </a:lnTo>
                  <a:close/>
                </a:path>
                <a:path w="127000" h="79375">
                  <a:moveTo>
                    <a:pt x="126720" y="0"/>
                  </a:moveTo>
                  <a:lnTo>
                    <a:pt x="76377" y="0"/>
                  </a:lnTo>
                  <a:lnTo>
                    <a:pt x="76377" y="14300"/>
                  </a:lnTo>
                  <a:lnTo>
                    <a:pt x="93611" y="14300"/>
                  </a:lnTo>
                  <a:lnTo>
                    <a:pt x="93611" y="64782"/>
                  </a:lnTo>
                  <a:lnTo>
                    <a:pt x="76377" y="64782"/>
                  </a:lnTo>
                  <a:lnTo>
                    <a:pt x="76377" y="79095"/>
                  </a:lnTo>
                  <a:lnTo>
                    <a:pt x="126720" y="79095"/>
                  </a:lnTo>
                  <a:lnTo>
                    <a:pt x="126720" y="64782"/>
                  </a:lnTo>
                  <a:lnTo>
                    <a:pt x="109474" y="64782"/>
                  </a:lnTo>
                  <a:lnTo>
                    <a:pt x="109474" y="14300"/>
                  </a:lnTo>
                  <a:lnTo>
                    <a:pt x="126720" y="14300"/>
                  </a:lnTo>
                  <a:lnTo>
                    <a:pt x="126720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76" y="1030394"/>
              <a:ext cx="134112" cy="826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7254" y="1032179"/>
              <a:ext cx="201295" cy="79375"/>
            </a:xfrm>
            <a:custGeom>
              <a:avLst/>
              <a:gdLst/>
              <a:ahLst/>
              <a:cxnLst/>
              <a:rect l="l" t="t" r="r" b="b"/>
              <a:pathLst>
                <a:path w="201294" h="79375">
                  <a:moveTo>
                    <a:pt x="50342" y="64782"/>
                  </a:moveTo>
                  <a:lnTo>
                    <a:pt x="15862" y="64782"/>
                  </a:lnTo>
                  <a:lnTo>
                    <a:pt x="15862" y="46405"/>
                  </a:lnTo>
                  <a:lnTo>
                    <a:pt x="48120" y="46405"/>
                  </a:lnTo>
                  <a:lnTo>
                    <a:pt x="48120" y="32461"/>
                  </a:lnTo>
                  <a:lnTo>
                    <a:pt x="15862" y="32461"/>
                  </a:lnTo>
                  <a:lnTo>
                    <a:pt x="15862" y="14300"/>
                  </a:lnTo>
                  <a:lnTo>
                    <a:pt x="49453" y="14300"/>
                  </a:lnTo>
                  <a:lnTo>
                    <a:pt x="49453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50342" y="79095"/>
                  </a:lnTo>
                  <a:lnTo>
                    <a:pt x="50342" y="64782"/>
                  </a:lnTo>
                  <a:close/>
                </a:path>
                <a:path w="201294" h="79375">
                  <a:moveTo>
                    <a:pt x="129654" y="31165"/>
                  </a:moveTo>
                  <a:lnTo>
                    <a:pt x="113347" y="4610"/>
                  </a:lnTo>
                  <a:lnTo>
                    <a:pt x="113347" y="31165"/>
                  </a:lnTo>
                  <a:lnTo>
                    <a:pt x="113334" y="48056"/>
                  </a:lnTo>
                  <a:lnTo>
                    <a:pt x="111734" y="54317"/>
                  </a:lnTo>
                  <a:lnTo>
                    <a:pt x="105283" y="62699"/>
                  </a:lnTo>
                  <a:lnTo>
                    <a:pt x="100622" y="64782"/>
                  </a:lnTo>
                  <a:lnTo>
                    <a:pt x="89865" y="64782"/>
                  </a:lnTo>
                  <a:lnTo>
                    <a:pt x="89865" y="14300"/>
                  </a:lnTo>
                  <a:lnTo>
                    <a:pt x="100622" y="14300"/>
                  </a:lnTo>
                  <a:lnTo>
                    <a:pt x="105283" y="16421"/>
                  </a:lnTo>
                  <a:lnTo>
                    <a:pt x="111734" y="24853"/>
                  </a:lnTo>
                  <a:lnTo>
                    <a:pt x="113347" y="31165"/>
                  </a:lnTo>
                  <a:lnTo>
                    <a:pt x="113347" y="4610"/>
                  </a:lnTo>
                  <a:lnTo>
                    <a:pt x="108064" y="1536"/>
                  </a:lnTo>
                  <a:lnTo>
                    <a:pt x="101727" y="0"/>
                  </a:lnTo>
                  <a:lnTo>
                    <a:pt x="74002" y="0"/>
                  </a:lnTo>
                  <a:lnTo>
                    <a:pt x="74002" y="79095"/>
                  </a:lnTo>
                  <a:lnTo>
                    <a:pt x="101727" y="79095"/>
                  </a:lnTo>
                  <a:lnTo>
                    <a:pt x="129654" y="48056"/>
                  </a:lnTo>
                  <a:lnTo>
                    <a:pt x="129654" y="31165"/>
                  </a:lnTo>
                  <a:close/>
                </a:path>
                <a:path w="201294" h="79375">
                  <a:moveTo>
                    <a:pt x="200723" y="0"/>
                  </a:moveTo>
                  <a:lnTo>
                    <a:pt x="150368" y="0"/>
                  </a:lnTo>
                  <a:lnTo>
                    <a:pt x="150368" y="14300"/>
                  </a:lnTo>
                  <a:lnTo>
                    <a:pt x="167614" y="14300"/>
                  </a:lnTo>
                  <a:lnTo>
                    <a:pt x="167614" y="64782"/>
                  </a:lnTo>
                  <a:lnTo>
                    <a:pt x="150368" y="64782"/>
                  </a:lnTo>
                  <a:lnTo>
                    <a:pt x="150368" y="79095"/>
                  </a:lnTo>
                  <a:lnTo>
                    <a:pt x="200723" y="79095"/>
                  </a:lnTo>
                  <a:lnTo>
                    <a:pt x="200723" y="64782"/>
                  </a:lnTo>
                  <a:lnTo>
                    <a:pt x="183476" y="64782"/>
                  </a:lnTo>
                  <a:lnTo>
                    <a:pt x="183476" y="14300"/>
                  </a:lnTo>
                  <a:lnTo>
                    <a:pt x="200723" y="14300"/>
                  </a:lnTo>
                  <a:lnTo>
                    <a:pt x="20072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8697" y="1030394"/>
              <a:ext cx="136919" cy="826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27091" y="1032177"/>
              <a:ext cx="50800" cy="79375"/>
            </a:xfrm>
            <a:custGeom>
              <a:avLst/>
              <a:gdLst/>
              <a:ahLst/>
              <a:cxnLst/>
              <a:rect l="l" t="t" r="r" b="b"/>
              <a:pathLst>
                <a:path w="50800" h="79375">
                  <a:moveTo>
                    <a:pt x="15861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50349" y="79086"/>
                  </a:lnTo>
                  <a:lnTo>
                    <a:pt x="50349" y="74565"/>
                  </a:lnTo>
                  <a:lnTo>
                    <a:pt x="15861" y="74565"/>
                  </a:lnTo>
                  <a:lnTo>
                    <a:pt x="4188" y="64785"/>
                  </a:lnTo>
                  <a:lnTo>
                    <a:pt x="15861" y="64785"/>
                  </a:lnTo>
                  <a:lnTo>
                    <a:pt x="15861" y="0"/>
                  </a:lnTo>
                  <a:close/>
                </a:path>
                <a:path w="50800" h="79375">
                  <a:moveTo>
                    <a:pt x="15861" y="64785"/>
                  </a:moveTo>
                  <a:lnTo>
                    <a:pt x="4188" y="64785"/>
                  </a:lnTo>
                  <a:lnTo>
                    <a:pt x="15861" y="74565"/>
                  </a:lnTo>
                  <a:lnTo>
                    <a:pt x="15861" y="64785"/>
                  </a:lnTo>
                  <a:close/>
                </a:path>
                <a:path w="50800" h="79375">
                  <a:moveTo>
                    <a:pt x="50349" y="64785"/>
                  </a:moveTo>
                  <a:lnTo>
                    <a:pt x="15861" y="64785"/>
                  </a:lnTo>
                  <a:lnTo>
                    <a:pt x="15861" y="74565"/>
                  </a:lnTo>
                  <a:lnTo>
                    <a:pt x="50349" y="74565"/>
                  </a:lnTo>
                  <a:lnTo>
                    <a:pt x="50349" y="64785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1416" y="1030394"/>
            <a:ext cx="460709" cy="941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5549" y="1030394"/>
            <a:ext cx="521751" cy="941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46267" y="1030394"/>
            <a:ext cx="122529" cy="8265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50111" y="1032065"/>
            <a:ext cx="650518" cy="8053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75129" y="1360332"/>
            <a:ext cx="658495" cy="273685"/>
            <a:chOff x="575129" y="1360332"/>
            <a:chExt cx="658495" cy="273685"/>
          </a:xfrm>
        </p:grpSpPr>
        <p:sp>
          <p:nvSpPr>
            <p:cNvPr id="15" name="object 15"/>
            <p:cNvSpPr/>
            <p:nvPr/>
          </p:nvSpPr>
          <p:spPr>
            <a:xfrm>
              <a:off x="575129" y="1360332"/>
              <a:ext cx="191135" cy="269240"/>
            </a:xfrm>
            <a:custGeom>
              <a:avLst/>
              <a:gdLst/>
              <a:ahLst/>
              <a:cxnLst/>
              <a:rect l="l" t="t" r="r" b="b"/>
              <a:pathLst>
                <a:path w="19113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58005"/>
                  </a:lnTo>
                  <a:lnTo>
                    <a:pt x="33860" y="158005"/>
                  </a:lnTo>
                  <a:lnTo>
                    <a:pt x="53926" y="139903"/>
                  </a:lnTo>
                  <a:lnTo>
                    <a:pt x="190878" y="139903"/>
                  </a:lnTo>
                  <a:lnTo>
                    <a:pt x="190878" y="127476"/>
                  </a:lnTo>
                  <a:lnTo>
                    <a:pt x="53926" y="127476"/>
                  </a:lnTo>
                  <a:lnTo>
                    <a:pt x="33860" y="109374"/>
                  </a:lnTo>
                  <a:lnTo>
                    <a:pt x="53926" y="109374"/>
                  </a:lnTo>
                  <a:lnTo>
                    <a:pt x="53926" y="0"/>
                  </a:lnTo>
                  <a:close/>
                </a:path>
                <a:path w="191134" h="269239">
                  <a:moveTo>
                    <a:pt x="136950" y="139903"/>
                  </a:moveTo>
                  <a:lnTo>
                    <a:pt x="136950" y="268895"/>
                  </a:lnTo>
                  <a:lnTo>
                    <a:pt x="190878" y="268895"/>
                  </a:lnTo>
                  <a:lnTo>
                    <a:pt x="190878" y="158005"/>
                  </a:lnTo>
                  <a:lnTo>
                    <a:pt x="157017" y="158005"/>
                  </a:lnTo>
                  <a:lnTo>
                    <a:pt x="136950" y="139903"/>
                  </a:lnTo>
                  <a:close/>
                </a:path>
                <a:path w="191134" h="269239">
                  <a:moveTo>
                    <a:pt x="53926" y="139903"/>
                  </a:moveTo>
                  <a:lnTo>
                    <a:pt x="33860" y="158005"/>
                  </a:lnTo>
                  <a:lnTo>
                    <a:pt x="53926" y="158005"/>
                  </a:lnTo>
                  <a:lnTo>
                    <a:pt x="53926" y="139903"/>
                  </a:lnTo>
                  <a:close/>
                </a:path>
                <a:path w="191134" h="269239">
                  <a:moveTo>
                    <a:pt x="136950" y="139903"/>
                  </a:moveTo>
                  <a:lnTo>
                    <a:pt x="53926" y="139903"/>
                  </a:lnTo>
                  <a:lnTo>
                    <a:pt x="53926" y="158005"/>
                  </a:lnTo>
                  <a:lnTo>
                    <a:pt x="136950" y="158005"/>
                  </a:lnTo>
                  <a:lnTo>
                    <a:pt x="136950" y="139903"/>
                  </a:lnTo>
                  <a:close/>
                </a:path>
                <a:path w="191134" h="269239">
                  <a:moveTo>
                    <a:pt x="190878" y="139903"/>
                  </a:moveTo>
                  <a:lnTo>
                    <a:pt x="136950" y="139903"/>
                  </a:lnTo>
                  <a:lnTo>
                    <a:pt x="157017" y="158005"/>
                  </a:lnTo>
                  <a:lnTo>
                    <a:pt x="190878" y="158005"/>
                  </a:lnTo>
                  <a:lnTo>
                    <a:pt x="190878" y="139903"/>
                  </a:lnTo>
                  <a:close/>
                </a:path>
                <a:path w="191134" h="269239">
                  <a:moveTo>
                    <a:pt x="53926" y="109374"/>
                  </a:moveTo>
                  <a:lnTo>
                    <a:pt x="33860" y="109374"/>
                  </a:lnTo>
                  <a:lnTo>
                    <a:pt x="53926" y="127476"/>
                  </a:lnTo>
                  <a:lnTo>
                    <a:pt x="53926" y="109374"/>
                  </a:lnTo>
                  <a:close/>
                </a:path>
                <a:path w="191134" h="269239">
                  <a:moveTo>
                    <a:pt x="136950" y="109374"/>
                  </a:moveTo>
                  <a:lnTo>
                    <a:pt x="53926" y="109374"/>
                  </a:lnTo>
                  <a:lnTo>
                    <a:pt x="53926" y="127476"/>
                  </a:lnTo>
                  <a:lnTo>
                    <a:pt x="136950" y="127476"/>
                  </a:lnTo>
                  <a:lnTo>
                    <a:pt x="136950" y="109374"/>
                  </a:lnTo>
                  <a:close/>
                </a:path>
                <a:path w="191134" h="269239">
                  <a:moveTo>
                    <a:pt x="190878" y="0"/>
                  </a:moveTo>
                  <a:lnTo>
                    <a:pt x="136950" y="0"/>
                  </a:lnTo>
                  <a:lnTo>
                    <a:pt x="136950" y="127476"/>
                  </a:lnTo>
                  <a:lnTo>
                    <a:pt x="157017" y="109374"/>
                  </a:lnTo>
                  <a:lnTo>
                    <a:pt x="190878" y="109374"/>
                  </a:lnTo>
                  <a:lnTo>
                    <a:pt x="190878" y="0"/>
                  </a:lnTo>
                  <a:close/>
                </a:path>
                <a:path w="191134" h="269239">
                  <a:moveTo>
                    <a:pt x="190878" y="109374"/>
                  </a:moveTo>
                  <a:lnTo>
                    <a:pt x="157017" y="109374"/>
                  </a:lnTo>
                  <a:lnTo>
                    <a:pt x="136950" y="127476"/>
                  </a:lnTo>
                  <a:lnTo>
                    <a:pt x="190878" y="127476"/>
                  </a:lnTo>
                  <a:lnTo>
                    <a:pt x="190878" y="10937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1604" y="1421686"/>
              <a:ext cx="192391" cy="2120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6717" y="1426230"/>
              <a:ext cx="216631" cy="202998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474969" y="1360332"/>
            <a:ext cx="427355" cy="273685"/>
            <a:chOff x="1474969" y="1360332"/>
            <a:chExt cx="427355" cy="273685"/>
          </a:xfrm>
        </p:grpSpPr>
        <p:sp>
          <p:nvSpPr>
            <p:cNvPr id="19" name="object 19"/>
            <p:cNvSpPr/>
            <p:nvPr/>
          </p:nvSpPr>
          <p:spPr>
            <a:xfrm>
              <a:off x="1474969" y="1360332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5"/>
                  </a:lnTo>
                  <a:lnTo>
                    <a:pt x="84681" y="268895"/>
                  </a:lnTo>
                  <a:lnTo>
                    <a:pt x="93440" y="209057"/>
                  </a:lnTo>
                  <a:lnTo>
                    <a:pt x="62566" y="209057"/>
                  </a:lnTo>
                  <a:lnTo>
                    <a:pt x="65823" y="185545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5"/>
                  </a:moveTo>
                  <a:lnTo>
                    <a:pt x="109073" y="102255"/>
                  </a:lnTo>
                  <a:lnTo>
                    <a:pt x="104528" y="133306"/>
                  </a:lnTo>
                  <a:lnTo>
                    <a:pt x="124376" y="268895"/>
                  </a:lnTo>
                  <a:lnTo>
                    <a:pt x="181333" y="268895"/>
                  </a:lnTo>
                  <a:lnTo>
                    <a:pt x="187502" y="209057"/>
                  </a:lnTo>
                  <a:lnTo>
                    <a:pt x="141342" y="209057"/>
                  </a:lnTo>
                  <a:lnTo>
                    <a:pt x="143233" y="185545"/>
                  </a:lnTo>
                  <a:lnTo>
                    <a:pt x="131694" y="102255"/>
                  </a:lnTo>
                  <a:close/>
                </a:path>
                <a:path w="209550" h="269239">
                  <a:moveTo>
                    <a:pt x="65824" y="185545"/>
                  </a:moveTo>
                  <a:lnTo>
                    <a:pt x="62566" y="209057"/>
                  </a:lnTo>
                  <a:lnTo>
                    <a:pt x="67715" y="209057"/>
                  </a:lnTo>
                  <a:lnTo>
                    <a:pt x="65824" y="185545"/>
                  </a:lnTo>
                  <a:close/>
                </a:path>
                <a:path w="209550" h="269239">
                  <a:moveTo>
                    <a:pt x="121725" y="30298"/>
                  </a:moveTo>
                  <a:lnTo>
                    <a:pt x="87331" y="30298"/>
                  </a:lnTo>
                  <a:lnTo>
                    <a:pt x="65824" y="185545"/>
                  </a:lnTo>
                  <a:lnTo>
                    <a:pt x="67715" y="209057"/>
                  </a:lnTo>
                  <a:lnTo>
                    <a:pt x="93440" y="209057"/>
                  </a:lnTo>
                  <a:lnTo>
                    <a:pt x="104528" y="133306"/>
                  </a:lnTo>
                  <a:lnTo>
                    <a:pt x="99983" y="102255"/>
                  </a:lnTo>
                  <a:lnTo>
                    <a:pt x="131694" y="102255"/>
                  </a:lnTo>
                  <a:lnTo>
                    <a:pt x="121725" y="30298"/>
                  </a:lnTo>
                  <a:close/>
                </a:path>
                <a:path w="209550" h="269239">
                  <a:moveTo>
                    <a:pt x="143233" y="185545"/>
                  </a:moveTo>
                  <a:lnTo>
                    <a:pt x="141342" y="209057"/>
                  </a:lnTo>
                  <a:lnTo>
                    <a:pt x="146490" y="209057"/>
                  </a:lnTo>
                  <a:lnTo>
                    <a:pt x="143233" y="185545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5"/>
                  </a:lnTo>
                  <a:lnTo>
                    <a:pt x="146490" y="209057"/>
                  </a:lnTo>
                  <a:lnTo>
                    <a:pt x="187502" y="209057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3" y="102255"/>
                  </a:moveTo>
                  <a:lnTo>
                    <a:pt x="99983" y="102255"/>
                  </a:lnTo>
                  <a:lnTo>
                    <a:pt x="104528" y="133306"/>
                  </a:lnTo>
                  <a:lnTo>
                    <a:pt x="109073" y="10225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11290" y="1421686"/>
              <a:ext cx="190878" cy="212086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70903" y="1360332"/>
            <a:ext cx="1542307" cy="27343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82098" y="1378587"/>
            <a:ext cx="184819" cy="250640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4222362" y="1360332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51352" y="0"/>
                </a:moveTo>
                <a:lnTo>
                  <a:pt x="0" y="0"/>
                </a:lnTo>
                <a:lnTo>
                  <a:pt x="0" y="268895"/>
                </a:lnTo>
                <a:lnTo>
                  <a:pt x="51352" y="268895"/>
                </a:lnTo>
                <a:lnTo>
                  <a:pt x="51352" y="151945"/>
                </a:lnTo>
                <a:lnTo>
                  <a:pt x="52022" y="140933"/>
                </a:lnTo>
                <a:lnTo>
                  <a:pt x="71594" y="109297"/>
                </a:lnTo>
                <a:lnTo>
                  <a:pt x="51352" y="109297"/>
                </a:lnTo>
                <a:lnTo>
                  <a:pt x="47109" y="105587"/>
                </a:lnTo>
                <a:lnTo>
                  <a:pt x="49712" y="98188"/>
                </a:lnTo>
                <a:lnTo>
                  <a:pt x="51352" y="94668"/>
                </a:lnTo>
                <a:lnTo>
                  <a:pt x="51352" y="0"/>
                </a:lnTo>
                <a:close/>
              </a:path>
              <a:path w="171450" h="269239">
                <a:moveTo>
                  <a:pt x="166557" y="104829"/>
                </a:moveTo>
                <a:lnTo>
                  <a:pt x="98896" y="104829"/>
                </a:lnTo>
                <a:lnTo>
                  <a:pt x="106332" y="108174"/>
                </a:lnTo>
                <a:lnTo>
                  <a:pt x="111608" y="114866"/>
                </a:lnTo>
                <a:lnTo>
                  <a:pt x="115071" y="120739"/>
                </a:lnTo>
                <a:lnTo>
                  <a:pt x="117545" y="128321"/>
                </a:lnTo>
                <a:lnTo>
                  <a:pt x="119028" y="137613"/>
                </a:lnTo>
                <a:lnTo>
                  <a:pt x="119523" y="148614"/>
                </a:lnTo>
                <a:lnTo>
                  <a:pt x="119523" y="268895"/>
                </a:lnTo>
                <a:lnTo>
                  <a:pt x="170875" y="268895"/>
                </a:lnTo>
                <a:lnTo>
                  <a:pt x="170863" y="137613"/>
                </a:lnTo>
                <a:lnTo>
                  <a:pt x="170630" y="131380"/>
                </a:lnTo>
                <a:lnTo>
                  <a:pt x="170516" y="128321"/>
                </a:lnTo>
                <a:lnTo>
                  <a:pt x="170454" y="126681"/>
                </a:lnTo>
                <a:lnTo>
                  <a:pt x="169246" y="116646"/>
                </a:lnTo>
                <a:lnTo>
                  <a:pt x="169190" y="116183"/>
                </a:lnTo>
                <a:lnTo>
                  <a:pt x="167084" y="106437"/>
                </a:lnTo>
                <a:lnTo>
                  <a:pt x="166557" y="104829"/>
                </a:lnTo>
                <a:close/>
              </a:path>
              <a:path w="171450" h="269239">
                <a:moveTo>
                  <a:pt x="51352" y="94668"/>
                </a:moveTo>
                <a:lnTo>
                  <a:pt x="49712" y="98188"/>
                </a:lnTo>
                <a:lnTo>
                  <a:pt x="47109" y="105587"/>
                </a:lnTo>
                <a:lnTo>
                  <a:pt x="51352" y="109297"/>
                </a:lnTo>
                <a:lnTo>
                  <a:pt x="51352" y="94668"/>
                </a:lnTo>
                <a:close/>
              </a:path>
              <a:path w="171450" h="269239">
                <a:moveTo>
                  <a:pt x="109072" y="61353"/>
                </a:moveTo>
                <a:lnTo>
                  <a:pt x="70205" y="71927"/>
                </a:lnTo>
                <a:lnTo>
                  <a:pt x="51352" y="94668"/>
                </a:lnTo>
                <a:lnTo>
                  <a:pt x="51352" y="109297"/>
                </a:lnTo>
                <a:lnTo>
                  <a:pt x="71594" y="109297"/>
                </a:lnTo>
                <a:lnTo>
                  <a:pt x="74236" y="107784"/>
                </a:lnTo>
                <a:lnTo>
                  <a:pt x="81343" y="105587"/>
                </a:lnTo>
                <a:lnTo>
                  <a:pt x="81197" y="105587"/>
                </a:lnTo>
                <a:lnTo>
                  <a:pt x="89302" y="104829"/>
                </a:lnTo>
                <a:lnTo>
                  <a:pt x="166557" y="104829"/>
                </a:lnTo>
                <a:lnTo>
                  <a:pt x="164136" y="97444"/>
                </a:lnTo>
                <a:lnTo>
                  <a:pt x="136380" y="66657"/>
                </a:lnTo>
                <a:lnTo>
                  <a:pt x="119073" y="61943"/>
                </a:lnTo>
                <a:lnTo>
                  <a:pt x="109072" y="613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8078" y="1421686"/>
            <a:ext cx="190878" cy="212086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900272" y="1360332"/>
            <a:ext cx="857885" cy="273685"/>
            <a:chOff x="4900272" y="1360332"/>
            <a:chExt cx="857885" cy="273685"/>
          </a:xfrm>
        </p:grpSpPr>
        <p:sp>
          <p:nvSpPr>
            <p:cNvPr id="26" name="object 26"/>
            <p:cNvSpPr/>
            <p:nvPr/>
          </p:nvSpPr>
          <p:spPr>
            <a:xfrm>
              <a:off x="4900272" y="1360332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82562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90893" y="268895"/>
                  </a:lnTo>
                  <a:lnTo>
                    <a:pt x="112757" y="267733"/>
                  </a:lnTo>
                  <a:lnTo>
                    <a:pt x="162130" y="250299"/>
                  </a:lnTo>
                  <a:lnTo>
                    <a:pt x="182632" y="221175"/>
                  </a:lnTo>
                  <a:lnTo>
                    <a:pt x="53926" y="221175"/>
                  </a:lnTo>
                  <a:lnTo>
                    <a:pt x="53926" y="155809"/>
                  </a:lnTo>
                  <a:lnTo>
                    <a:pt x="174792" y="155809"/>
                  </a:lnTo>
                  <a:lnTo>
                    <a:pt x="174053" y="154713"/>
                  </a:lnTo>
                  <a:lnTo>
                    <a:pt x="133944" y="131882"/>
                  </a:lnTo>
                  <a:lnTo>
                    <a:pt x="109677" y="131882"/>
                  </a:lnTo>
                  <a:lnTo>
                    <a:pt x="109677" y="129068"/>
                  </a:lnTo>
                  <a:lnTo>
                    <a:pt x="128059" y="129068"/>
                  </a:lnTo>
                  <a:lnTo>
                    <a:pt x="130258" y="128623"/>
                  </a:lnTo>
                  <a:lnTo>
                    <a:pt x="162881" y="109451"/>
                  </a:lnTo>
                  <a:lnTo>
                    <a:pt x="53926" y="109451"/>
                  </a:lnTo>
                  <a:lnTo>
                    <a:pt x="53926" y="47718"/>
                  </a:lnTo>
                  <a:lnTo>
                    <a:pt x="171674" y="47718"/>
                  </a:lnTo>
                  <a:lnTo>
                    <a:pt x="169572" y="40940"/>
                  </a:lnTo>
                  <a:lnTo>
                    <a:pt x="138247" y="10310"/>
                  </a:lnTo>
                  <a:lnTo>
                    <a:pt x="103746" y="1145"/>
                  </a:lnTo>
                  <a:lnTo>
                    <a:pt x="82562" y="0"/>
                  </a:lnTo>
                  <a:close/>
                </a:path>
                <a:path w="187325" h="269239">
                  <a:moveTo>
                    <a:pt x="174792" y="155809"/>
                  </a:moveTo>
                  <a:lnTo>
                    <a:pt x="91042" y="155809"/>
                  </a:lnTo>
                  <a:lnTo>
                    <a:pt x="100369" y="156361"/>
                  </a:lnTo>
                  <a:lnTo>
                    <a:pt x="108503" y="158015"/>
                  </a:lnTo>
                  <a:lnTo>
                    <a:pt x="131494" y="189363"/>
                  </a:lnTo>
                  <a:lnTo>
                    <a:pt x="131494" y="199209"/>
                  </a:lnTo>
                  <a:lnTo>
                    <a:pt x="91042" y="220950"/>
                  </a:lnTo>
                  <a:lnTo>
                    <a:pt x="53926" y="221175"/>
                  </a:lnTo>
                  <a:lnTo>
                    <a:pt x="182632" y="221175"/>
                  </a:lnTo>
                  <a:lnTo>
                    <a:pt x="185368" y="212426"/>
                  </a:lnTo>
                  <a:lnTo>
                    <a:pt x="186936" y="195268"/>
                  </a:lnTo>
                  <a:lnTo>
                    <a:pt x="186422" y="186039"/>
                  </a:lnTo>
                  <a:lnTo>
                    <a:pt x="184881" y="177358"/>
                  </a:lnTo>
                  <a:lnTo>
                    <a:pt x="182395" y="169487"/>
                  </a:lnTo>
                  <a:lnTo>
                    <a:pt x="182313" y="169225"/>
                  </a:lnTo>
                  <a:lnTo>
                    <a:pt x="178716" y="161641"/>
                  </a:lnTo>
                  <a:lnTo>
                    <a:pt x="174792" y="155809"/>
                  </a:lnTo>
                  <a:close/>
                </a:path>
                <a:path w="187325" h="269239">
                  <a:moveTo>
                    <a:pt x="109677" y="129068"/>
                  </a:moveTo>
                  <a:lnTo>
                    <a:pt x="109677" y="131882"/>
                  </a:lnTo>
                  <a:lnTo>
                    <a:pt x="108902" y="131882"/>
                  </a:lnTo>
                  <a:lnTo>
                    <a:pt x="120464" y="130605"/>
                  </a:lnTo>
                  <a:lnTo>
                    <a:pt x="122989" y="130094"/>
                  </a:lnTo>
                  <a:lnTo>
                    <a:pt x="123704" y="130094"/>
                  </a:lnTo>
                  <a:lnTo>
                    <a:pt x="109677" y="129068"/>
                  </a:lnTo>
                  <a:close/>
                </a:path>
                <a:path w="187325" h="269239">
                  <a:moveTo>
                    <a:pt x="122989" y="130094"/>
                  </a:moveTo>
                  <a:lnTo>
                    <a:pt x="120464" y="130605"/>
                  </a:lnTo>
                  <a:lnTo>
                    <a:pt x="108902" y="131882"/>
                  </a:lnTo>
                  <a:lnTo>
                    <a:pt x="133944" y="131882"/>
                  </a:lnTo>
                  <a:lnTo>
                    <a:pt x="122989" y="130094"/>
                  </a:lnTo>
                  <a:close/>
                </a:path>
                <a:path w="187325" h="269239">
                  <a:moveTo>
                    <a:pt x="128059" y="129068"/>
                  </a:moveTo>
                  <a:lnTo>
                    <a:pt x="109677" y="129068"/>
                  </a:lnTo>
                  <a:lnTo>
                    <a:pt x="123704" y="130094"/>
                  </a:lnTo>
                  <a:lnTo>
                    <a:pt x="122989" y="130094"/>
                  </a:lnTo>
                  <a:lnTo>
                    <a:pt x="128059" y="129068"/>
                  </a:lnTo>
                  <a:close/>
                </a:path>
                <a:path w="187325" h="269239">
                  <a:moveTo>
                    <a:pt x="171674" y="47718"/>
                  </a:moveTo>
                  <a:lnTo>
                    <a:pt x="82254" y="47718"/>
                  </a:lnTo>
                  <a:lnTo>
                    <a:pt x="91224" y="48213"/>
                  </a:lnTo>
                  <a:lnTo>
                    <a:pt x="98968" y="49697"/>
                  </a:lnTo>
                  <a:lnTo>
                    <a:pt x="105486" y="52171"/>
                  </a:lnTo>
                  <a:lnTo>
                    <a:pt x="110777" y="55633"/>
                  </a:lnTo>
                  <a:lnTo>
                    <a:pt x="117013" y="60910"/>
                  </a:lnTo>
                  <a:lnTo>
                    <a:pt x="120133" y="68472"/>
                  </a:lnTo>
                  <a:lnTo>
                    <a:pt x="120133" y="88216"/>
                  </a:lnTo>
                  <a:lnTo>
                    <a:pt x="82254" y="109451"/>
                  </a:lnTo>
                  <a:lnTo>
                    <a:pt x="162881" y="109451"/>
                  </a:lnTo>
                  <a:lnTo>
                    <a:pt x="175574" y="72111"/>
                  </a:lnTo>
                  <a:lnTo>
                    <a:pt x="174090" y="55633"/>
                  </a:lnTo>
                  <a:lnTo>
                    <a:pt x="174074" y="55455"/>
                  </a:lnTo>
                  <a:lnTo>
                    <a:pt x="171674" y="47718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19776" y="1421686"/>
              <a:ext cx="190877" cy="21208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53221" y="1421686"/>
              <a:ext cx="178451" cy="2120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2725" y="1378587"/>
              <a:ext cx="184818" cy="250640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22645" y="1354272"/>
            <a:ext cx="2914636" cy="336309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556950" y="2470223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56950" y="1929980"/>
            <a:ext cx="155946" cy="15594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11152" y="1967407"/>
            <a:ext cx="626039" cy="97845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1541983" y="1963407"/>
            <a:ext cx="754380" cy="121920"/>
          </a:xfrm>
          <a:custGeom>
            <a:avLst/>
            <a:gdLst/>
            <a:ahLst/>
            <a:cxnLst/>
            <a:rect l="l" t="t" r="r" b="b"/>
            <a:pathLst>
              <a:path w="754380" h="121919">
                <a:moveTo>
                  <a:pt x="43840" y="0"/>
                </a:moveTo>
                <a:lnTo>
                  <a:pt x="25552" y="0"/>
                </a:lnTo>
                <a:lnTo>
                  <a:pt x="18923" y="6248"/>
                </a:lnTo>
                <a:lnTo>
                  <a:pt x="749" y="44577"/>
                </a:lnTo>
                <a:lnTo>
                  <a:pt x="0" y="51015"/>
                </a:lnTo>
                <a:lnTo>
                  <a:pt x="0" y="63931"/>
                </a:lnTo>
                <a:lnTo>
                  <a:pt x="13754" y="102387"/>
                </a:lnTo>
                <a:lnTo>
                  <a:pt x="25552" y="114947"/>
                </a:lnTo>
                <a:lnTo>
                  <a:pt x="43840" y="114947"/>
                </a:lnTo>
                <a:lnTo>
                  <a:pt x="37642" y="108534"/>
                </a:lnTo>
                <a:lnTo>
                  <a:pt x="32778" y="102146"/>
                </a:lnTo>
                <a:lnTo>
                  <a:pt x="25781" y="89395"/>
                </a:lnTo>
                <a:lnTo>
                  <a:pt x="23317" y="83032"/>
                </a:lnTo>
                <a:lnTo>
                  <a:pt x="20447" y="70281"/>
                </a:lnTo>
                <a:lnTo>
                  <a:pt x="19723" y="63893"/>
                </a:lnTo>
                <a:lnTo>
                  <a:pt x="19723" y="51054"/>
                </a:lnTo>
                <a:lnTo>
                  <a:pt x="32778" y="12700"/>
                </a:lnTo>
                <a:lnTo>
                  <a:pt x="37642" y="6324"/>
                </a:lnTo>
                <a:lnTo>
                  <a:pt x="43840" y="0"/>
                </a:lnTo>
                <a:close/>
              </a:path>
              <a:path w="754380" h="121919">
                <a:moveTo>
                  <a:pt x="135801" y="85864"/>
                </a:moveTo>
                <a:lnTo>
                  <a:pt x="113017" y="85864"/>
                </a:lnTo>
                <a:lnTo>
                  <a:pt x="113017" y="20815"/>
                </a:lnTo>
                <a:lnTo>
                  <a:pt x="111086" y="15036"/>
                </a:lnTo>
                <a:lnTo>
                  <a:pt x="103327" y="7277"/>
                </a:lnTo>
                <a:lnTo>
                  <a:pt x="97548" y="5346"/>
                </a:lnTo>
                <a:lnTo>
                  <a:pt x="71107" y="5346"/>
                </a:lnTo>
                <a:lnTo>
                  <a:pt x="71107" y="19723"/>
                </a:lnTo>
                <a:lnTo>
                  <a:pt x="89306" y="19723"/>
                </a:lnTo>
                <a:lnTo>
                  <a:pt x="91351" y="20434"/>
                </a:lnTo>
                <a:lnTo>
                  <a:pt x="94195" y="23266"/>
                </a:lnTo>
                <a:lnTo>
                  <a:pt x="94894" y="25323"/>
                </a:lnTo>
                <a:lnTo>
                  <a:pt x="94894" y="85864"/>
                </a:lnTo>
                <a:lnTo>
                  <a:pt x="68427" y="85864"/>
                </a:lnTo>
                <a:lnTo>
                  <a:pt x="68427" y="100253"/>
                </a:lnTo>
                <a:lnTo>
                  <a:pt x="135801" y="100253"/>
                </a:lnTo>
                <a:lnTo>
                  <a:pt x="135801" y="95440"/>
                </a:lnTo>
                <a:lnTo>
                  <a:pt x="135801" y="85864"/>
                </a:lnTo>
                <a:close/>
              </a:path>
              <a:path w="754380" h="121919">
                <a:moveTo>
                  <a:pt x="216268" y="56807"/>
                </a:moveTo>
                <a:lnTo>
                  <a:pt x="197446" y="29984"/>
                </a:lnTo>
                <a:lnTo>
                  <a:pt x="197446" y="57492"/>
                </a:lnTo>
                <a:lnTo>
                  <a:pt x="197446" y="71272"/>
                </a:lnTo>
                <a:lnTo>
                  <a:pt x="196138" y="76581"/>
                </a:lnTo>
                <a:lnTo>
                  <a:pt x="190893" y="84010"/>
                </a:lnTo>
                <a:lnTo>
                  <a:pt x="187159" y="85864"/>
                </a:lnTo>
                <a:lnTo>
                  <a:pt x="177469" y="85864"/>
                </a:lnTo>
                <a:lnTo>
                  <a:pt x="173736" y="84010"/>
                </a:lnTo>
                <a:lnTo>
                  <a:pt x="168490" y="76581"/>
                </a:lnTo>
                <a:lnTo>
                  <a:pt x="167182" y="71272"/>
                </a:lnTo>
                <a:lnTo>
                  <a:pt x="167182" y="57492"/>
                </a:lnTo>
                <a:lnTo>
                  <a:pt x="168490" y="52209"/>
                </a:lnTo>
                <a:lnTo>
                  <a:pt x="173736" y="44831"/>
                </a:lnTo>
                <a:lnTo>
                  <a:pt x="177469" y="42989"/>
                </a:lnTo>
                <a:lnTo>
                  <a:pt x="187159" y="42989"/>
                </a:lnTo>
                <a:lnTo>
                  <a:pt x="190893" y="44831"/>
                </a:lnTo>
                <a:lnTo>
                  <a:pt x="196138" y="52209"/>
                </a:lnTo>
                <a:lnTo>
                  <a:pt x="197446" y="57492"/>
                </a:lnTo>
                <a:lnTo>
                  <a:pt x="197446" y="29984"/>
                </a:lnTo>
                <a:lnTo>
                  <a:pt x="195021" y="28524"/>
                </a:lnTo>
                <a:lnTo>
                  <a:pt x="189090" y="27000"/>
                </a:lnTo>
                <a:lnTo>
                  <a:pt x="175539" y="27000"/>
                </a:lnTo>
                <a:lnTo>
                  <a:pt x="148361" y="56807"/>
                </a:lnTo>
                <a:lnTo>
                  <a:pt x="148361" y="72021"/>
                </a:lnTo>
                <a:lnTo>
                  <a:pt x="175539" y="101854"/>
                </a:lnTo>
                <a:lnTo>
                  <a:pt x="189090" y="101854"/>
                </a:lnTo>
                <a:lnTo>
                  <a:pt x="216268" y="72021"/>
                </a:lnTo>
                <a:lnTo>
                  <a:pt x="216268" y="56807"/>
                </a:lnTo>
                <a:close/>
              </a:path>
              <a:path w="754380" h="121919">
                <a:moveTo>
                  <a:pt x="292989" y="100253"/>
                </a:moveTo>
                <a:lnTo>
                  <a:pt x="292912" y="48171"/>
                </a:lnTo>
                <a:lnTo>
                  <a:pt x="292188" y="43967"/>
                </a:lnTo>
                <a:lnTo>
                  <a:pt x="291541" y="42341"/>
                </a:lnTo>
                <a:lnTo>
                  <a:pt x="288988" y="35902"/>
                </a:lnTo>
                <a:lnTo>
                  <a:pt x="286613" y="32829"/>
                </a:lnTo>
                <a:lnTo>
                  <a:pt x="283514" y="30607"/>
                </a:lnTo>
                <a:lnTo>
                  <a:pt x="280022" y="28143"/>
                </a:lnTo>
                <a:lnTo>
                  <a:pt x="275805" y="27000"/>
                </a:lnTo>
                <a:lnTo>
                  <a:pt x="266725" y="27000"/>
                </a:lnTo>
                <a:lnTo>
                  <a:pt x="248932" y="40741"/>
                </a:lnTo>
                <a:lnTo>
                  <a:pt x="248881" y="38862"/>
                </a:lnTo>
                <a:lnTo>
                  <a:pt x="248793" y="35902"/>
                </a:lnTo>
                <a:lnTo>
                  <a:pt x="248704" y="32829"/>
                </a:lnTo>
                <a:lnTo>
                  <a:pt x="248589" y="28600"/>
                </a:lnTo>
                <a:lnTo>
                  <a:pt x="232041" y="28600"/>
                </a:lnTo>
                <a:lnTo>
                  <a:pt x="232041" y="100253"/>
                </a:lnTo>
                <a:lnTo>
                  <a:pt x="250164" y="100253"/>
                </a:lnTo>
                <a:lnTo>
                  <a:pt x="250164" y="55143"/>
                </a:lnTo>
                <a:lnTo>
                  <a:pt x="250698" y="52590"/>
                </a:lnTo>
                <a:lnTo>
                  <a:pt x="261353" y="42341"/>
                </a:lnTo>
                <a:lnTo>
                  <a:pt x="267512" y="42341"/>
                </a:lnTo>
                <a:lnTo>
                  <a:pt x="270281" y="43599"/>
                </a:lnTo>
                <a:lnTo>
                  <a:pt x="273951" y="48653"/>
                </a:lnTo>
                <a:lnTo>
                  <a:pt x="274751" y="52120"/>
                </a:lnTo>
                <a:lnTo>
                  <a:pt x="274866" y="100253"/>
                </a:lnTo>
                <a:lnTo>
                  <a:pt x="292989" y="100253"/>
                </a:lnTo>
                <a:close/>
              </a:path>
              <a:path w="754380" h="121919">
                <a:moveTo>
                  <a:pt x="375869" y="28600"/>
                </a:moveTo>
                <a:lnTo>
                  <a:pt x="358279" y="28600"/>
                </a:lnTo>
                <a:lnTo>
                  <a:pt x="358165" y="32461"/>
                </a:lnTo>
                <a:lnTo>
                  <a:pt x="358076" y="35534"/>
                </a:lnTo>
                <a:lnTo>
                  <a:pt x="357949" y="39509"/>
                </a:lnTo>
                <a:lnTo>
                  <a:pt x="357771" y="39128"/>
                </a:lnTo>
                <a:lnTo>
                  <a:pt x="357771" y="57569"/>
                </a:lnTo>
                <a:lnTo>
                  <a:pt x="357708" y="68605"/>
                </a:lnTo>
                <a:lnTo>
                  <a:pt x="356273" y="73583"/>
                </a:lnTo>
                <a:lnTo>
                  <a:pt x="350621" y="80289"/>
                </a:lnTo>
                <a:lnTo>
                  <a:pt x="346951" y="81965"/>
                </a:lnTo>
                <a:lnTo>
                  <a:pt x="337616" y="81965"/>
                </a:lnTo>
                <a:lnTo>
                  <a:pt x="333844" y="80289"/>
                </a:lnTo>
                <a:lnTo>
                  <a:pt x="328409" y="73583"/>
                </a:lnTo>
                <a:lnTo>
                  <a:pt x="327050" y="68605"/>
                </a:lnTo>
                <a:lnTo>
                  <a:pt x="327101" y="55194"/>
                </a:lnTo>
                <a:lnTo>
                  <a:pt x="328396" y="50342"/>
                </a:lnTo>
                <a:lnTo>
                  <a:pt x="333756" y="43434"/>
                </a:lnTo>
                <a:lnTo>
                  <a:pt x="337553" y="41706"/>
                </a:lnTo>
                <a:lnTo>
                  <a:pt x="345478" y="41706"/>
                </a:lnTo>
                <a:lnTo>
                  <a:pt x="357771" y="57569"/>
                </a:lnTo>
                <a:lnTo>
                  <a:pt x="357771" y="39128"/>
                </a:lnTo>
                <a:lnTo>
                  <a:pt x="356133" y="35534"/>
                </a:lnTo>
                <a:lnTo>
                  <a:pt x="353491" y="32461"/>
                </a:lnTo>
                <a:lnTo>
                  <a:pt x="346519" y="28092"/>
                </a:lnTo>
                <a:lnTo>
                  <a:pt x="342353" y="27000"/>
                </a:lnTo>
                <a:lnTo>
                  <a:pt x="331812" y="27000"/>
                </a:lnTo>
                <a:lnTo>
                  <a:pt x="308229" y="55194"/>
                </a:lnTo>
                <a:lnTo>
                  <a:pt x="308229" y="69075"/>
                </a:lnTo>
                <a:lnTo>
                  <a:pt x="332206" y="96507"/>
                </a:lnTo>
                <a:lnTo>
                  <a:pt x="342912" y="96507"/>
                </a:lnTo>
                <a:lnTo>
                  <a:pt x="347065" y="95504"/>
                </a:lnTo>
                <a:lnTo>
                  <a:pt x="353631" y="91465"/>
                </a:lnTo>
                <a:lnTo>
                  <a:pt x="356095" y="88811"/>
                </a:lnTo>
                <a:lnTo>
                  <a:pt x="357746" y="85483"/>
                </a:lnTo>
                <a:lnTo>
                  <a:pt x="357682" y="98285"/>
                </a:lnTo>
                <a:lnTo>
                  <a:pt x="356489" y="101320"/>
                </a:lnTo>
                <a:lnTo>
                  <a:pt x="356425" y="101473"/>
                </a:lnTo>
                <a:lnTo>
                  <a:pt x="351167" y="106057"/>
                </a:lnTo>
                <a:lnTo>
                  <a:pt x="347319" y="107200"/>
                </a:lnTo>
                <a:lnTo>
                  <a:pt x="338620" y="107200"/>
                </a:lnTo>
                <a:lnTo>
                  <a:pt x="335826" y="106578"/>
                </a:lnTo>
                <a:lnTo>
                  <a:pt x="331889" y="104076"/>
                </a:lnTo>
                <a:lnTo>
                  <a:pt x="330530" y="102374"/>
                </a:lnTo>
                <a:lnTo>
                  <a:pt x="329780" y="100190"/>
                </a:lnTo>
                <a:lnTo>
                  <a:pt x="310794" y="101320"/>
                </a:lnTo>
                <a:lnTo>
                  <a:pt x="336410" y="121907"/>
                </a:lnTo>
                <a:lnTo>
                  <a:pt x="349059" y="121907"/>
                </a:lnTo>
                <a:lnTo>
                  <a:pt x="375869" y="98285"/>
                </a:lnTo>
                <a:lnTo>
                  <a:pt x="375869" y="85483"/>
                </a:lnTo>
                <a:lnTo>
                  <a:pt x="375869" y="81965"/>
                </a:lnTo>
                <a:lnTo>
                  <a:pt x="375869" y="41706"/>
                </a:lnTo>
                <a:lnTo>
                  <a:pt x="375869" y="39509"/>
                </a:lnTo>
                <a:lnTo>
                  <a:pt x="375869" y="28600"/>
                </a:lnTo>
                <a:close/>
              </a:path>
              <a:path w="754380" h="121919">
                <a:moveTo>
                  <a:pt x="453923" y="100253"/>
                </a:moveTo>
                <a:lnTo>
                  <a:pt x="391909" y="100253"/>
                </a:lnTo>
                <a:lnTo>
                  <a:pt x="391909" y="116446"/>
                </a:lnTo>
                <a:lnTo>
                  <a:pt x="453923" y="116446"/>
                </a:lnTo>
                <a:lnTo>
                  <a:pt x="453923" y="100253"/>
                </a:lnTo>
                <a:close/>
              </a:path>
              <a:path w="754380" h="121919">
                <a:moveTo>
                  <a:pt x="536956" y="73672"/>
                </a:moveTo>
                <a:lnTo>
                  <a:pt x="518947" y="72707"/>
                </a:lnTo>
                <a:lnTo>
                  <a:pt x="518083" y="76987"/>
                </a:lnTo>
                <a:lnTo>
                  <a:pt x="516382" y="80251"/>
                </a:lnTo>
                <a:lnTo>
                  <a:pt x="511314" y="84747"/>
                </a:lnTo>
                <a:lnTo>
                  <a:pt x="508190" y="85864"/>
                </a:lnTo>
                <a:lnTo>
                  <a:pt x="499554" y="85864"/>
                </a:lnTo>
                <a:lnTo>
                  <a:pt x="495668" y="83959"/>
                </a:lnTo>
                <a:lnTo>
                  <a:pt x="490029" y="76301"/>
                </a:lnTo>
                <a:lnTo>
                  <a:pt x="488619" y="71069"/>
                </a:lnTo>
                <a:lnTo>
                  <a:pt x="488619" y="57772"/>
                </a:lnTo>
                <a:lnTo>
                  <a:pt x="490029" y="52539"/>
                </a:lnTo>
                <a:lnTo>
                  <a:pt x="495668" y="44894"/>
                </a:lnTo>
                <a:lnTo>
                  <a:pt x="499554" y="42989"/>
                </a:lnTo>
                <a:lnTo>
                  <a:pt x="508139" y="42989"/>
                </a:lnTo>
                <a:lnTo>
                  <a:pt x="511187" y="44056"/>
                </a:lnTo>
                <a:lnTo>
                  <a:pt x="516128" y="48336"/>
                </a:lnTo>
                <a:lnTo>
                  <a:pt x="517817" y="51409"/>
                </a:lnTo>
                <a:lnTo>
                  <a:pt x="518731" y="55435"/>
                </a:lnTo>
                <a:lnTo>
                  <a:pt x="536740" y="54483"/>
                </a:lnTo>
                <a:lnTo>
                  <a:pt x="509981" y="27000"/>
                </a:lnTo>
                <a:lnTo>
                  <a:pt x="497535" y="27000"/>
                </a:lnTo>
                <a:lnTo>
                  <a:pt x="469798" y="56997"/>
                </a:lnTo>
                <a:lnTo>
                  <a:pt x="469798" y="71856"/>
                </a:lnTo>
                <a:lnTo>
                  <a:pt x="497535" y="101854"/>
                </a:lnTo>
                <a:lnTo>
                  <a:pt x="504342" y="101854"/>
                </a:lnTo>
                <a:lnTo>
                  <a:pt x="510032" y="101854"/>
                </a:lnTo>
                <a:lnTo>
                  <a:pt x="536194" y="79311"/>
                </a:lnTo>
                <a:lnTo>
                  <a:pt x="536956" y="73672"/>
                </a:lnTo>
                <a:close/>
              </a:path>
              <a:path w="754380" h="121919">
                <a:moveTo>
                  <a:pt x="617270" y="56807"/>
                </a:moveTo>
                <a:lnTo>
                  <a:pt x="615861" y="50177"/>
                </a:lnTo>
                <a:lnTo>
                  <a:pt x="612216" y="42989"/>
                </a:lnTo>
                <a:lnTo>
                  <a:pt x="610184" y="38963"/>
                </a:lnTo>
                <a:lnTo>
                  <a:pt x="606221" y="34632"/>
                </a:lnTo>
                <a:lnTo>
                  <a:pt x="598449" y="29984"/>
                </a:lnTo>
                <a:lnTo>
                  <a:pt x="598449" y="57492"/>
                </a:lnTo>
                <a:lnTo>
                  <a:pt x="598449" y="71272"/>
                </a:lnTo>
                <a:lnTo>
                  <a:pt x="597141" y="76581"/>
                </a:lnTo>
                <a:lnTo>
                  <a:pt x="591896" y="84010"/>
                </a:lnTo>
                <a:lnTo>
                  <a:pt x="588162" y="85864"/>
                </a:lnTo>
                <a:lnTo>
                  <a:pt x="578472" y="85864"/>
                </a:lnTo>
                <a:lnTo>
                  <a:pt x="574738" y="84010"/>
                </a:lnTo>
                <a:lnTo>
                  <a:pt x="569493" y="76581"/>
                </a:lnTo>
                <a:lnTo>
                  <a:pt x="568185" y="71272"/>
                </a:lnTo>
                <a:lnTo>
                  <a:pt x="568185" y="57492"/>
                </a:lnTo>
                <a:lnTo>
                  <a:pt x="569493" y="52209"/>
                </a:lnTo>
                <a:lnTo>
                  <a:pt x="574738" y="44831"/>
                </a:lnTo>
                <a:lnTo>
                  <a:pt x="578472" y="42989"/>
                </a:lnTo>
                <a:lnTo>
                  <a:pt x="588162" y="42989"/>
                </a:lnTo>
                <a:lnTo>
                  <a:pt x="591896" y="44831"/>
                </a:lnTo>
                <a:lnTo>
                  <a:pt x="597141" y="52209"/>
                </a:lnTo>
                <a:lnTo>
                  <a:pt x="598449" y="57492"/>
                </a:lnTo>
                <a:lnTo>
                  <a:pt x="598449" y="29984"/>
                </a:lnTo>
                <a:lnTo>
                  <a:pt x="596023" y="28524"/>
                </a:lnTo>
                <a:lnTo>
                  <a:pt x="590092" y="27000"/>
                </a:lnTo>
                <a:lnTo>
                  <a:pt x="576541" y="27000"/>
                </a:lnTo>
                <a:lnTo>
                  <a:pt x="549363" y="56807"/>
                </a:lnTo>
                <a:lnTo>
                  <a:pt x="549363" y="72021"/>
                </a:lnTo>
                <a:lnTo>
                  <a:pt x="576541" y="101854"/>
                </a:lnTo>
                <a:lnTo>
                  <a:pt x="590092" y="101854"/>
                </a:lnTo>
                <a:lnTo>
                  <a:pt x="617270" y="72021"/>
                </a:lnTo>
                <a:lnTo>
                  <a:pt x="617270" y="56807"/>
                </a:lnTo>
                <a:close/>
              </a:path>
              <a:path w="754380" h="121919">
                <a:moveTo>
                  <a:pt x="694524" y="28600"/>
                </a:moveTo>
                <a:lnTo>
                  <a:pt x="668007" y="28600"/>
                </a:lnTo>
                <a:lnTo>
                  <a:pt x="668007" y="11785"/>
                </a:lnTo>
                <a:lnTo>
                  <a:pt x="649884" y="11785"/>
                </a:lnTo>
                <a:lnTo>
                  <a:pt x="649884" y="28600"/>
                </a:lnTo>
                <a:lnTo>
                  <a:pt x="629297" y="28600"/>
                </a:lnTo>
                <a:lnTo>
                  <a:pt x="629297" y="42989"/>
                </a:lnTo>
                <a:lnTo>
                  <a:pt x="649884" y="42989"/>
                </a:lnTo>
                <a:lnTo>
                  <a:pt x="649884" y="85458"/>
                </a:lnTo>
                <a:lnTo>
                  <a:pt x="651776" y="91097"/>
                </a:lnTo>
                <a:lnTo>
                  <a:pt x="659345" y="98412"/>
                </a:lnTo>
                <a:lnTo>
                  <a:pt x="665264" y="100253"/>
                </a:lnTo>
                <a:lnTo>
                  <a:pt x="694524" y="100253"/>
                </a:lnTo>
                <a:lnTo>
                  <a:pt x="694524" y="85864"/>
                </a:lnTo>
                <a:lnTo>
                  <a:pt x="674408" y="85864"/>
                </a:lnTo>
                <a:lnTo>
                  <a:pt x="671995" y="85064"/>
                </a:lnTo>
                <a:lnTo>
                  <a:pt x="668807" y="81838"/>
                </a:lnTo>
                <a:lnTo>
                  <a:pt x="668007" y="79375"/>
                </a:lnTo>
                <a:lnTo>
                  <a:pt x="668007" y="42989"/>
                </a:lnTo>
                <a:lnTo>
                  <a:pt x="694524" y="42989"/>
                </a:lnTo>
                <a:lnTo>
                  <a:pt x="694524" y="28600"/>
                </a:lnTo>
                <a:close/>
              </a:path>
              <a:path w="754380" h="121919">
                <a:moveTo>
                  <a:pt x="754138" y="80086"/>
                </a:moveTo>
                <a:lnTo>
                  <a:pt x="733285" y="80086"/>
                </a:lnTo>
                <a:lnTo>
                  <a:pt x="733285" y="100253"/>
                </a:lnTo>
                <a:lnTo>
                  <a:pt x="742111" y="100253"/>
                </a:lnTo>
                <a:lnTo>
                  <a:pt x="734085" y="121907"/>
                </a:lnTo>
                <a:lnTo>
                  <a:pt x="745312" y="121907"/>
                </a:lnTo>
                <a:lnTo>
                  <a:pt x="754138" y="98425"/>
                </a:lnTo>
                <a:lnTo>
                  <a:pt x="754138" y="80086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410279" y="1966606"/>
            <a:ext cx="230976" cy="99181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735409" y="1963398"/>
            <a:ext cx="695010" cy="12030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6241" y="2155435"/>
            <a:ext cx="191813" cy="8265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14042" y="2157216"/>
            <a:ext cx="447788" cy="8042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12600" y="2163455"/>
            <a:ext cx="121532" cy="74185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14216" y="2155435"/>
            <a:ext cx="188248" cy="82651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3277096" y="2157216"/>
            <a:ext cx="372745" cy="80645"/>
            <a:chOff x="3277096" y="2157216"/>
            <a:chExt cx="372745" cy="80645"/>
          </a:xfrm>
        </p:grpSpPr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77096" y="2157216"/>
              <a:ext cx="323032" cy="8042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35550" y="222271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06464" y="2157105"/>
            <a:ext cx="791760" cy="24071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619348" y="2155435"/>
            <a:ext cx="251740" cy="8265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148715" y="2175930"/>
            <a:ext cx="584798" cy="221889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4951290" y="2155435"/>
            <a:ext cx="321945" cy="83185"/>
            <a:chOff x="4951290" y="2155435"/>
            <a:chExt cx="321945" cy="83185"/>
          </a:xfrm>
        </p:grpSpPr>
        <p:sp>
          <p:nvSpPr>
            <p:cNvPr id="48" name="object 48"/>
            <p:cNvSpPr/>
            <p:nvPr/>
          </p:nvSpPr>
          <p:spPr>
            <a:xfrm>
              <a:off x="4951285" y="2155443"/>
              <a:ext cx="101600" cy="83185"/>
            </a:xfrm>
            <a:custGeom>
              <a:avLst/>
              <a:gdLst/>
              <a:ahLst/>
              <a:cxnLst/>
              <a:rect l="l" t="t" r="r" b="b"/>
              <a:pathLst>
                <a:path w="101600" h="83185">
                  <a:moveTo>
                    <a:pt x="55689" y="32893"/>
                  </a:moveTo>
                  <a:lnTo>
                    <a:pt x="54584" y="25539"/>
                  </a:lnTo>
                  <a:lnTo>
                    <a:pt x="50126" y="13220"/>
                  </a:lnTo>
                  <a:lnTo>
                    <a:pt x="49771" y="12700"/>
                  </a:lnTo>
                  <a:lnTo>
                    <a:pt x="47536" y="9347"/>
                  </a:lnTo>
                  <a:lnTo>
                    <a:pt x="46926" y="8445"/>
                  </a:lnTo>
                  <a:lnTo>
                    <a:pt x="45669" y="7429"/>
                  </a:lnTo>
                  <a:lnTo>
                    <a:pt x="45669" y="34823"/>
                  </a:lnTo>
                  <a:lnTo>
                    <a:pt x="45669" y="47891"/>
                  </a:lnTo>
                  <a:lnTo>
                    <a:pt x="31559" y="73291"/>
                  </a:lnTo>
                  <a:lnTo>
                    <a:pt x="24206" y="73291"/>
                  </a:lnTo>
                  <a:lnTo>
                    <a:pt x="21056" y="71996"/>
                  </a:lnTo>
                  <a:lnTo>
                    <a:pt x="18948" y="69951"/>
                  </a:lnTo>
                  <a:lnTo>
                    <a:pt x="17487" y="68529"/>
                  </a:lnTo>
                  <a:lnTo>
                    <a:pt x="42875" y="22288"/>
                  </a:lnTo>
                  <a:lnTo>
                    <a:pt x="44945" y="29121"/>
                  </a:lnTo>
                  <a:lnTo>
                    <a:pt x="45669" y="34823"/>
                  </a:lnTo>
                  <a:lnTo>
                    <a:pt x="45669" y="7429"/>
                  </a:lnTo>
                  <a:lnTo>
                    <a:pt x="38608" y="1689"/>
                  </a:lnTo>
                  <a:lnTo>
                    <a:pt x="38214" y="1562"/>
                  </a:lnTo>
                  <a:lnTo>
                    <a:pt x="38214" y="14097"/>
                  </a:lnTo>
                  <a:lnTo>
                    <a:pt x="12814" y="60363"/>
                  </a:lnTo>
                  <a:lnTo>
                    <a:pt x="10744" y="53517"/>
                  </a:lnTo>
                  <a:lnTo>
                    <a:pt x="10020" y="47891"/>
                  </a:lnTo>
                  <a:lnTo>
                    <a:pt x="10020" y="34823"/>
                  </a:lnTo>
                  <a:lnTo>
                    <a:pt x="24206" y="9347"/>
                  </a:lnTo>
                  <a:lnTo>
                    <a:pt x="31559" y="9347"/>
                  </a:lnTo>
                  <a:lnTo>
                    <a:pt x="34734" y="10655"/>
                  </a:lnTo>
                  <a:lnTo>
                    <a:pt x="38214" y="14097"/>
                  </a:lnTo>
                  <a:lnTo>
                    <a:pt x="38214" y="1562"/>
                  </a:lnTo>
                  <a:lnTo>
                    <a:pt x="33642" y="0"/>
                  </a:lnTo>
                  <a:lnTo>
                    <a:pt x="22123" y="0"/>
                  </a:lnTo>
                  <a:lnTo>
                    <a:pt x="0" y="32893"/>
                  </a:lnTo>
                  <a:lnTo>
                    <a:pt x="0" y="49898"/>
                  </a:lnTo>
                  <a:lnTo>
                    <a:pt x="22123" y="82651"/>
                  </a:lnTo>
                  <a:lnTo>
                    <a:pt x="33642" y="82651"/>
                  </a:lnTo>
                  <a:lnTo>
                    <a:pt x="38608" y="80975"/>
                  </a:lnTo>
                  <a:lnTo>
                    <a:pt x="46926" y="74295"/>
                  </a:lnTo>
                  <a:lnTo>
                    <a:pt x="47599" y="73291"/>
                  </a:lnTo>
                  <a:lnTo>
                    <a:pt x="50126" y="69545"/>
                  </a:lnTo>
                  <a:lnTo>
                    <a:pt x="54584" y="57213"/>
                  </a:lnTo>
                  <a:lnTo>
                    <a:pt x="55689" y="49898"/>
                  </a:lnTo>
                  <a:lnTo>
                    <a:pt x="55689" y="32893"/>
                  </a:lnTo>
                  <a:close/>
                </a:path>
                <a:path w="101600" h="83185">
                  <a:moveTo>
                    <a:pt x="101587" y="67271"/>
                  </a:moveTo>
                  <a:lnTo>
                    <a:pt x="87769" y="67271"/>
                  </a:lnTo>
                  <a:lnTo>
                    <a:pt x="87769" y="80860"/>
                  </a:lnTo>
                  <a:lnTo>
                    <a:pt x="101587" y="80860"/>
                  </a:lnTo>
                  <a:lnTo>
                    <a:pt x="101587" y="67271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083844" y="2155435"/>
              <a:ext cx="189363" cy="82651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5348952" y="2199434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78649" y="2302023"/>
            <a:ext cx="383181" cy="95796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619064" y="2155435"/>
            <a:ext cx="1120362" cy="242384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2813714" y="2302023"/>
            <a:ext cx="434975" cy="97155"/>
            <a:chOff x="2813714" y="2302023"/>
            <a:chExt cx="434975" cy="97155"/>
          </a:xfrm>
        </p:grpSpPr>
        <p:pic>
          <p:nvPicPr>
            <p:cNvPr id="54" name="object 5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13714" y="2302023"/>
              <a:ext cx="318575" cy="9713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152330" y="2302027"/>
              <a:ext cx="95885" cy="97155"/>
            </a:xfrm>
            <a:custGeom>
              <a:avLst/>
              <a:gdLst/>
              <a:ahLst/>
              <a:cxnLst/>
              <a:rect l="l" t="t" r="r" b="b"/>
              <a:pathLst>
                <a:path w="95885" h="97155">
                  <a:moveTo>
                    <a:pt x="46786" y="36728"/>
                  </a:moveTo>
                  <a:lnTo>
                    <a:pt x="46075" y="33083"/>
                  </a:lnTo>
                  <a:lnTo>
                    <a:pt x="46024" y="32867"/>
                  </a:lnTo>
                  <a:lnTo>
                    <a:pt x="43370" y="26962"/>
                  </a:lnTo>
                  <a:lnTo>
                    <a:pt x="42976" y="26085"/>
                  </a:lnTo>
                  <a:lnTo>
                    <a:pt x="40754" y="23444"/>
                  </a:lnTo>
                  <a:lnTo>
                    <a:pt x="34886" y="19659"/>
                  </a:lnTo>
                  <a:lnTo>
                    <a:pt x="31305" y="18719"/>
                  </a:lnTo>
                  <a:lnTo>
                    <a:pt x="24028" y="18719"/>
                  </a:lnTo>
                  <a:lnTo>
                    <a:pt x="9359" y="28816"/>
                  </a:lnTo>
                  <a:lnTo>
                    <a:pt x="9359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9359" y="79095"/>
                  </a:lnTo>
                  <a:lnTo>
                    <a:pt x="9474" y="38061"/>
                  </a:lnTo>
                  <a:lnTo>
                    <a:pt x="10795" y="34201"/>
                  </a:lnTo>
                  <a:lnTo>
                    <a:pt x="11887" y="33083"/>
                  </a:lnTo>
                  <a:lnTo>
                    <a:pt x="16510" y="28409"/>
                  </a:lnTo>
                  <a:lnTo>
                    <a:pt x="20320" y="26962"/>
                  </a:lnTo>
                  <a:lnTo>
                    <a:pt x="29222" y="26962"/>
                  </a:lnTo>
                  <a:lnTo>
                    <a:pt x="32385" y="28409"/>
                  </a:lnTo>
                  <a:lnTo>
                    <a:pt x="36410" y="33832"/>
                  </a:lnTo>
                  <a:lnTo>
                    <a:pt x="37426" y="38061"/>
                  </a:lnTo>
                  <a:lnTo>
                    <a:pt x="37426" y="79095"/>
                  </a:lnTo>
                  <a:lnTo>
                    <a:pt x="46786" y="79095"/>
                  </a:lnTo>
                  <a:lnTo>
                    <a:pt x="46786" y="36728"/>
                  </a:lnTo>
                  <a:close/>
                </a:path>
                <a:path w="95885" h="97155">
                  <a:moveTo>
                    <a:pt x="95796" y="65493"/>
                  </a:moveTo>
                  <a:lnTo>
                    <a:pt x="82435" y="65493"/>
                  </a:lnTo>
                  <a:lnTo>
                    <a:pt x="82435" y="79095"/>
                  </a:lnTo>
                  <a:lnTo>
                    <a:pt x="88442" y="79095"/>
                  </a:lnTo>
                  <a:lnTo>
                    <a:pt x="82435" y="97129"/>
                  </a:lnTo>
                  <a:lnTo>
                    <a:pt x="89115" y="97129"/>
                  </a:lnTo>
                  <a:lnTo>
                    <a:pt x="95796" y="77978"/>
                  </a:lnTo>
                  <a:lnTo>
                    <a:pt x="95796" y="6549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351060" y="2308261"/>
            <a:ext cx="182233" cy="74185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556950" y="3071729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56950" y="2531487"/>
            <a:ext cx="155946" cy="155947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819652" y="2570251"/>
            <a:ext cx="446405" cy="116839"/>
            <a:chOff x="819652" y="2570251"/>
            <a:chExt cx="446405" cy="116839"/>
          </a:xfrm>
        </p:grpSpPr>
        <p:sp>
          <p:nvSpPr>
            <p:cNvPr id="60" name="object 60"/>
            <p:cNvSpPr/>
            <p:nvPr/>
          </p:nvSpPr>
          <p:spPr>
            <a:xfrm>
              <a:off x="819652" y="2570251"/>
              <a:ext cx="45085" cy="51435"/>
            </a:xfrm>
            <a:custGeom>
              <a:avLst/>
              <a:gdLst/>
              <a:ahLst/>
              <a:cxnLst/>
              <a:rect l="l" t="t" r="r" b="b"/>
              <a:pathLst>
                <a:path w="45084" h="51435">
                  <a:moveTo>
                    <a:pt x="44912" y="0"/>
                  </a:moveTo>
                  <a:lnTo>
                    <a:pt x="27696" y="0"/>
                  </a:lnTo>
                  <a:lnTo>
                    <a:pt x="28231" y="51007"/>
                  </a:lnTo>
                  <a:lnTo>
                    <a:pt x="41704" y="51007"/>
                  </a:lnTo>
                  <a:lnTo>
                    <a:pt x="44912" y="15184"/>
                  </a:lnTo>
                  <a:lnTo>
                    <a:pt x="44912" y="0"/>
                  </a:lnTo>
                  <a:close/>
                </a:path>
                <a:path w="45084" h="51435">
                  <a:moveTo>
                    <a:pt x="17215" y="0"/>
                  </a:moveTo>
                  <a:lnTo>
                    <a:pt x="0" y="0"/>
                  </a:lnTo>
                  <a:lnTo>
                    <a:pt x="0" y="15184"/>
                  </a:lnTo>
                  <a:lnTo>
                    <a:pt x="3208" y="51007"/>
                  </a:lnTo>
                  <a:lnTo>
                    <a:pt x="16681" y="51007"/>
                  </a:lnTo>
                  <a:lnTo>
                    <a:pt x="1721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88624" y="2570251"/>
              <a:ext cx="307432" cy="11655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220651" y="2570251"/>
              <a:ext cx="45085" cy="51435"/>
            </a:xfrm>
            <a:custGeom>
              <a:avLst/>
              <a:gdLst/>
              <a:ahLst/>
              <a:cxnLst/>
              <a:rect l="l" t="t" r="r" b="b"/>
              <a:pathLst>
                <a:path w="45084" h="51435">
                  <a:moveTo>
                    <a:pt x="44912" y="0"/>
                  </a:moveTo>
                  <a:lnTo>
                    <a:pt x="27696" y="0"/>
                  </a:lnTo>
                  <a:lnTo>
                    <a:pt x="28231" y="51007"/>
                  </a:lnTo>
                  <a:lnTo>
                    <a:pt x="41704" y="51007"/>
                  </a:lnTo>
                  <a:lnTo>
                    <a:pt x="44912" y="15184"/>
                  </a:lnTo>
                  <a:lnTo>
                    <a:pt x="44912" y="0"/>
                  </a:lnTo>
                  <a:close/>
                </a:path>
                <a:path w="45084" h="51435">
                  <a:moveTo>
                    <a:pt x="17215" y="0"/>
                  </a:moveTo>
                  <a:lnTo>
                    <a:pt x="0" y="0"/>
                  </a:lnTo>
                  <a:lnTo>
                    <a:pt x="0" y="15184"/>
                  </a:lnTo>
                  <a:lnTo>
                    <a:pt x="3208" y="51007"/>
                  </a:lnTo>
                  <a:lnTo>
                    <a:pt x="16681" y="51007"/>
                  </a:lnTo>
                  <a:lnTo>
                    <a:pt x="1721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1370891" y="2576694"/>
            <a:ext cx="524510" cy="108585"/>
            <a:chOff x="1370891" y="2576694"/>
            <a:chExt cx="524510" cy="108585"/>
          </a:xfrm>
        </p:grpSpPr>
        <p:pic>
          <p:nvPicPr>
            <p:cNvPr id="64" name="object 6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70891" y="2576694"/>
              <a:ext cx="464624" cy="10851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874145" y="2596048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89" h="69214">
                  <a:moveTo>
                    <a:pt x="21118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8" y="69107"/>
                  </a:lnTo>
                  <a:lnTo>
                    <a:pt x="21118" y="48922"/>
                  </a:lnTo>
                  <a:close/>
                </a:path>
                <a:path w="21589" h="69214">
                  <a:moveTo>
                    <a:pt x="21118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8" y="20184"/>
                  </a:lnTo>
                  <a:lnTo>
                    <a:pt x="2111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object 6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013558" y="2570251"/>
            <a:ext cx="305828" cy="96508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415626" y="2591906"/>
            <a:ext cx="625557" cy="93300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133680" y="2576694"/>
            <a:ext cx="148370" cy="90065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3381497" y="2568915"/>
            <a:ext cx="381635" cy="118110"/>
            <a:chOff x="3381497" y="2568915"/>
            <a:chExt cx="381635" cy="118110"/>
          </a:xfrm>
        </p:grpSpPr>
        <p:sp>
          <p:nvSpPr>
            <p:cNvPr id="70" name="object 70"/>
            <p:cNvSpPr/>
            <p:nvPr/>
          </p:nvSpPr>
          <p:spPr>
            <a:xfrm>
              <a:off x="3381497" y="2568915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7"/>
                  </a:moveTo>
                  <a:lnTo>
                    <a:pt x="31412" y="94458"/>
                  </a:lnTo>
                  <a:lnTo>
                    <a:pt x="30499" y="97398"/>
                  </a:lnTo>
                  <a:lnTo>
                    <a:pt x="26845" y="100963"/>
                  </a:lnTo>
                  <a:lnTo>
                    <a:pt x="23971" y="101854"/>
                  </a:lnTo>
                  <a:lnTo>
                    <a:pt x="0" y="101854"/>
                  </a:lnTo>
                  <a:lnTo>
                    <a:pt x="0" y="116291"/>
                  </a:lnTo>
                  <a:lnTo>
                    <a:pt x="31099" y="116291"/>
                  </a:lnTo>
                  <a:lnTo>
                    <a:pt x="38006" y="114129"/>
                  </a:lnTo>
                  <a:lnTo>
                    <a:pt x="47274" y="105486"/>
                  </a:lnTo>
                  <a:lnTo>
                    <a:pt x="49590" y="99180"/>
                  </a:lnTo>
                  <a:lnTo>
                    <a:pt x="49590" y="39030"/>
                  </a:lnTo>
                  <a:lnTo>
                    <a:pt x="39165" y="39030"/>
                  </a:lnTo>
                  <a:lnTo>
                    <a:pt x="31412" y="31277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8" y="24594"/>
                  </a:lnTo>
                  <a:lnTo>
                    <a:pt x="668" y="39030"/>
                  </a:lnTo>
                  <a:lnTo>
                    <a:pt x="31412" y="39030"/>
                  </a:lnTo>
                  <a:lnTo>
                    <a:pt x="31412" y="31277"/>
                  </a:lnTo>
                  <a:lnTo>
                    <a:pt x="49590" y="31277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7"/>
                  </a:moveTo>
                  <a:lnTo>
                    <a:pt x="31412" y="31277"/>
                  </a:lnTo>
                  <a:lnTo>
                    <a:pt x="39165" y="39030"/>
                  </a:lnTo>
                  <a:lnTo>
                    <a:pt x="49590" y="39030"/>
                  </a:lnTo>
                  <a:lnTo>
                    <a:pt x="49590" y="31277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4" y="0"/>
                  </a:lnTo>
                  <a:lnTo>
                    <a:pt x="31144" y="15772"/>
                  </a:lnTo>
                  <a:lnTo>
                    <a:pt x="49590" y="15772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458542" y="2570251"/>
              <a:ext cx="304438" cy="116559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2612097" y="2758723"/>
            <a:ext cx="187960" cy="80645"/>
            <a:chOff x="2612097" y="2758723"/>
            <a:chExt cx="187960" cy="80645"/>
          </a:xfrm>
        </p:grpSpPr>
        <p:sp>
          <p:nvSpPr>
            <p:cNvPr id="73" name="object 73"/>
            <p:cNvSpPr/>
            <p:nvPr/>
          </p:nvSpPr>
          <p:spPr>
            <a:xfrm>
              <a:off x="2612097" y="2764961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684501" y="2758723"/>
              <a:ext cx="115511" cy="80424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2886118" y="2758612"/>
            <a:ext cx="314960" cy="97790"/>
            <a:chOff x="2886118" y="2758612"/>
            <a:chExt cx="314960" cy="97790"/>
          </a:xfrm>
        </p:grpSpPr>
        <p:sp>
          <p:nvSpPr>
            <p:cNvPr id="76" name="object 76"/>
            <p:cNvSpPr/>
            <p:nvPr/>
          </p:nvSpPr>
          <p:spPr>
            <a:xfrm>
              <a:off x="2886118" y="2758612"/>
              <a:ext cx="36830" cy="96520"/>
            </a:xfrm>
            <a:custGeom>
              <a:avLst/>
              <a:gdLst/>
              <a:ahLst/>
              <a:cxnLst/>
              <a:rect l="l" t="t" r="r" b="b"/>
              <a:pathLst>
                <a:path w="36830" h="96519">
                  <a:moveTo>
                    <a:pt x="27401" y="23836"/>
                  </a:moveTo>
                  <a:lnTo>
                    <a:pt x="27401" y="82094"/>
                  </a:lnTo>
                  <a:lnTo>
                    <a:pt x="26549" y="84618"/>
                  </a:lnTo>
                  <a:lnTo>
                    <a:pt x="23780" y="87031"/>
                  </a:lnTo>
                  <a:lnTo>
                    <a:pt x="21609" y="87663"/>
                  </a:lnTo>
                  <a:lnTo>
                    <a:pt x="0" y="87663"/>
                  </a:lnTo>
                  <a:lnTo>
                    <a:pt x="0" y="95906"/>
                  </a:lnTo>
                  <a:lnTo>
                    <a:pt x="25768" y="95906"/>
                  </a:lnTo>
                  <a:lnTo>
                    <a:pt x="30074" y="94476"/>
                  </a:lnTo>
                  <a:lnTo>
                    <a:pt x="35421" y="88759"/>
                  </a:lnTo>
                  <a:lnTo>
                    <a:pt x="36757" y="84618"/>
                  </a:lnTo>
                  <a:lnTo>
                    <a:pt x="36757" y="28403"/>
                  </a:lnTo>
                  <a:lnTo>
                    <a:pt x="31968" y="28403"/>
                  </a:lnTo>
                  <a:lnTo>
                    <a:pt x="27401" y="23836"/>
                  </a:lnTo>
                  <a:close/>
                </a:path>
                <a:path w="36830" h="96519">
                  <a:moveTo>
                    <a:pt x="36757" y="20161"/>
                  </a:moveTo>
                  <a:lnTo>
                    <a:pt x="1113" y="20161"/>
                  </a:lnTo>
                  <a:lnTo>
                    <a:pt x="1113" y="28403"/>
                  </a:lnTo>
                  <a:lnTo>
                    <a:pt x="27401" y="28403"/>
                  </a:lnTo>
                  <a:lnTo>
                    <a:pt x="27401" y="23836"/>
                  </a:lnTo>
                  <a:lnTo>
                    <a:pt x="36757" y="23836"/>
                  </a:lnTo>
                  <a:lnTo>
                    <a:pt x="36757" y="20161"/>
                  </a:lnTo>
                  <a:close/>
                </a:path>
                <a:path w="36830" h="96519">
                  <a:moveTo>
                    <a:pt x="36757" y="23836"/>
                  </a:moveTo>
                  <a:lnTo>
                    <a:pt x="27401" y="23836"/>
                  </a:lnTo>
                  <a:lnTo>
                    <a:pt x="31968" y="28403"/>
                  </a:lnTo>
                  <a:lnTo>
                    <a:pt x="36757" y="28403"/>
                  </a:lnTo>
                  <a:lnTo>
                    <a:pt x="36757" y="23836"/>
                  </a:lnTo>
                  <a:close/>
                </a:path>
                <a:path w="36830" h="96519">
                  <a:moveTo>
                    <a:pt x="36647" y="0"/>
                  </a:moveTo>
                  <a:lnTo>
                    <a:pt x="26843" y="0"/>
                  </a:lnTo>
                  <a:lnTo>
                    <a:pt x="26843" y="10915"/>
                  </a:lnTo>
                  <a:lnTo>
                    <a:pt x="36647" y="10915"/>
                  </a:lnTo>
                  <a:lnTo>
                    <a:pt x="36647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950724" y="2758723"/>
              <a:ext cx="250292" cy="97132"/>
            </a:xfrm>
            <a:prstGeom prst="rect">
              <a:avLst/>
            </a:prstGeom>
          </p:spPr>
        </p:pic>
      </p:grpSp>
      <p:sp>
        <p:nvSpPr>
          <p:cNvPr id="78" name="object 78"/>
          <p:cNvSpPr/>
          <p:nvPr/>
        </p:nvSpPr>
        <p:spPr>
          <a:xfrm>
            <a:off x="3283775" y="2777438"/>
            <a:ext cx="184785" cy="62230"/>
          </a:xfrm>
          <a:custGeom>
            <a:avLst/>
            <a:gdLst/>
            <a:ahLst/>
            <a:cxnLst/>
            <a:rect l="l" t="t" r="r" b="b"/>
            <a:pathLst>
              <a:path w="184785" h="62230">
                <a:moveTo>
                  <a:pt x="49009" y="41732"/>
                </a:moveTo>
                <a:lnTo>
                  <a:pt x="22275" y="26809"/>
                </a:lnTo>
                <a:lnTo>
                  <a:pt x="19418" y="26162"/>
                </a:lnTo>
                <a:lnTo>
                  <a:pt x="15113" y="24752"/>
                </a:lnTo>
                <a:lnTo>
                  <a:pt x="13550" y="23799"/>
                </a:lnTo>
                <a:lnTo>
                  <a:pt x="11620" y="21424"/>
                </a:lnTo>
                <a:lnTo>
                  <a:pt x="11137" y="19837"/>
                </a:lnTo>
                <a:lnTo>
                  <a:pt x="11137" y="15303"/>
                </a:lnTo>
                <a:lnTo>
                  <a:pt x="12179" y="13182"/>
                </a:lnTo>
                <a:lnTo>
                  <a:pt x="16332" y="9766"/>
                </a:lnTo>
                <a:lnTo>
                  <a:pt x="19532" y="8915"/>
                </a:lnTo>
                <a:lnTo>
                  <a:pt x="26504" y="8915"/>
                </a:lnTo>
                <a:lnTo>
                  <a:pt x="38100" y="19608"/>
                </a:lnTo>
                <a:lnTo>
                  <a:pt x="47891" y="18935"/>
                </a:lnTo>
                <a:lnTo>
                  <a:pt x="28854" y="0"/>
                </a:lnTo>
                <a:lnTo>
                  <a:pt x="19126" y="0"/>
                </a:lnTo>
                <a:lnTo>
                  <a:pt x="1562" y="14414"/>
                </a:lnTo>
                <a:lnTo>
                  <a:pt x="1562" y="21018"/>
                </a:lnTo>
                <a:lnTo>
                  <a:pt x="28143" y="36385"/>
                </a:lnTo>
                <a:lnTo>
                  <a:pt x="31407" y="37147"/>
                </a:lnTo>
                <a:lnTo>
                  <a:pt x="35864" y="38709"/>
                </a:lnTo>
                <a:lnTo>
                  <a:pt x="37388" y="39662"/>
                </a:lnTo>
                <a:lnTo>
                  <a:pt x="39027" y="41884"/>
                </a:lnTo>
                <a:lnTo>
                  <a:pt x="39433" y="43294"/>
                </a:lnTo>
                <a:lnTo>
                  <a:pt x="39433" y="47675"/>
                </a:lnTo>
                <a:lnTo>
                  <a:pt x="38227" y="49644"/>
                </a:lnTo>
                <a:lnTo>
                  <a:pt x="33401" y="52171"/>
                </a:lnTo>
                <a:lnTo>
                  <a:pt x="29997" y="52806"/>
                </a:lnTo>
                <a:lnTo>
                  <a:pt x="20942" y="52806"/>
                </a:lnTo>
                <a:lnTo>
                  <a:pt x="17284" y="51765"/>
                </a:lnTo>
                <a:lnTo>
                  <a:pt x="12014" y="47599"/>
                </a:lnTo>
                <a:lnTo>
                  <a:pt x="10401" y="44742"/>
                </a:lnTo>
                <a:lnTo>
                  <a:pt x="9804" y="41109"/>
                </a:lnTo>
                <a:lnTo>
                  <a:pt x="0" y="41770"/>
                </a:lnTo>
                <a:lnTo>
                  <a:pt x="20497" y="61709"/>
                </a:lnTo>
                <a:lnTo>
                  <a:pt x="25615" y="61709"/>
                </a:lnTo>
                <a:lnTo>
                  <a:pt x="30073" y="61709"/>
                </a:lnTo>
                <a:lnTo>
                  <a:pt x="49009" y="48501"/>
                </a:lnTo>
                <a:lnTo>
                  <a:pt x="49009" y="41732"/>
                </a:lnTo>
                <a:close/>
              </a:path>
              <a:path w="184785" h="62230">
                <a:moveTo>
                  <a:pt x="117741" y="24358"/>
                </a:moveTo>
                <a:lnTo>
                  <a:pt x="116878" y="20015"/>
                </a:lnTo>
                <a:lnTo>
                  <a:pt x="116827" y="19799"/>
                </a:lnTo>
                <a:lnTo>
                  <a:pt x="116713" y="19202"/>
                </a:lnTo>
                <a:lnTo>
                  <a:pt x="116624" y="18757"/>
                </a:lnTo>
                <a:lnTo>
                  <a:pt x="112166" y="9550"/>
                </a:lnTo>
                <a:lnTo>
                  <a:pt x="111607" y="8915"/>
                </a:lnTo>
                <a:lnTo>
                  <a:pt x="109093" y="6032"/>
                </a:lnTo>
                <a:lnTo>
                  <a:pt x="107492" y="5054"/>
                </a:lnTo>
                <a:lnTo>
                  <a:pt x="107492" y="25514"/>
                </a:lnTo>
                <a:lnTo>
                  <a:pt x="74739" y="25514"/>
                </a:lnTo>
                <a:lnTo>
                  <a:pt x="75565" y="20015"/>
                </a:lnTo>
                <a:lnTo>
                  <a:pt x="77431" y="15875"/>
                </a:lnTo>
                <a:lnTo>
                  <a:pt x="83299" y="10312"/>
                </a:lnTo>
                <a:lnTo>
                  <a:pt x="87033" y="8915"/>
                </a:lnTo>
                <a:lnTo>
                  <a:pt x="95948" y="8915"/>
                </a:lnTo>
                <a:lnTo>
                  <a:pt x="107492" y="25514"/>
                </a:lnTo>
                <a:lnTo>
                  <a:pt x="107492" y="5054"/>
                </a:lnTo>
                <a:lnTo>
                  <a:pt x="101333" y="1282"/>
                </a:lnTo>
                <a:lnTo>
                  <a:pt x="101485" y="1282"/>
                </a:lnTo>
                <a:lnTo>
                  <a:pt x="96685" y="0"/>
                </a:lnTo>
                <a:lnTo>
                  <a:pt x="86144" y="0"/>
                </a:lnTo>
                <a:lnTo>
                  <a:pt x="81445" y="1282"/>
                </a:lnTo>
                <a:lnTo>
                  <a:pt x="64935" y="37096"/>
                </a:lnTo>
                <a:lnTo>
                  <a:pt x="66040" y="42532"/>
                </a:lnTo>
                <a:lnTo>
                  <a:pt x="86436" y="61709"/>
                </a:lnTo>
                <a:lnTo>
                  <a:pt x="98247" y="61709"/>
                </a:lnTo>
                <a:lnTo>
                  <a:pt x="103530" y="60020"/>
                </a:lnTo>
                <a:lnTo>
                  <a:pt x="112229" y="53263"/>
                </a:lnTo>
                <a:lnTo>
                  <a:pt x="112534" y="52806"/>
                </a:lnTo>
                <a:lnTo>
                  <a:pt x="115176" y="48945"/>
                </a:lnTo>
                <a:lnTo>
                  <a:pt x="116738" y="43662"/>
                </a:lnTo>
                <a:lnTo>
                  <a:pt x="106705" y="42887"/>
                </a:lnTo>
                <a:lnTo>
                  <a:pt x="105740" y="45859"/>
                </a:lnTo>
                <a:lnTo>
                  <a:pt x="104013" y="48260"/>
                </a:lnTo>
                <a:lnTo>
                  <a:pt x="99047" y="51892"/>
                </a:lnTo>
                <a:lnTo>
                  <a:pt x="95872" y="52806"/>
                </a:lnTo>
                <a:lnTo>
                  <a:pt x="86880" y="52806"/>
                </a:lnTo>
                <a:lnTo>
                  <a:pt x="82816" y="51206"/>
                </a:lnTo>
                <a:lnTo>
                  <a:pt x="76796" y="44818"/>
                </a:lnTo>
                <a:lnTo>
                  <a:pt x="75107" y="40068"/>
                </a:lnTo>
                <a:lnTo>
                  <a:pt x="74739" y="33756"/>
                </a:lnTo>
                <a:lnTo>
                  <a:pt x="117741" y="33756"/>
                </a:lnTo>
                <a:lnTo>
                  <a:pt x="117741" y="25514"/>
                </a:lnTo>
                <a:lnTo>
                  <a:pt x="117741" y="24358"/>
                </a:lnTo>
                <a:close/>
              </a:path>
              <a:path w="184785" h="62230">
                <a:moveTo>
                  <a:pt x="184569" y="24358"/>
                </a:moveTo>
                <a:lnTo>
                  <a:pt x="183705" y="20015"/>
                </a:lnTo>
                <a:lnTo>
                  <a:pt x="183667" y="19799"/>
                </a:lnTo>
                <a:lnTo>
                  <a:pt x="183540" y="19202"/>
                </a:lnTo>
                <a:lnTo>
                  <a:pt x="183464" y="18757"/>
                </a:lnTo>
                <a:lnTo>
                  <a:pt x="179006" y="9550"/>
                </a:lnTo>
                <a:lnTo>
                  <a:pt x="178447" y="8915"/>
                </a:lnTo>
                <a:lnTo>
                  <a:pt x="175920" y="6032"/>
                </a:lnTo>
                <a:lnTo>
                  <a:pt x="174320" y="5054"/>
                </a:lnTo>
                <a:lnTo>
                  <a:pt x="174320" y="25514"/>
                </a:lnTo>
                <a:lnTo>
                  <a:pt x="141579" y="25514"/>
                </a:lnTo>
                <a:lnTo>
                  <a:pt x="142392" y="20015"/>
                </a:lnTo>
                <a:lnTo>
                  <a:pt x="144272" y="15875"/>
                </a:lnTo>
                <a:lnTo>
                  <a:pt x="150139" y="10312"/>
                </a:lnTo>
                <a:lnTo>
                  <a:pt x="153860" y="8915"/>
                </a:lnTo>
                <a:lnTo>
                  <a:pt x="162775" y="8915"/>
                </a:lnTo>
                <a:lnTo>
                  <a:pt x="174320" y="25514"/>
                </a:lnTo>
                <a:lnTo>
                  <a:pt x="174320" y="5054"/>
                </a:lnTo>
                <a:lnTo>
                  <a:pt x="168173" y="1282"/>
                </a:lnTo>
                <a:lnTo>
                  <a:pt x="168325" y="1282"/>
                </a:lnTo>
                <a:lnTo>
                  <a:pt x="163525" y="0"/>
                </a:lnTo>
                <a:lnTo>
                  <a:pt x="152971" y="0"/>
                </a:lnTo>
                <a:lnTo>
                  <a:pt x="148272" y="1282"/>
                </a:lnTo>
                <a:lnTo>
                  <a:pt x="131775" y="37096"/>
                </a:lnTo>
                <a:lnTo>
                  <a:pt x="132867" y="42532"/>
                </a:lnTo>
                <a:lnTo>
                  <a:pt x="153276" y="61709"/>
                </a:lnTo>
                <a:lnTo>
                  <a:pt x="165074" y="61709"/>
                </a:lnTo>
                <a:lnTo>
                  <a:pt x="183565" y="43662"/>
                </a:lnTo>
                <a:lnTo>
                  <a:pt x="173545" y="42887"/>
                </a:lnTo>
                <a:lnTo>
                  <a:pt x="172580" y="45859"/>
                </a:lnTo>
                <a:lnTo>
                  <a:pt x="170853" y="48260"/>
                </a:lnTo>
                <a:lnTo>
                  <a:pt x="165874" y="51892"/>
                </a:lnTo>
                <a:lnTo>
                  <a:pt x="162699" y="52806"/>
                </a:lnTo>
                <a:lnTo>
                  <a:pt x="153720" y="52806"/>
                </a:lnTo>
                <a:lnTo>
                  <a:pt x="149656" y="51206"/>
                </a:lnTo>
                <a:lnTo>
                  <a:pt x="143637" y="44818"/>
                </a:lnTo>
                <a:lnTo>
                  <a:pt x="141947" y="40068"/>
                </a:lnTo>
                <a:lnTo>
                  <a:pt x="141579" y="33756"/>
                </a:lnTo>
                <a:lnTo>
                  <a:pt x="184569" y="33756"/>
                </a:lnTo>
                <a:lnTo>
                  <a:pt x="184569" y="25514"/>
                </a:lnTo>
                <a:lnTo>
                  <a:pt x="184569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9" name="object 79"/>
          <p:cNvGrpSpPr/>
          <p:nvPr/>
        </p:nvGrpSpPr>
        <p:grpSpPr>
          <a:xfrm>
            <a:off x="3547774" y="2758723"/>
            <a:ext cx="187960" cy="80645"/>
            <a:chOff x="3547774" y="2758723"/>
            <a:chExt cx="187960" cy="80645"/>
          </a:xfrm>
        </p:grpSpPr>
        <p:sp>
          <p:nvSpPr>
            <p:cNvPr id="80" name="object 80"/>
            <p:cNvSpPr/>
            <p:nvPr/>
          </p:nvSpPr>
          <p:spPr>
            <a:xfrm>
              <a:off x="3547774" y="2764961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4" y="0"/>
                  </a:lnTo>
                  <a:lnTo>
                    <a:pt x="19494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9" y="72848"/>
                  </a:lnTo>
                  <a:lnTo>
                    <a:pt x="52354" y="72848"/>
                  </a:lnTo>
                  <a:lnTo>
                    <a:pt x="52354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4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4" y="22054"/>
                  </a:lnTo>
                  <a:lnTo>
                    <a:pt x="19494" y="13812"/>
                  </a:lnTo>
                  <a:close/>
                </a:path>
                <a:path w="52704" h="73025">
                  <a:moveTo>
                    <a:pt x="52354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4" y="22054"/>
                  </a:lnTo>
                  <a:lnTo>
                    <a:pt x="52354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20178" y="2758723"/>
              <a:ext cx="115511" cy="80424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809805" y="2758612"/>
            <a:ext cx="567197" cy="240713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407747" y="2756941"/>
            <a:ext cx="1659830" cy="227458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816285" y="2756941"/>
            <a:ext cx="788864" cy="97577"/>
          </a:xfrm>
          <a:prstGeom prst="rect">
            <a:avLst/>
          </a:prstGeom>
        </p:spPr>
      </p:pic>
      <p:grpSp>
        <p:nvGrpSpPr>
          <p:cNvPr id="85" name="object 85"/>
          <p:cNvGrpSpPr/>
          <p:nvPr/>
        </p:nvGrpSpPr>
        <p:grpSpPr>
          <a:xfrm>
            <a:off x="3681671" y="2758723"/>
            <a:ext cx="989965" cy="240665"/>
            <a:chOff x="3681671" y="2758723"/>
            <a:chExt cx="989965" cy="240665"/>
          </a:xfrm>
        </p:grpSpPr>
        <p:pic>
          <p:nvPicPr>
            <p:cNvPr id="86" name="object 8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769446" y="2758723"/>
              <a:ext cx="901920" cy="240602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681671" y="2901748"/>
              <a:ext cx="55880" cy="83185"/>
            </a:xfrm>
            <a:custGeom>
              <a:avLst/>
              <a:gdLst/>
              <a:ahLst/>
              <a:cxnLst/>
              <a:rect l="l" t="t" r="r" b="b"/>
              <a:pathLst>
                <a:path w="55879" h="83185">
                  <a:moveTo>
                    <a:pt x="33639" y="0"/>
                  </a:moveTo>
                  <a:lnTo>
                    <a:pt x="22129" y="0"/>
                  </a:lnTo>
                  <a:lnTo>
                    <a:pt x="17172" y="1690"/>
                  </a:lnTo>
                  <a:lnTo>
                    <a:pt x="8780" y="8448"/>
                  </a:lnTo>
                  <a:lnTo>
                    <a:pt x="5568" y="13218"/>
                  </a:lnTo>
                  <a:lnTo>
                    <a:pt x="1113" y="25546"/>
                  </a:lnTo>
                  <a:lnTo>
                    <a:pt x="0" y="32898"/>
                  </a:lnTo>
                  <a:lnTo>
                    <a:pt x="0" y="49903"/>
                  </a:lnTo>
                  <a:lnTo>
                    <a:pt x="22129" y="82651"/>
                  </a:lnTo>
                  <a:lnTo>
                    <a:pt x="33639" y="82651"/>
                  </a:lnTo>
                  <a:lnTo>
                    <a:pt x="38615" y="80981"/>
                  </a:lnTo>
                  <a:lnTo>
                    <a:pt x="46931" y="74297"/>
                  </a:lnTo>
                  <a:lnTo>
                    <a:pt x="47605" y="73295"/>
                  </a:lnTo>
                  <a:lnTo>
                    <a:pt x="24208" y="73295"/>
                  </a:lnTo>
                  <a:lnTo>
                    <a:pt x="21052" y="71995"/>
                  </a:lnTo>
                  <a:lnTo>
                    <a:pt x="18952" y="69952"/>
                  </a:lnTo>
                  <a:lnTo>
                    <a:pt x="16708" y="69952"/>
                  </a:lnTo>
                  <a:lnTo>
                    <a:pt x="8534" y="69545"/>
                  </a:lnTo>
                  <a:lnTo>
                    <a:pt x="7776" y="69545"/>
                  </a:lnTo>
                  <a:lnTo>
                    <a:pt x="12817" y="60363"/>
                  </a:lnTo>
                  <a:lnTo>
                    <a:pt x="10749" y="53522"/>
                  </a:lnTo>
                  <a:lnTo>
                    <a:pt x="10025" y="47898"/>
                  </a:lnTo>
                  <a:lnTo>
                    <a:pt x="10025" y="34828"/>
                  </a:lnTo>
                  <a:lnTo>
                    <a:pt x="24208" y="9357"/>
                  </a:lnTo>
                  <a:lnTo>
                    <a:pt x="47540" y="9357"/>
                  </a:lnTo>
                  <a:lnTo>
                    <a:pt x="46931" y="8448"/>
                  </a:lnTo>
                  <a:lnTo>
                    <a:pt x="38615" y="1690"/>
                  </a:lnTo>
                  <a:lnTo>
                    <a:pt x="33639" y="0"/>
                  </a:lnTo>
                  <a:close/>
                </a:path>
                <a:path w="55879" h="83185">
                  <a:moveTo>
                    <a:pt x="49777" y="12698"/>
                  </a:moveTo>
                  <a:lnTo>
                    <a:pt x="38986" y="12698"/>
                  </a:lnTo>
                  <a:lnTo>
                    <a:pt x="49370" y="13218"/>
                  </a:lnTo>
                  <a:lnTo>
                    <a:pt x="47857" y="13218"/>
                  </a:lnTo>
                  <a:lnTo>
                    <a:pt x="42877" y="22288"/>
                  </a:lnTo>
                  <a:lnTo>
                    <a:pt x="44945" y="29128"/>
                  </a:lnTo>
                  <a:lnTo>
                    <a:pt x="45669" y="34828"/>
                  </a:lnTo>
                  <a:lnTo>
                    <a:pt x="45669" y="47898"/>
                  </a:lnTo>
                  <a:lnTo>
                    <a:pt x="44945" y="53522"/>
                  </a:lnTo>
                  <a:lnTo>
                    <a:pt x="42049" y="63102"/>
                  </a:lnTo>
                  <a:lnTo>
                    <a:pt x="40007" y="66796"/>
                  </a:lnTo>
                  <a:lnTo>
                    <a:pt x="34734" y="71995"/>
                  </a:lnTo>
                  <a:lnTo>
                    <a:pt x="31560" y="73295"/>
                  </a:lnTo>
                  <a:lnTo>
                    <a:pt x="47605" y="73295"/>
                  </a:lnTo>
                  <a:lnTo>
                    <a:pt x="50125" y="69545"/>
                  </a:lnTo>
                  <a:lnTo>
                    <a:pt x="54580" y="57217"/>
                  </a:lnTo>
                  <a:lnTo>
                    <a:pt x="55694" y="49903"/>
                  </a:lnTo>
                  <a:lnTo>
                    <a:pt x="55694" y="32898"/>
                  </a:lnTo>
                  <a:lnTo>
                    <a:pt x="54580" y="25546"/>
                  </a:lnTo>
                  <a:lnTo>
                    <a:pt x="50125" y="13218"/>
                  </a:lnTo>
                  <a:lnTo>
                    <a:pt x="49777" y="12698"/>
                  </a:lnTo>
                  <a:close/>
                </a:path>
                <a:path w="55879" h="83185">
                  <a:moveTo>
                    <a:pt x="12817" y="60363"/>
                  </a:moveTo>
                  <a:lnTo>
                    <a:pt x="7776" y="69545"/>
                  </a:lnTo>
                  <a:lnTo>
                    <a:pt x="8534" y="69545"/>
                  </a:lnTo>
                  <a:lnTo>
                    <a:pt x="16708" y="69952"/>
                  </a:lnTo>
                  <a:lnTo>
                    <a:pt x="17489" y="68530"/>
                  </a:lnTo>
                  <a:lnTo>
                    <a:pt x="15706" y="66796"/>
                  </a:lnTo>
                  <a:lnTo>
                    <a:pt x="13644" y="63102"/>
                  </a:lnTo>
                  <a:lnTo>
                    <a:pt x="12817" y="60363"/>
                  </a:lnTo>
                  <a:close/>
                </a:path>
                <a:path w="55879" h="83185">
                  <a:moveTo>
                    <a:pt x="17489" y="68530"/>
                  </a:moveTo>
                  <a:lnTo>
                    <a:pt x="16708" y="69952"/>
                  </a:lnTo>
                  <a:lnTo>
                    <a:pt x="18952" y="69952"/>
                  </a:lnTo>
                  <a:lnTo>
                    <a:pt x="17489" y="68530"/>
                  </a:lnTo>
                  <a:close/>
                </a:path>
                <a:path w="55879" h="83185">
                  <a:moveTo>
                    <a:pt x="38220" y="14093"/>
                  </a:moveTo>
                  <a:lnTo>
                    <a:pt x="12817" y="60363"/>
                  </a:lnTo>
                  <a:lnTo>
                    <a:pt x="13644" y="63102"/>
                  </a:lnTo>
                  <a:lnTo>
                    <a:pt x="15706" y="66796"/>
                  </a:lnTo>
                  <a:lnTo>
                    <a:pt x="17489" y="68530"/>
                  </a:lnTo>
                  <a:lnTo>
                    <a:pt x="42877" y="22288"/>
                  </a:lnTo>
                  <a:lnTo>
                    <a:pt x="42049" y="19549"/>
                  </a:lnTo>
                  <a:lnTo>
                    <a:pt x="40007" y="15854"/>
                  </a:lnTo>
                  <a:lnTo>
                    <a:pt x="38220" y="14093"/>
                  </a:lnTo>
                  <a:close/>
                </a:path>
                <a:path w="55879" h="83185">
                  <a:moveTo>
                    <a:pt x="38986" y="12698"/>
                  </a:moveTo>
                  <a:lnTo>
                    <a:pt x="38220" y="14093"/>
                  </a:lnTo>
                  <a:lnTo>
                    <a:pt x="40007" y="15854"/>
                  </a:lnTo>
                  <a:lnTo>
                    <a:pt x="42049" y="19549"/>
                  </a:lnTo>
                  <a:lnTo>
                    <a:pt x="42877" y="22288"/>
                  </a:lnTo>
                  <a:lnTo>
                    <a:pt x="47857" y="13218"/>
                  </a:lnTo>
                  <a:lnTo>
                    <a:pt x="49370" y="13218"/>
                  </a:lnTo>
                  <a:lnTo>
                    <a:pt x="38986" y="12698"/>
                  </a:lnTo>
                  <a:close/>
                </a:path>
                <a:path w="55879" h="83185">
                  <a:moveTo>
                    <a:pt x="47540" y="9357"/>
                  </a:moveTo>
                  <a:lnTo>
                    <a:pt x="31560" y="9357"/>
                  </a:lnTo>
                  <a:lnTo>
                    <a:pt x="34734" y="10656"/>
                  </a:lnTo>
                  <a:lnTo>
                    <a:pt x="38220" y="14093"/>
                  </a:lnTo>
                  <a:lnTo>
                    <a:pt x="38986" y="12698"/>
                  </a:lnTo>
                  <a:lnTo>
                    <a:pt x="49777" y="12698"/>
                  </a:lnTo>
                  <a:lnTo>
                    <a:pt x="47540" y="935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1858653" y="2858530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151454" y="2922244"/>
            <a:ext cx="250825" cy="62230"/>
          </a:xfrm>
          <a:custGeom>
            <a:avLst/>
            <a:gdLst/>
            <a:ahLst/>
            <a:cxnLst/>
            <a:rect l="l" t="t" r="r" b="b"/>
            <a:pathLst>
              <a:path w="250825" h="62230">
                <a:moveTo>
                  <a:pt x="50114" y="1346"/>
                </a:moveTo>
                <a:lnTo>
                  <a:pt x="33743" y="1346"/>
                </a:lnTo>
                <a:lnTo>
                  <a:pt x="30365" y="2590"/>
                </a:lnTo>
                <a:lnTo>
                  <a:pt x="25311" y="7556"/>
                </a:lnTo>
                <a:lnTo>
                  <a:pt x="23761" y="11366"/>
                </a:lnTo>
                <a:lnTo>
                  <a:pt x="23799" y="12687"/>
                </a:lnTo>
                <a:lnTo>
                  <a:pt x="23736" y="11531"/>
                </a:lnTo>
                <a:lnTo>
                  <a:pt x="23622" y="9588"/>
                </a:lnTo>
                <a:lnTo>
                  <a:pt x="23368" y="5016"/>
                </a:lnTo>
                <a:lnTo>
                  <a:pt x="23228" y="2590"/>
                </a:lnTo>
                <a:lnTo>
                  <a:pt x="23164" y="1346"/>
                </a:lnTo>
                <a:lnTo>
                  <a:pt x="0" y="1346"/>
                </a:lnTo>
                <a:lnTo>
                  <a:pt x="0" y="9588"/>
                </a:lnTo>
                <a:lnTo>
                  <a:pt x="15367" y="9588"/>
                </a:lnTo>
                <a:lnTo>
                  <a:pt x="15367" y="52133"/>
                </a:lnTo>
                <a:lnTo>
                  <a:pt x="0" y="52133"/>
                </a:lnTo>
                <a:lnTo>
                  <a:pt x="0" y="60375"/>
                </a:lnTo>
                <a:lnTo>
                  <a:pt x="43434" y="60375"/>
                </a:lnTo>
                <a:lnTo>
                  <a:pt x="43434" y="56591"/>
                </a:lnTo>
                <a:lnTo>
                  <a:pt x="43434" y="52133"/>
                </a:lnTo>
                <a:lnTo>
                  <a:pt x="24726" y="52133"/>
                </a:lnTo>
                <a:lnTo>
                  <a:pt x="24726" y="21463"/>
                </a:lnTo>
                <a:lnTo>
                  <a:pt x="25247" y="18732"/>
                </a:lnTo>
                <a:lnTo>
                  <a:pt x="25996" y="17157"/>
                </a:lnTo>
                <a:lnTo>
                  <a:pt x="27317" y="14351"/>
                </a:lnTo>
                <a:lnTo>
                  <a:pt x="28829" y="12687"/>
                </a:lnTo>
                <a:lnTo>
                  <a:pt x="32766" y="10388"/>
                </a:lnTo>
                <a:lnTo>
                  <a:pt x="35191" y="9804"/>
                </a:lnTo>
                <a:lnTo>
                  <a:pt x="50114" y="9804"/>
                </a:lnTo>
                <a:lnTo>
                  <a:pt x="50114" y="1346"/>
                </a:lnTo>
                <a:close/>
              </a:path>
              <a:path w="250825" h="62230">
                <a:moveTo>
                  <a:pt x="117068" y="24028"/>
                </a:moveTo>
                <a:lnTo>
                  <a:pt x="116065" y="19088"/>
                </a:lnTo>
                <a:lnTo>
                  <a:pt x="111607" y="9880"/>
                </a:lnTo>
                <a:lnTo>
                  <a:pt x="110756" y="8915"/>
                </a:lnTo>
                <a:lnTo>
                  <a:pt x="108470" y="6311"/>
                </a:lnTo>
                <a:lnTo>
                  <a:pt x="107378" y="5638"/>
                </a:lnTo>
                <a:lnTo>
                  <a:pt x="107378" y="24028"/>
                </a:lnTo>
                <a:lnTo>
                  <a:pt x="107378" y="37693"/>
                </a:lnTo>
                <a:lnTo>
                  <a:pt x="105867" y="43053"/>
                </a:lnTo>
                <a:lnTo>
                  <a:pt x="99860" y="50850"/>
                </a:lnTo>
                <a:lnTo>
                  <a:pt x="95643" y="52806"/>
                </a:lnTo>
                <a:lnTo>
                  <a:pt x="84797" y="52806"/>
                </a:lnTo>
                <a:lnTo>
                  <a:pt x="80581" y="50850"/>
                </a:lnTo>
                <a:lnTo>
                  <a:pt x="74574" y="43053"/>
                </a:lnTo>
                <a:lnTo>
                  <a:pt x="73063" y="37693"/>
                </a:lnTo>
                <a:lnTo>
                  <a:pt x="73063" y="24028"/>
                </a:lnTo>
                <a:lnTo>
                  <a:pt x="74447" y="19088"/>
                </a:lnTo>
                <a:lnTo>
                  <a:pt x="74574" y="18669"/>
                </a:lnTo>
                <a:lnTo>
                  <a:pt x="80581" y="10871"/>
                </a:lnTo>
                <a:lnTo>
                  <a:pt x="84797" y="8915"/>
                </a:lnTo>
                <a:lnTo>
                  <a:pt x="95643" y="8915"/>
                </a:lnTo>
                <a:lnTo>
                  <a:pt x="99860" y="10871"/>
                </a:lnTo>
                <a:lnTo>
                  <a:pt x="105867" y="18669"/>
                </a:lnTo>
                <a:lnTo>
                  <a:pt x="107378" y="24028"/>
                </a:lnTo>
                <a:lnTo>
                  <a:pt x="107378" y="5638"/>
                </a:lnTo>
                <a:lnTo>
                  <a:pt x="100380" y="1270"/>
                </a:lnTo>
                <a:lnTo>
                  <a:pt x="95643" y="0"/>
                </a:lnTo>
                <a:lnTo>
                  <a:pt x="84797" y="0"/>
                </a:lnTo>
                <a:lnTo>
                  <a:pt x="63373" y="24028"/>
                </a:lnTo>
                <a:lnTo>
                  <a:pt x="63385" y="37693"/>
                </a:lnTo>
                <a:lnTo>
                  <a:pt x="84797" y="61709"/>
                </a:lnTo>
                <a:lnTo>
                  <a:pt x="95643" y="61709"/>
                </a:lnTo>
                <a:lnTo>
                  <a:pt x="117055" y="37693"/>
                </a:lnTo>
                <a:lnTo>
                  <a:pt x="117068" y="24028"/>
                </a:lnTo>
                <a:close/>
              </a:path>
              <a:path w="250825" h="62230">
                <a:moveTo>
                  <a:pt x="181559" y="41744"/>
                </a:moveTo>
                <a:lnTo>
                  <a:pt x="154825" y="26809"/>
                </a:lnTo>
                <a:lnTo>
                  <a:pt x="151968" y="26162"/>
                </a:lnTo>
                <a:lnTo>
                  <a:pt x="147662" y="24752"/>
                </a:lnTo>
                <a:lnTo>
                  <a:pt x="146100" y="23799"/>
                </a:lnTo>
                <a:lnTo>
                  <a:pt x="144170" y="21424"/>
                </a:lnTo>
                <a:lnTo>
                  <a:pt x="143687" y="19837"/>
                </a:lnTo>
                <a:lnTo>
                  <a:pt x="143687" y="15303"/>
                </a:lnTo>
                <a:lnTo>
                  <a:pt x="144729" y="13182"/>
                </a:lnTo>
                <a:lnTo>
                  <a:pt x="148882" y="9766"/>
                </a:lnTo>
                <a:lnTo>
                  <a:pt x="152082" y="8915"/>
                </a:lnTo>
                <a:lnTo>
                  <a:pt x="159054" y="8915"/>
                </a:lnTo>
                <a:lnTo>
                  <a:pt x="170649" y="19608"/>
                </a:lnTo>
                <a:lnTo>
                  <a:pt x="180441" y="18935"/>
                </a:lnTo>
                <a:lnTo>
                  <a:pt x="161404" y="0"/>
                </a:lnTo>
                <a:lnTo>
                  <a:pt x="151676" y="0"/>
                </a:lnTo>
                <a:lnTo>
                  <a:pt x="134112" y="14414"/>
                </a:lnTo>
                <a:lnTo>
                  <a:pt x="134112" y="21018"/>
                </a:lnTo>
                <a:lnTo>
                  <a:pt x="160693" y="36398"/>
                </a:lnTo>
                <a:lnTo>
                  <a:pt x="163957" y="37160"/>
                </a:lnTo>
                <a:lnTo>
                  <a:pt x="168414" y="38709"/>
                </a:lnTo>
                <a:lnTo>
                  <a:pt x="169938" y="39662"/>
                </a:lnTo>
                <a:lnTo>
                  <a:pt x="171577" y="41884"/>
                </a:lnTo>
                <a:lnTo>
                  <a:pt x="171983" y="43294"/>
                </a:lnTo>
                <a:lnTo>
                  <a:pt x="171983" y="47675"/>
                </a:lnTo>
                <a:lnTo>
                  <a:pt x="170776" y="49644"/>
                </a:lnTo>
                <a:lnTo>
                  <a:pt x="165950" y="52171"/>
                </a:lnTo>
                <a:lnTo>
                  <a:pt x="162547" y="52806"/>
                </a:lnTo>
                <a:lnTo>
                  <a:pt x="153492" y="52806"/>
                </a:lnTo>
                <a:lnTo>
                  <a:pt x="149834" y="51765"/>
                </a:lnTo>
                <a:lnTo>
                  <a:pt x="144564" y="47612"/>
                </a:lnTo>
                <a:lnTo>
                  <a:pt x="142951" y="44742"/>
                </a:lnTo>
                <a:lnTo>
                  <a:pt x="142354" y="41109"/>
                </a:lnTo>
                <a:lnTo>
                  <a:pt x="132549" y="41770"/>
                </a:lnTo>
                <a:lnTo>
                  <a:pt x="153047" y="61709"/>
                </a:lnTo>
                <a:lnTo>
                  <a:pt x="158165" y="61709"/>
                </a:lnTo>
                <a:lnTo>
                  <a:pt x="162623" y="61709"/>
                </a:lnTo>
                <a:lnTo>
                  <a:pt x="181559" y="48501"/>
                </a:lnTo>
                <a:lnTo>
                  <a:pt x="181559" y="41744"/>
                </a:lnTo>
                <a:close/>
              </a:path>
              <a:path w="250825" h="62230">
                <a:moveTo>
                  <a:pt x="250291" y="24358"/>
                </a:moveTo>
                <a:lnTo>
                  <a:pt x="249428" y="20015"/>
                </a:lnTo>
                <a:lnTo>
                  <a:pt x="249377" y="19799"/>
                </a:lnTo>
                <a:lnTo>
                  <a:pt x="249262" y="19202"/>
                </a:lnTo>
                <a:lnTo>
                  <a:pt x="249174" y="18757"/>
                </a:lnTo>
                <a:lnTo>
                  <a:pt x="244716" y="9550"/>
                </a:lnTo>
                <a:lnTo>
                  <a:pt x="244157" y="8915"/>
                </a:lnTo>
                <a:lnTo>
                  <a:pt x="241642" y="6045"/>
                </a:lnTo>
                <a:lnTo>
                  <a:pt x="240042" y="5067"/>
                </a:lnTo>
                <a:lnTo>
                  <a:pt x="240042" y="25514"/>
                </a:lnTo>
                <a:lnTo>
                  <a:pt x="207289" y="25514"/>
                </a:lnTo>
                <a:lnTo>
                  <a:pt x="208102" y="20015"/>
                </a:lnTo>
                <a:lnTo>
                  <a:pt x="209981" y="15875"/>
                </a:lnTo>
                <a:lnTo>
                  <a:pt x="215849" y="10312"/>
                </a:lnTo>
                <a:lnTo>
                  <a:pt x="219583" y="8915"/>
                </a:lnTo>
                <a:lnTo>
                  <a:pt x="228498" y="8915"/>
                </a:lnTo>
                <a:lnTo>
                  <a:pt x="240042" y="25514"/>
                </a:lnTo>
                <a:lnTo>
                  <a:pt x="240042" y="5067"/>
                </a:lnTo>
                <a:lnTo>
                  <a:pt x="233883" y="1282"/>
                </a:lnTo>
                <a:lnTo>
                  <a:pt x="234035" y="1282"/>
                </a:lnTo>
                <a:lnTo>
                  <a:pt x="229235" y="0"/>
                </a:lnTo>
                <a:lnTo>
                  <a:pt x="218694" y="0"/>
                </a:lnTo>
                <a:lnTo>
                  <a:pt x="213995" y="1282"/>
                </a:lnTo>
                <a:lnTo>
                  <a:pt x="197485" y="37096"/>
                </a:lnTo>
                <a:lnTo>
                  <a:pt x="198589" y="42532"/>
                </a:lnTo>
                <a:lnTo>
                  <a:pt x="218986" y="61709"/>
                </a:lnTo>
                <a:lnTo>
                  <a:pt x="230797" y="61709"/>
                </a:lnTo>
                <a:lnTo>
                  <a:pt x="236080" y="60020"/>
                </a:lnTo>
                <a:lnTo>
                  <a:pt x="244779" y="53263"/>
                </a:lnTo>
                <a:lnTo>
                  <a:pt x="245084" y="52806"/>
                </a:lnTo>
                <a:lnTo>
                  <a:pt x="247726" y="48945"/>
                </a:lnTo>
                <a:lnTo>
                  <a:pt x="249288" y="43675"/>
                </a:lnTo>
                <a:lnTo>
                  <a:pt x="239255" y="42887"/>
                </a:lnTo>
                <a:lnTo>
                  <a:pt x="238290" y="45859"/>
                </a:lnTo>
                <a:lnTo>
                  <a:pt x="236562" y="48260"/>
                </a:lnTo>
                <a:lnTo>
                  <a:pt x="231597" y="51892"/>
                </a:lnTo>
                <a:lnTo>
                  <a:pt x="228422" y="52806"/>
                </a:lnTo>
                <a:lnTo>
                  <a:pt x="219430" y="52806"/>
                </a:lnTo>
                <a:lnTo>
                  <a:pt x="215366" y="51206"/>
                </a:lnTo>
                <a:lnTo>
                  <a:pt x="209346" y="44818"/>
                </a:lnTo>
                <a:lnTo>
                  <a:pt x="207657" y="40068"/>
                </a:lnTo>
                <a:lnTo>
                  <a:pt x="207289" y="33756"/>
                </a:lnTo>
                <a:lnTo>
                  <a:pt x="250291" y="33756"/>
                </a:lnTo>
                <a:lnTo>
                  <a:pt x="250291" y="25514"/>
                </a:lnTo>
                <a:lnTo>
                  <a:pt x="250291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0" name="object 90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3481168" y="2909768"/>
            <a:ext cx="121532" cy="74185"/>
          </a:xfrm>
          <a:prstGeom prst="rect">
            <a:avLst/>
          </a:prstGeom>
        </p:spPr>
      </p:pic>
      <p:sp>
        <p:nvSpPr>
          <p:cNvPr id="91" name="object 91"/>
          <p:cNvSpPr/>
          <p:nvPr/>
        </p:nvSpPr>
        <p:spPr>
          <a:xfrm>
            <a:off x="556950" y="3673236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2" name="object 9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56950" y="3132994"/>
            <a:ext cx="155946" cy="155943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804521" y="3171757"/>
            <a:ext cx="389664" cy="96508"/>
          </a:xfrm>
          <a:prstGeom prst="rect">
            <a:avLst/>
          </a:prstGeom>
        </p:spPr>
      </p:pic>
      <p:sp>
        <p:nvSpPr>
          <p:cNvPr id="94" name="object 94"/>
          <p:cNvSpPr/>
          <p:nvPr/>
        </p:nvSpPr>
        <p:spPr>
          <a:xfrm>
            <a:off x="1291805" y="3169627"/>
            <a:ext cx="547370" cy="99060"/>
          </a:xfrm>
          <a:custGeom>
            <a:avLst/>
            <a:gdLst/>
            <a:ahLst/>
            <a:cxnLst/>
            <a:rect l="l" t="t" r="r" b="b"/>
            <a:pathLst>
              <a:path w="547369" h="99060">
                <a:moveTo>
                  <a:pt x="62992" y="73126"/>
                </a:moveTo>
                <a:lnTo>
                  <a:pt x="32029" y="54838"/>
                </a:lnTo>
                <a:lnTo>
                  <a:pt x="28714" y="54000"/>
                </a:lnTo>
                <a:lnTo>
                  <a:pt x="24028" y="52412"/>
                </a:lnTo>
                <a:lnTo>
                  <a:pt x="22402" y="51485"/>
                </a:lnTo>
                <a:lnTo>
                  <a:pt x="20561" y="49326"/>
                </a:lnTo>
                <a:lnTo>
                  <a:pt x="20104" y="47955"/>
                </a:lnTo>
                <a:lnTo>
                  <a:pt x="20104" y="44399"/>
                </a:lnTo>
                <a:lnTo>
                  <a:pt x="20955" y="42697"/>
                </a:lnTo>
                <a:lnTo>
                  <a:pt x="24333" y="39712"/>
                </a:lnTo>
                <a:lnTo>
                  <a:pt x="27127" y="38976"/>
                </a:lnTo>
                <a:lnTo>
                  <a:pt x="33528" y="38976"/>
                </a:lnTo>
                <a:lnTo>
                  <a:pt x="44437" y="48602"/>
                </a:lnTo>
                <a:lnTo>
                  <a:pt x="62445" y="47790"/>
                </a:lnTo>
                <a:lnTo>
                  <a:pt x="38074" y="23787"/>
                </a:lnTo>
                <a:lnTo>
                  <a:pt x="24371" y="23787"/>
                </a:lnTo>
                <a:lnTo>
                  <a:pt x="1549" y="42151"/>
                </a:lnTo>
                <a:lnTo>
                  <a:pt x="1549" y="50609"/>
                </a:lnTo>
                <a:lnTo>
                  <a:pt x="34467" y="70231"/>
                </a:lnTo>
                <a:lnTo>
                  <a:pt x="37426" y="70993"/>
                </a:lnTo>
                <a:lnTo>
                  <a:pt x="41389" y="72428"/>
                </a:lnTo>
                <a:lnTo>
                  <a:pt x="42722" y="73228"/>
                </a:lnTo>
                <a:lnTo>
                  <a:pt x="44094" y="74993"/>
                </a:lnTo>
                <a:lnTo>
                  <a:pt x="44437" y="76111"/>
                </a:lnTo>
                <a:lnTo>
                  <a:pt x="44437" y="79451"/>
                </a:lnTo>
                <a:lnTo>
                  <a:pt x="43459" y="80937"/>
                </a:lnTo>
                <a:lnTo>
                  <a:pt x="39535" y="82956"/>
                </a:lnTo>
                <a:lnTo>
                  <a:pt x="36487" y="83464"/>
                </a:lnTo>
                <a:lnTo>
                  <a:pt x="27965" y="83464"/>
                </a:lnTo>
                <a:lnTo>
                  <a:pt x="24650" y="82588"/>
                </a:lnTo>
                <a:lnTo>
                  <a:pt x="20142" y="79095"/>
                </a:lnTo>
                <a:lnTo>
                  <a:pt x="18630" y="76758"/>
                </a:lnTo>
                <a:lnTo>
                  <a:pt x="17856" y="73837"/>
                </a:lnTo>
                <a:lnTo>
                  <a:pt x="0" y="74561"/>
                </a:lnTo>
                <a:lnTo>
                  <a:pt x="25298" y="98640"/>
                </a:lnTo>
                <a:lnTo>
                  <a:pt x="32194" y="98640"/>
                </a:lnTo>
                <a:lnTo>
                  <a:pt x="38709" y="98640"/>
                </a:lnTo>
                <a:lnTo>
                  <a:pt x="62992" y="81610"/>
                </a:lnTo>
                <a:lnTo>
                  <a:pt x="62992" y="73126"/>
                </a:lnTo>
                <a:close/>
              </a:path>
              <a:path w="547369" h="99060">
                <a:moveTo>
                  <a:pt x="145376" y="66141"/>
                </a:moveTo>
                <a:lnTo>
                  <a:pt x="145351" y="53784"/>
                </a:lnTo>
                <a:lnTo>
                  <a:pt x="143954" y="47269"/>
                </a:lnTo>
                <a:lnTo>
                  <a:pt x="140157" y="39776"/>
                </a:lnTo>
                <a:lnTo>
                  <a:pt x="138277" y="36055"/>
                </a:lnTo>
                <a:lnTo>
                  <a:pt x="134378" y="31673"/>
                </a:lnTo>
                <a:lnTo>
                  <a:pt x="125945" y="26441"/>
                </a:lnTo>
                <a:lnTo>
                  <a:pt x="125945" y="53784"/>
                </a:lnTo>
                <a:lnTo>
                  <a:pt x="96901" y="53784"/>
                </a:lnTo>
                <a:lnTo>
                  <a:pt x="97574" y="49199"/>
                </a:lnTo>
                <a:lnTo>
                  <a:pt x="99174" y="45720"/>
                </a:lnTo>
                <a:lnTo>
                  <a:pt x="104292" y="40970"/>
                </a:lnTo>
                <a:lnTo>
                  <a:pt x="107594" y="39776"/>
                </a:lnTo>
                <a:lnTo>
                  <a:pt x="115620" y="39776"/>
                </a:lnTo>
                <a:lnTo>
                  <a:pt x="125945" y="53784"/>
                </a:lnTo>
                <a:lnTo>
                  <a:pt x="125945" y="26441"/>
                </a:lnTo>
                <a:lnTo>
                  <a:pt x="124218" y="25361"/>
                </a:lnTo>
                <a:lnTo>
                  <a:pt x="118376" y="23787"/>
                </a:lnTo>
                <a:lnTo>
                  <a:pt x="105079" y="23787"/>
                </a:lnTo>
                <a:lnTo>
                  <a:pt x="78016" y="53784"/>
                </a:lnTo>
                <a:lnTo>
                  <a:pt x="78016" y="68808"/>
                </a:lnTo>
                <a:lnTo>
                  <a:pt x="105333" y="98640"/>
                </a:lnTo>
                <a:lnTo>
                  <a:pt x="120091" y="98640"/>
                </a:lnTo>
                <a:lnTo>
                  <a:pt x="126822" y="96608"/>
                </a:lnTo>
                <a:lnTo>
                  <a:pt x="137629" y="88442"/>
                </a:lnTo>
                <a:lnTo>
                  <a:pt x="141528" y="82664"/>
                </a:lnTo>
                <a:lnTo>
                  <a:pt x="143802" y="75552"/>
                </a:lnTo>
                <a:lnTo>
                  <a:pt x="143852" y="75412"/>
                </a:lnTo>
                <a:lnTo>
                  <a:pt x="143941" y="75145"/>
                </a:lnTo>
                <a:lnTo>
                  <a:pt x="125730" y="73888"/>
                </a:lnTo>
                <a:lnTo>
                  <a:pt x="124841" y="76542"/>
                </a:lnTo>
                <a:lnTo>
                  <a:pt x="123240" y="78663"/>
                </a:lnTo>
                <a:lnTo>
                  <a:pt x="118605" y="81864"/>
                </a:lnTo>
                <a:lnTo>
                  <a:pt x="115773" y="82664"/>
                </a:lnTo>
                <a:lnTo>
                  <a:pt x="107975" y="82664"/>
                </a:lnTo>
                <a:lnTo>
                  <a:pt x="104355" y="81241"/>
                </a:lnTo>
                <a:lnTo>
                  <a:pt x="98742" y="75552"/>
                </a:lnTo>
                <a:lnTo>
                  <a:pt x="97116" y="71462"/>
                </a:lnTo>
                <a:lnTo>
                  <a:pt x="96672" y="66141"/>
                </a:lnTo>
                <a:lnTo>
                  <a:pt x="145376" y="66141"/>
                </a:lnTo>
                <a:close/>
              </a:path>
              <a:path w="547369" h="99060">
                <a:moveTo>
                  <a:pt x="225577" y="66141"/>
                </a:moveTo>
                <a:lnTo>
                  <a:pt x="225552" y="53784"/>
                </a:lnTo>
                <a:lnTo>
                  <a:pt x="224155" y="47269"/>
                </a:lnTo>
                <a:lnTo>
                  <a:pt x="220357" y="39776"/>
                </a:lnTo>
                <a:lnTo>
                  <a:pt x="218478" y="36055"/>
                </a:lnTo>
                <a:lnTo>
                  <a:pt x="214579" y="31673"/>
                </a:lnTo>
                <a:lnTo>
                  <a:pt x="206146" y="26441"/>
                </a:lnTo>
                <a:lnTo>
                  <a:pt x="206146" y="53784"/>
                </a:lnTo>
                <a:lnTo>
                  <a:pt x="177101" y="53784"/>
                </a:lnTo>
                <a:lnTo>
                  <a:pt x="177774" y="49199"/>
                </a:lnTo>
                <a:lnTo>
                  <a:pt x="179374" y="45720"/>
                </a:lnTo>
                <a:lnTo>
                  <a:pt x="184492" y="40970"/>
                </a:lnTo>
                <a:lnTo>
                  <a:pt x="187794" y="39776"/>
                </a:lnTo>
                <a:lnTo>
                  <a:pt x="195821" y="39776"/>
                </a:lnTo>
                <a:lnTo>
                  <a:pt x="206146" y="53784"/>
                </a:lnTo>
                <a:lnTo>
                  <a:pt x="206146" y="26441"/>
                </a:lnTo>
                <a:lnTo>
                  <a:pt x="204419" y="25361"/>
                </a:lnTo>
                <a:lnTo>
                  <a:pt x="198577" y="23787"/>
                </a:lnTo>
                <a:lnTo>
                  <a:pt x="185280" y="23787"/>
                </a:lnTo>
                <a:lnTo>
                  <a:pt x="158216" y="53784"/>
                </a:lnTo>
                <a:lnTo>
                  <a:pt x="158216" y="68808"/>
                </a:lnTo>
                <a:lnTo>
                  <a:pt x="185534" y="98640"/>
                </a:lnTo>
                <a:lnTo>
                  <a:pt x="200291" y="98640"/>
                </a:lnTo>
                <a:lnTo>
                  <a:pt x="207022" y="96608"/>
                </a:lnTo>
                <a:lnTo>
                  <a:pt x="217830" y="88442"/>
                </a:lnTo>
                <a:lnTo>
                  <a:pt x="221729" y="82664"/>
                </a:lnTo>
                <a:lnTo>
                  <a:pt x="224002" y="75552"/>
                </a:lnTo>
                <a:lnTo>
                  <a:pt x="224053" y="75412"/>
                </a:lnTo>
                <a:lnTo>
                  <a:pt x="224129" y="75145"/>
                </a:lnTo>
                <a:lnTo>
                  <a:pt x="205930" y="73888"/>
                </a:lnTo>
                <a:lnTo>
                  <a:pt x="205041" y="76542"/>
                </a:lnTo>
                <a:lnTo>
                  <a:pt x="203428" y="78663"/>
                </a:lnTo>
                <a:lnTo>
                  <a:pt x="198805" y="81864"/>
                </a:lnTo>
                <a:lnTo>
                  <a:pt x="195973" y="82664"/>
                </a:lnTo>
                <a:lnTo>
                  <a:pt x="188175" y="82664"/>
                </a:lnTo>
                <a:lnTo>
                  <a:pt x="184556" y="81241"/>
                </a:lnTo>
                <a:lnTo>
                  <a:pt x="178943" y="75552"/>
                </a:lnTo>
                <a:lnTo>
                  <a:pt x="177317" y="71462"/>
                </a:lnTo>
                <a:lnTo>
                  <a:pt x="176872" y="66141"/>
                </a:lnTo>
                <a:lnTo>
                  <a:pt x="225577" y="66141"/>
                </a:lnTo>
                <a:close/>
              </a:path>
              <a:path w="547369" h="99060">
                <a:moveTo>
                  <a:pt x="303377" y="2133"/>
                </a:moveTo>
                <a:lnTo>
                  <a:pt x="285242" y="2133"/>
                </a:lnTo>
                <a:lnTo>
                  <a:pt x="285242" y="35153"/>
                </a:lnTo>
                <a:lnTo>
                  <a:pt x="285242" y="56603"/>
                </a:lnTo>
                <a:lnTo>
                  <a:pt x="285242" y="65760"/>
                </a:lnTo>
                <a:lnTo>
                  <a:pt x="284683" y="69113"/>
                </a:lnTo>
                <a:lnTo>
                  <a:pt x="284594" y="69634"/>
                </a:lnTo>
                <a:lnTo>
                  <a:pt x="282054" y="75844"/>
                </a:lnTo>
                <a:lnTo>
                  <a:pt x="281990" y="76009"/>
                </a:lnTo>
                <a:lnTo>
                  <a:pt x="280149" y="78447"/>
                </a:lnTo>
                <a:lnTo>
                  <a:pt x="275399" y="81813"/>
                </a:lnTo>
                <a:lnTo>
                  <a:pt x="272630" y="82664"/>
                </a:lnTo>
                <a:lnTo>
                  <a:pt x="264579" y="82664"/>
                </a:lnTo>
                <a:lnTo>
                  <a:pt x="260858" y="80810"/>
                </a:lnTo>
                <a:lnTo>
                  <a:pt x="255816" y="73393"/>
                </a:lnTo>
                <a:lnTo>
                  <a:pt x="254558" y="68097"/>
                </a:lnTo>
                <a:lnTo>
                  <a:pt x="254558" y="54305"/>
                </a:lnTo>
                <a:lnTo>
                  <a:pt x="255816" y="48996"/>
                </a:lnTo>
                <a:lnTo>
                  <a:pt x="260858" y="41617"/>
                </a:lnTo>
                <a:lnTo>
                  <a:pt x="264541" y="39776"/>
                </a:lnTo>
                <a:lnTo>
                  <a:pt x="272605" y="39776"/>
                </a:lnTo>
                <a:lnTo>
                  <a:pt x="285242" y="56603"/>
                </a:lnTo>
                <a:lnTo>
                  <a:pt x="285242" y="35153"/>
                </a:lnTo>
                <a:lnTo>
                  <a:pt x="268274" y="23787"/>
                </a:lnTo>
                <a:lnTo>
                  <a:pt x="258483" y="23787"/>
                </a:lnTo>
                <a:lnTo>
                  <a:pt x="253453" y="25260"/>
                </a:lnTo>
                <a:lnTo>
                  <a:pt x="244906" y="31165"/>
                </a:lnTo>
                <a:lnTo>
                  <a:pt x="241592" y="35433"/>
                </a:lnTo>
                <a:lnTo>
                  <a:pt x="237032" y="46291"/>
                </a:lnTo>
                <a:lnTo>
                  <a:pt x="236905" y="46583"/>
                </a:lnTo>
                <a:lnTo>
                  <a:pt x="235851" y="52692"/>
                </a:lnTo>
                <a:lnTo>
                  <a:pt x="235826" y="69634"/>
                </a:lnTo>
                <a:lnTo>
                  <a:pt x="236905" y="75844"/>
                </a:lnTo>
                <a:lnTo>
                  <a:pt x="241592" y="87007"/>
                </a:lnTo>
                <a:lnTo>
                  <a:pt x="244906" y="91274"/>
                </a:lnTo>
                <a:lnTo>
                  <a:pt x="253453" y="97167"/>
                </a:lnTo>
                <a:lnTo>
                  <a:pt x="258483" y="98640"/>
                </a:lnTo>
                <a:lnTo>
                  <a:pt x="268351" y="98640"/>
                </a:lnTo>
                <a:lnTo>
                  <a:pt x="285508" y="85940"/>
                </a:lnTo>
                <a:lnTo>
                  <a:pt x="285737" y="91274"/>
                </a:lnTo>
                <a:lnTo>
                  <a:pt x="285800" y="92608"/>
                </a:lnTo>
                <a:lnTo>
                  <a:pt x="285889" y="94729"/>
                </a:lnTo>
                <a:lnTo>
                  <a:pt x="285991" y="97040"/>
                </a:lnTo>
                <a:lnTo>
                  <a:pt x="303377" y="97040"/>
                </a:lnTo>
                <a:lnTo>
                  <a:pt x="303377" y="78028"/>
                </a:lnTo>
                <a:lnTo>
                  <a:pt x="303377" y="43205"/>
                </a:lnTo>
                <a:lnTo>
                  <a:pt x="303377" y="2133"/>
                </a:lnTo>
                <a:close/>
              </a:path>
              <a:path w="547369" h="99060">
                <a:moveTo>
                  <a:pt x="382257" y="66103"/>
                </a:moveTo>
                <a:lnTo>
                  <a:pt x="322326" y="66103"/>
                </a:lnTo>
                <a:lnTo>
                  <a:pt x="322326" y="81026"/>
                </a:lnTo>
                <a:lnTo>
                  <a:pt x="382257" y="81026"/>
                </a:lnTo>
                <a:lnTo>
                  <a:pt x="382257" y="66103"/>
                </a:lnTo>
                <a:close/>
              </a:path>
              <a:path w="547369" h="99060">
                <a:moveTo>
                  <a:pt x="382257" y="34747"/>
                </a:moveTo>
                <a:lnTo>
                  <a:pt x="322326" y="34747"/>
                </a:lnTo>
                <a:lnTo>
                  <a:pt x="322326" y="49669"/>
                </a:lnTo>
                <a:lnTo>
                  <a:pt x="382257" y="49669"/>
                </a:lnTo>
                <a:lnTo>
                  <a:pt x="382257" y="34747"/>
                </a:lnTo>
                <a:close/>
              </a:path>
              <a:path w="547369" h="99060">
                <a:moveTo>
                  <a:pt x="468845" y="61544"/>
                </a:moveTo>
                <a:lnTo>
                  <a:pt x="457593" y="61544"/>
                </a:lnTo>
                <a:lnTo>
                  <a:pt x="457593" y="26035"/>
                </a:lnTo>
                <a:lnTo>
                  <a:pt x="457593" y="2133"/>
                </a:lnTo>
                <a:lnTo>
                  <a:pt x="438569" y="2133"/>
                </a:lnTo>
                <a:lnTo>
                  <a:pt x="438569" y="26035"/>
                </a:lnTo>
                <a:lnTo>
                  <a:pt x="438569" y="61544"/>
                </a:lnTo>
                <a:lnTo>
                  <a:pt x="413994" y="61544"/>
                </a:lnTo>
                <a:lnTo>
                  <a:pt x="438569" y="26035"/>
                </a:lnTo>
                <a:lnTo>
                  <a:pt x="438569" y="2133"/>
                </a:lnTo>
                <a:lnTo>
                  <a:pt x="435914" y="2133"/>
                </a:lnTo>
                <a:lnTo>
                  <a:pt x="396138" y="62420"/>
                </a:lnTo>
                <a:lnTo>
                  <a:pt x="396138" y="78054"/>
                </a:lnTo>
                <a:lnTo>
                  <a:pt x="438569" y="78054"/>
                </a:lnTo>
                <a:lnTo>
                  <a:pt x="438569" y="97040"/>
                </a:lnTo>
                <a:lnTo>
                  <a:pt x="457593" y="97040"/>
                </a:lnTo>
                <a:lnTo>
                  <a:pt x="457593" y="78054"/>
                </a:lnTo>
                <a:lnTo>
                  <a:pt x="468845" y="78054"/>
                </a:lnTo>
                <a:lnTo>
                  <a:pt x="468845" y="61544"/>
                </a:lnTo>
                <a:close/>
              </a:path>
              <a:path w="547369" h="99060">
                <a:moveTo>
                  <a:pt x="546912" y="79883"/>
                </a:moveTo>
                <a:lnTo>
                  <a:pt x="500265" y="79883"/>
                </a:lnTo>
                <a:lnTo>
                  <a:pt x="500443" y="78270"/>
                </a:lnTo>
                <a:lnTo>
                  <a:pt x="527951" y="57632"/>
                </a:lnTo>
                <a:lnTo>
                  <a:pt x="532917" y="54394"/>
                </a:lnTo>
                <a:lnTo>
                  <a:pt x="540219" y="48285"/>
                </a:lnTo>
                <a:lnTo>
                  <a:pt x="542848" y="44932"/>
                </a:lnTo>
                <a:lnTo>
                  <a:pt x="546061" y="37617"/>
                </a:lnTo>
                <a:lnTo>
                  <a:pt x="546862" y="33248"/>
                </a:lnTo>
                <a:lnTo>
                  <a:pt x="546862" y="22529"/>
                </a:lnTo>
                <a:lnTo>
                  <a:pt x="521817" y="0"/>
                </a:lnTo>
                <a:lnTo>
                  <a:pt x="514731" y="0"/>
                </a:lnTo>
                <a:lnTo>
                  <a:pt x="479806" y="21742"/>
                </a:lnTo>
                <a:lnTo>
                  <a:pt x="478853" y="31432"/>
                </a:lnTo>
                <a:lnTo>
                  <a:pt x="498576" y="32562"/>
                </a:lnTo>
                <a:lnTo>
                  <a:pt x="499402" y="27482"/>
                </a:lnTo>
                <a:lnTo>
                  <a:pt x="501040" y="23583"/>
                </a:lnTo>
                <a:lnTo>
                  <a:pt x="505955" y="18186"/>
                </a:lnTo>
                <a:lnTo>
                  <a:pt x="509587" y="16840"/>
                </a:lnTo>
                <a:lnTo>
                  <a:pt x="517258" y="16840"/>
                </a:lnTo>
                <a:lnTo>
                  <a:pt x="527291" y="26695"/>
                </a:lnTo>
                <a:lnTo>
                  <a:pt x="527291" y="32131"/>
                </a:lnTo>
                <a:lnTo>
                  <a:pt x="503936" y="51295"/>
                </a:lnTo>
                <a:lnTo>
                  <a:pt x="497039" y="55981"/>
                </a:lnTo>
                <a:lnTo>
                  <a:pt x="487019" y="65620"/>
                </a:lnTo>
                <a:lnTo>
                  <a:pt x="483514" y="70942"/>
                </a:lnTo>
                <a:lnTo>
                  <a:pt x="479475" y="82575"/>
                </a:lnTo>
                <a:lnTo>
                  <a:pt x="478472" y="89344"/>
                </a:lnTo>
                <a:lnTo>
                  <a:pt x="478472" y="97040"/>
                </a:lnTo>
                <a:lnTo>
                  <a:pt x="546912" y="97040"/>
                </a:lnTo>
                <a:lnTo>
                  <a:pt x="546912" y="7988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5" name="object 9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930685" y="3178201"/>
            <a:ext cx="148370" cy="90064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169680" y="3169618"/>
            <a:ext cx="309036" cy="117093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573191" y="3171757"/>
            <a:ext cx="385599" cy="96508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806241" y="3358447"/>
            <a:ext cx="5249545" cy="243840"/>
            <a:chOff x="806241" y="3358447"/>
            <a:chExt cx="5249545" cy="243840"/>
          </a:xfrm>
        </p:grpSpPr>
        <p:sp>
          <p:nvSpPr>
            <p:cNvPr id="99" name="object 99"/>
            <p:cNvSpPr/>
            <p:nvPr/>
          </p:nvSpPr>
          <p:spPr>
            <a:xfrm>
              <a:off x="1479702" y="3378949"/>
              <a:ext cx="182245" cy="62230"/>
            </a:xfrm>
            <a:custGeom>
              <a:avLst/>
              <a:gdLst/>
              <a:ahLst/>
              <a:cxnLst/>
              <a:rect l="l" t="t" r="r" b="b"/>
              <a:pathLst>
                <a:path w="182244" h="62229">
                  <a:moveTo>
                    <a:pt x="48120" y="18237"/>
                  </a:moveTo>
                  <a:lnTo>
                    <a:pt x="47332" y="14465"/>
                  </a:lnTo>
                  <a:lnTo>
                    <a:pt x="44462" y="8242"/>
                  </a:lnTo>
                  <a:lnTo>
                    <a:pt x="44221" y="7708"/>
                  </a:lnTo>
                  <a:lnTo>
                    <a:pt x="41935" y="5016"/>
                  </a:lnTo>
                  <a:lnTo>
                    <a:pt x="35915" y="1003"/>
                  </a:lnTo>
                  <a:lnTo>
                    <a:pt x="32156" y="0"/>
                  </a:lnTo>
                  <a:lnTo>
                    <a:pt x="24574" y="0"/>
                  </a:lnTo>
                  <a:lnTo>
                    <a:pt x="8801" y="11328"/>
                  </a:lnTo>
                  <a:lnTo>
                    <a:pt x="8801" y="11493"/>
                  </a:lnTo>
                  <a:lnTo>
                    <a:pt x="8534" y="11887"/>
                  </a:lnTo>
                  <a:lnTo>
                    <a:pt x="8572" y="1333"/>
                  </a:lnTo>
                  <a:lnTo>
                    <a:pt x="0" y="1333"/>
                  </a:lnTo>
                  <a:lnTo>
                    <a:pt x="0" y="60375"/>
                  </a:lnTo>
                  <a:lnTo>
                    <a:pt x="9359" y="60375"/>
                  </a:lnTo>
                  <a:lnTo>
                    <a:pt x="9359" y="21424"/>
                  </a:lnTo>
                  <a:lnTo>
                    <a:pt x="10083" y="18364"/>
                  </a:lnTo>
                  <a:lnTo>
                    <a:pt x="11239" y="16370"/>
                  </a:lnTo>
                  <a:lnTo>
                    <a:pt x="12979" y="13385"/>
                  </a:lnTo>
                  <a:lnTo>
                    <a:pt x="14922" y="11493"/>
                  </a:lnTo>
                  <a:lnTo>
                    <a:pt x="19621" y="9004"/>
                  </a:lnTo>
                  <a:lnTo>
                    <a:pt x="19354" y="9004"/>
                  </a:lnTo>
                  <a:lnTo>
                    <a:pt x="22567" y="8242"/>
                  </a:lnTo>
                  <a:lnTo>
                    <a:pt x="30073" y="8242"/>
                  </a:lnTo>
                  <a:lnTo>
                    <a:pt x="33375" y="9677"/>
                  </a:lnTo>
                  <a:lnTo>
                    <a:pt x="37680" y="15392"/>
                  </a:lnTo>
                  <a:lnTo>
                    <a:pt x="38760" y="19570"/>
                  </a:lnTo>
                  <a:lnTo>
                    <a:pt x="38760" y="60375"/>
                  </a:lnTo>
                  <a:lnTo>
                    <a:pt x="48120" y="60375"/>
                  </a:lnTo>
                  <a:lnTo>
                    <a:pt x="48120" y="18237"/>
                  </a:lnTo>
                  <a:close/>
                </a:path>
                <a:path w="182244" h="62229">
                  <a:moveTo>
                    <a:pt x="117741" y="24028"/>
                  </a:moveTo>
                  <a:lnTo>
                    <a:pt x="116738" y="19088"/>
                  </a:lnTo>
                  <a:lnTo>
                    <a:pt x="112280" y="9880"/>
                  </a:lnTo>
                  <a:lnTo>
                    <a:pt x="111429" y="8915"/>
                  </a:lnTo>
                  <a:lnTo>
                    <a:pt x="109143" y="6311"/>
                  </a:lnTo>
                  <a:lnTo>
                    <a:pt x="108051" y="5638"/>
                  </a:lnTo>
                  <a:lnTo>
                    <a:pt x="108051" y="24028"/>
                  </a:lnTo>
                  <a:lnTo>
                    <a:pt x="108051" y="37680"/>
                  </a:lnTo>
                  <a:lnTo>
                    <a:pt x="106540" y="43053"/>
                  </a:lnTo>
                  <a:lnTo>
                    <a:pt x="100533" y="50850"/>
                  </a:lnTo>
                  <a:lnTo>
                    <a:pt x="96316" y="52793"/>
                  </a:lnTo>
                  <a:lnTo>
                    <a:pt x="85471" y="52793"/>
                  </a:lnTo>
                  <a:lnTo>
                    <a:pt x="81254" y="50850"/>
                  </a:lnTo>
                  <a:lnTo>
                    <a:pt x="75247" y="43053"/>
                  </a:lnTo>
                  <a:lnTo>
                    <a:pt x="73736" y="37680"/>
                  </a:lnTo>
                  <a:lnTo>
                    <a:pt x="73736" y="24028"/>
                  </a:lnTo>
                  <a:lnTo>
                    <a:pt x="75120" y="19088"/>
                  </a:lnTo>
                  <a:lnTo>
                    <a:pt x="75247" y="18656"/>
                  </a:lnTo>
                  <a:lnTo>
                    <a:pt x="81254" y="10858"/>
                  </a:lnTo>
                  <a:lnTo>
                    <a:pt x="85471" y="8915"/>
                  </a:lnTo>
                  <a:lnTo>
                    <a:pt x="96316" y="8915"/>
                  </a:lnTo>
                  <a:lnTo>
                    <a:pt x="100533" y="10858"/>
                  </a:lnTo>
                  <a:lnTo>
                    <a:pt x="106540" y="18656"/>
                  </a:lnTo>
                  <a:lnTo>
                    <a:pt x="108051" y="24028"/>
                  </a:lnTo>
                  <a:lnTo>
                    <a:pt x="108051" y="5638"/>
                  </a:lnTo>
                  <a:lnTo>
                    <a:pt x="101041" y="1257"/>
                  </a:lnTo>
                  <a:lnTo>
                    <a:pt x="96316" y="0"/>
                  </a:lnTo>
                  <a:lnTo>
                    <a:pt x="85471" y="0"/>
                  </a:lnTo>
                  <a:lnTo>
                    <a:pt x="64046" y="24028"/>
                  </a:lnTo>
                  <a:lnTo>
                    <a:pt x="64058" y="37680"/>
                  </a:lnTo>
                  <a:lnTo>
                    <a:pt x="85471" y="61709"/>
                  </a:lnTo>
                  <a:lnTo>
                    <a:pt x="96316" y="61709"/>
                  </a:lnTo>
                  <a:lnTo>
                    <a:pt x="101041" y="60452"/>
                  </a:lnTo>
                  <a:lnTo>
                    <a:pt x="109143" y="55397"/>
                  </a:lnTo>
                  <a:lnTo>
                    <a:pt x="111417" y="52793"/>
                  </a:lnTo>
                  <a:lnTo>
                    <a:pt x="112280" y="51816"/>
                  </a:lnTo>
                  <a:lnTo>
                    <a:pt x="116738" y="42532"/>
                  </a:lnTo>
                  <a:lnTo>
                    <a:pt x="117729" y="37680"/>
                  </a:lnTo>
                  <a:lnTo>
                    <a:pt x="117741" y="24028"/>
                  </a:lnTo>
                  <a:close/>
                </a:path>
                <a:path w="182244" h="62229">
                  <a:moveTo>
                    <a:pt x="181787" y="18237"/>
                  </a:moveTo>
                  <a:lnTo>
                    <a:pt x="181000" y="14465"/>
                  </a:lnTo>
                  <a:lnTo>
                    <a:pt x="178130" y="8242"/>
                  </a:lnTo>
                  <a:lnTo>
                    <a:pt x="177888" y="7708"/>
                  </a:lnTo>
                  <a:lnTo>
                    <a:pt x="175602" y="5016"/>
                  </a:lnTo>
                  <a:lnTo>
                    <a:pt x="169583" y="1003"/>
                  </a:lnTo>
                  <a:lnTo>
                    <a:pt x="165823" y="0"/>
                  </a:lnTo>
                  <a:lnTo>
                    <a:pt x="158242" y="0"/>
                  </a:lnTo>
                  <a:lnTo>
                    <a:pt x="142468" y="11328"/>
                  </a:lnTo>
                  <a:lnTo>
                    <a:pt x="142468" y="11493"/>
                  </a:lnTo>
                  <a:lnTo>
                    <a:pt x="142201" y="11887"/>
                  </a:lnTo>
                  <a:lnTo>
                    <a:pt x="142240" y="1333"/>
                  </a:lnTo>
                  <a:lnTo>
                    <a:pt x="133667" y="1333"/>
                  </a:lnTo>
                  <a:lnTo>
                    <a:pt x="133667" y="60375"/>
                  </a:lnTo>
                  <a:lnTo>
                    <a:pt x="143027" y="60375"/>
                  </a:lnTo>
                  <a:lnTo>
                    <a:pt x="143027" y="21424"/>
                  </a:lnTo>
                  <a:lnTo>
                    <a:pt x="143751" y="18364"/>
                  </a:lnTo>
                  <a:lnTo>
                    <a:pt x="144907" y="16370"/>
                  </a:lnTo>
                  <a:lnTo>
                    <a:pt x="146646" y="13385"/>
                  </a:lnTo>
                  <a:lnTo>
                    <a:pt x="148590" y="11493"/>
                  </a:lnTo>
                  <a:lnTo>
                    <a:pt x="153289" y="9004"/>
                  </a:lnTo>
                  <a:lnTo>
                    <a:pt x="153022" y="9004"/>
                  </a:lnTo>
                  <a:lnTo>
                    <a:pt x="156235" y="8242"/>
                  </a:lnTo>
                  <a:lnTo>
                    <a:pt x="163741" y="8242"/>
                  </a:lnTo>
                  <a:lnTo>
                    <a:pt x="167043" y="9677"/>
                  </a:lnTo>
                  <a:lnTo>
                    <a:pt x="171348" y="15392"/>
                  </a:lnTo>
                  <a:lnTo>
                    <a:pt x="172427" y="19570"/>
                  </a:lnTo>
                  <a:lnTo>
                    <a:pt x="172427" y="60375"/>
                  </a:lnTo>
                  <a:lnTo>
                    <a:pt x="181787" y="60375"/>
                  </a:lnTo>
                  <a:lnTo>
                    <a:pt x="181787" y="1823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684218" y="3360119"/>
              <a:ext cx="784186" cy="8053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545709" y="3366467"/>
              <a:ext cx="118741" cy="74185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167710" y="3358451"/>
              <a:ext cx="365760" cy="82550"/>
            </a:xfrm>
            <a:custGeom>
              <a:avLst/>
              <a:gdLst/>
              <a:ahLst/>
              <a:cxnLst/>
              <a:rect l="l" t="t" r="r" b="b"/>
              <a:pathLst>
                <a:path w="365760" h="82550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365760" h="82550">
                  <a:moveTo>
                    <a:pt x="101587" y="71513"/>
                  </a:moveTo>
                  <a:lnTo>
                    <a:pt x="57696" y="71513"/>
                  </a:lnTo>
                  <a:lnTo>
                    <a:pt x="57848" y="69507"/>
                  </a:lnTo>
                  <a:lnTo>
                    <a:pt x="85242" y="46786"/>
                  </a:lnTo>
                  <a:lnTo>
                    <a:pt x="89573" y="44081"/>
                  </a:lnTo>
                  <a:lnTo>
                    <a:pt x="95885" y="39027"/>
                  </a:lnTo>
                  <a:lnTo>
                    <a:pt x="98132" y="36296"/>
                  </a:lnTo>
                  <a:lnTo>
                    <a:pt x="100799" y="30429"/>
                  </a:lnTo>
                  <a:lnTo>
                    <a:pt x="101473" y="26962"/>
                  </a:lnTo>
                  <a:lnTo>
                    <a:pt x="101473" y="18415"/>
                  </a:lnTo>
                  <a:lnTo>
                    <a:pt x="81051" y="0"/>
                  </a:lnTo>
                  <a:lnTo>
                    <a:pt x="67094" y="0"/>
                  </a:lnTo>
                  <a:lnTo>
                    <a:pt x="60299" y="2298"/>
                  </a:lnTo>
                  <a:lnTo>
                    <a:pt x="50190" y="11506"/>
                  </a:lnTo>
                  <a:lnTo>
                    <a:pt x="47231" y="17678"/>
                  </a:lnTo>
                  <a:lnTo>
                    <a:pt x="46329" y="25400"/>
                  </a:lnTo>
                  <a:lnTo>
                    <a:pt x="56362" y="26073"/>
                  </a:lnTo>
                  <a:lnTo>
                    <a:pt x="57175" y="20726"/>
                  </a:lnTo>
                  <a:lnTo>
                    <a:pt x="59194" y="16598"/>
                  </a:lnTo>
                  <a:lnTo>
                    <a:pt x="65659" y="10807"/>
                  </a:lnTo>
                  <a:lnTo>
                    <a:pt x="70065" y="9359"/>
                  </a:lnTo>
                  <a:lnTo>
                    <a:pt x="79121" y="9359"/>
                  </a:lnTo>
                  <a:lnTo>
                    <a:pt x="91452" y="20421"/>
                  </a:lnTo>
                  <a:lnTo>
                    <a:pt x="91452" y="25844"/>
                  </a:lnTo>
                  <a:lnTo>
                    <a:pt x="68313" y="44704"/>
                  </a:lnTo>
                  <a:lnTo>
                    <a:pt x="62166" y="48831"/>
                  </a:lnTo>
                  <a:lnTo>
                    <a:pt x="53327" y="56997"/>
                  </a:lnTo>
                  <a:lnTo>
                    <a:pt x="50253" y="61290"/>
                  </a:lnTo>
                  <a:lnTo>
                    <a:pt x="46761" y="70269"/>
                  </a:lnTo>
                  <a:lnTo>
                    <a:pt x="45885" y="75298"/>
                  </a:lnTo>
                  <a:lnTo>
                    <a:pt x="45885" y="80873"/>
                  </a:lnTo>
                  <a:lnTo>
                    <a:pt x="101587" y="80873"/>
                  </a:lnTo>
                  <a:lnTo>
                    <a:pt x="101587" y="71513"/>
                  </a:lnTo>
                  <a:close/>
                </a:path>
                <a:path w="365760" h="82550">
                  <a:moveTo>
                    <a:pt x="238594" y="21831"/>
                  </a:moveTo>
                  <a:lnTo>
                    <a:pt x="228346" y="21831"/>
                  </a:lnTo>
                  <a:lnTo>
                    <a:pt x="220662" y="71069"/>
                  </a:lnTo>
                  <a:lnTo>
                    <a:pt x="211975" y="30073"/>
                  </a:lnTo>
                  <a:lnTo>
                    <a:pt x="202831" y="30073"/>
                  </a:lnTo>
                  <a:lnTo>
                    <a:pt x="194144" y="71069"/>
                  </a:lnTo>
                  <a:lnTo>
                    <a:pt x="186461" y="21831"/>
                  </a:lnTo>
                  <a:lnTo>
                    <a:pt x="176212" y="21831"/>
                  </a:lnTo>
                  <a:lnTo>
                    <a:pt x="187909" y="80873"/>
                  </a:lnTo>
                  <a:lnTo>
                    <a:pt x="199605" y="80873"/>
                  </a:lnTo>
                  <a:lnTo>
                    <a:pt x="207403" y="43662"/>
                  </a:lnTo>
                  <a:lnTo>
                    <a:pt x="215201" y="80873"/>
                  </a:lnTo>
                  <a:lnTo>
                    <a:pt x="227012" y="80873"/>
                  </a:lnTo>
                  <a:lnTo>
                    <a:pt x="238594" y="21831"/>
                  </a:lnTo>
                  <a:close/>
                </a:path>
                <a:path w="365760" h="82550">
                  <a:moveTo>
                    <a:pt x="303199" y="80683"/>
                  </a:moveTo>
                  <a:lnTo>
                    <a:pt x="302082" y="80683"/>
                  </a:lnTo>
                  <a:lnTo>
                    <a:pt x="302082" y="72631"/>
                  </a:lnTo>
                  <a:lnTo>
                    <a:pt x="297116" y="72631"/>
                  </a:lnTo>
                  <a:lnTo>
                    <a:pt x="296214" y="72364"/>
                  </a:lnTo>
                  <a:lnTo>
                    <a:pt x="295071" y="71361"/>
                  </a:lnTo>
                  <a:lnTo>
                    <a:pt x="294779" y="70535"/>
                  </a:lnTo>
                  <a:lnTo>
                    <a:pt x="294728" y="68846"/>
                  </a:lnTo>
                  <a:lnTo>
                    <a:pt x="294728" y="52349"/>
                  </a:lnTo>
                  <a:lnTo>
                    <a:pt x="294728" y="37058"/>
                  </a:lnTo>
                  <a:lnTo>
                    <a:pt x="292760" y="31178"/>
                  </a:lnTo>
                  <a:lnTo>
                    <a:pt x="291134" y="29413"/>
                  </a:lnTo>
                  <a:lnTo>
                    <a:pt x="284899" y="22631"/>
                  </a:lnTo>
                  <a:lnTo>
                    <a:pt x="279361" y="20497"/>
                  </a:lnTo>
                  <a:lnTo>
                    <a:pt x="265544" y="20497"/>
                  </a:lnTo>
                  <a:lnTo>
                    <a:pt x="260108" y="22225"/>
                  </a:lnTo>
                  <a:lnTo>
                    <a:pt x="251714" y="29133"/>
                  </a:lnTo>
                  <a:lnTo>
                    <a:pt x="249059" y="33642"/>
                  </a:lnTo>
                  <a:lnTo>
                    <a:pt x="247929" y="39281"/>
                  </a:lnTo>
                  <a:lnTo>
                    <a:pt x="248881" y="39281"/>
                  </a:lnTo>
                  <a:lnTo>
                    <a:pt x="257860" y="39992"/>
                  </a:lnTo>
                  <a:lnTo>
                    <a:pt x="268147" y="29413"/>
                  </a:lnTo>
                  <a:lnTo>
                    <a:pt x="276466" y="29413"/>
                  </a:lnTo>
                  <a:lnTo>
                    <a:pt x="279717" y="30632"/>
                  </a:lnTo>
                  <a:lnTo>
                    <a:pt x="284238" y="35534"/>
                  </a:lnTo>
                  <a:lnTo>
                    <a:pt x="285381" y="39281"/>
                  </a:lnTo>
                  <a:lnTo>
                    <a:pt x="285381" y="44335"/>
                  </a:lnTo>
                  <a:lnTo>
                    <a:pt x="285381" y="52349"/>
                  </a:lnTo>
                  <a:lnTo>
                    <a:pt x="271348" y="73964"/>
                  </a:lnTo>
                  <a:lnTo>
                    <a:pt x="263994" y="73964"/>
                  </a:lnTo>
                  <a:lnTo>
                    <a:pt x="261632" y="73279"/>
                  </a:lnTo>
                  <a:lnTo>
                    <a:pt x="261467" y="73279"/>
                  </a:lnTo>
                  <a:lnTo>
                    <a:pt x="257581" y="70154"/>
                  </a:lnTo>
                  <a:lnTo>
                    <a:pt x="256641" y="68021"/>
                  </a:lnTo>
                  <a:lnTo>
                    <a:pt x="256641" y="62826"/>
                  </a:lnTo>
                  <a:lnTo>
                    <a:pt x="257314" y="61112"/>
                  </a:lnTo>
                  <a:lnTo>
                    <a:pt x="257416" y="60845"/>
                  </a:lnTo>
                  <a:lnTo>
                    <a:pt x="260540" y="57797"/>
                  </a:lnTo>
                  <a:lnTo>
                    <a:pt x="263321" y="56667"/>
                  </a:lnTo>
                  <a:lnTo>
                    <a:pt x="267335" y="55918"/>
                  </a:lnTo>
                  <a:lnTo>
                    <a:pt x="285381" y="52349"/>
                  </a:lnTo>
                  <a:lnTo>
                    <a:pt x="285381" y="44335"/>
                  </a:lnTo>
                  <a:lnTo>
                    <a:pt x="259092" y="49606"/>
                  </a:lnTo>
                  <a:lnTo>
                    <a:pt x="254355" y="51625"/>
                  </a:lnTo>
                  <a:lnTo>
                    <a:pt x="248335" y="57200"/>
                  </a:lnTo>
                  <a:lnTo>
                    <a:pt x="246938" y="60845"/>
                  </a:lnTo>
                  <a:lnTo>
                    <a:pt x="246837" y="69354"/>
                  </a:lnTo>
                  <a:lnTo>
                    <a:pt x="247688" y="72161"/>
                  </a:lnTo>
                  <a:lnTo>
                    <a:pt x="251104" y="76987"/>
                  </a:lnTo>
                  <a:lnTo>
                    <a:pt x="253441" y="78867"/>
                  </a:lnTo>
                  <a:lnTo>
                    <a:pt x="259588" y="81635"/>
                  </a:lnTo>
                  <a:lnTo>
                    <a:pt x="259854" y="81635"/>
                  </a:lnTo>
                  <a:lnTo>
                    <a:pt x="262724" y="82207"/>
                  </a:lnTo>
                  <a:lnTo>
                    <a:pt x="269862" y="82207"/>
                  </a:lnTo>
                  <a:lnTo>
                    <a:pt x="273050" y="81635"/>
                  </a:lnTo>
                  <a:lnTo>
                    <a:pt x="278993" y="79324"/>
                  </a:lnTo>
                  <a:lnTo>
                    <a:pt x="281457" y="77736"/>
                  </a:lnTo>
                  <a:lnTo>
                    <a:pt x="284962" y="74091"/>
                  </a:lnTo>
                  <a:lnTo>
                    <a:pt x="285089" y="73964"/>
                  </a:lnTo>
                  <a:lnTo>
                    <a:pt x="285394" y="73647"/>
                  </a:lnTo>
                  <a:lnTo>
                    <a:pt x="285597" y="73279"/>
                  </a:lnTo>
                  <a:lnTo>
                    <a:pt x="285534" y="72161"/>
                  </a:lnTo>
                  <a:lnTo>
                    <a:pt x="285635" y="72631"/>
                  </a:lnTo>
                  <a:lnTo>
                    <a:pt x="285724" y="73050"/>
                  </a:lnTo>
                  <a:lnTo>
                    <a:pt x="285953" y="72631"/>
                  </a:lnTo>
                  <a:lnTo>
                    <a:pt x="285940" y="74091"/>
                  </a:lnTo>
                  <a:lnTo>
                    <a:pt x="287718" y="77736"/>
                  </a:lnTo>
                  <a:lnTo>
                    <a:pt x="289039" y="79057"/>
                  </a:lnTo>
                  <a:lnTo>
                    <a:pt x="292519" y="80683"/>
                  </a:lnTo>
                  <a:lnTo>
                    <a:pt x="294665" y="81089"/>
                  </a:lnTo>
                  <a:lnTo>
                    <a:pt x="300748" y="81089"/>
                  </a:lnTo>
                  <a:lnTo>
                    <a:pt x="303199" y="80683"/>
                  </a:lnTo>
                  <a:close/>
                </a:path>
                <a:path w="365760" h="82550">
                  <a:moveTo>
                    <a:pt x="365582" y="62230"/>
                  </a:moveTo>
                  <a:lnTo>
                    <a:pt x="338848" y="47307"/>
                  </a:lnTo>
                  <a:lnTo>
                    <a:pt x="335991" y="46659"/>
                  </a:lnTo>
                  <a:lnTo>
                    <a:pt x="331673" y="45250"/>
                  </a:lnTo>
                  <a:lnTo>
                    <a:pt x="330123" y="44297"/>
                  </a:lnTo>
                  <a:lnTo>
                    <a:pt x="328193" y="41922"/>
                  </a:lnTo>
                  <a:lnTo>
                    <a:pt x="327710" y="40322"/>
                  </a:lnTo>
                  <a:lnTo>
                    <a:pt x="327710" y="35801"/>
                  </a:lnTo>
                  <a:lnTo>
                    <a:pt x="328739" y="33680"/>
                  </a:lnTo>
                  <a:lnTo>
                    <a:pt x="332905" y="30264"/>
                  </a:lnTo>
                  <a:lnTo>
                    <a:pt x="336092" y="29413"/>
                  </a:lnTo>
                  <a:lnTo>
                    <a:pt x="343077" y="29413"/>
                  </a:lnTo>
                  <a:lnTo>
                    <a:pt x="354660" y="40106"/>
                  </a:lnTo>
                  <a:lnTo>
                    <a:pt x="364464" y="39433"/>
                  </a:lnTo>
                  <a:lnTo>
                    <a:pt x="345414" y="20497"/>
                  </a:lnTo>
                  <a:lnTo>
                    <a:pt x="335686" y="20497"/>
                  </a:lnTo>
                  <a:lnTo>
                    <a:pt x="318122" y="34899"/>
                  </a:lnTo>
                  <a:lnTo>
                    <a:pt x="318122" y="41516"/>
                  </a:lnTo>
                  <a:lnTo>
                    <a:pt x="344716" y="56883"/>
                  </a:lnTo>
                  <a:lnTo>
                    <a:pt x="347980" y="57645"/>
                  </a:lnTo>
                  <a:lnTo>
                    <a:pt x="352437" y="59207"/>
                  </a:lnTo>
                  <a:lnTo>
                    <a:pt x="353961" y="60147"/>
                  </a:lnTo>
                  <a:lnTo>
                    <a:pt x="355587" y="62382"/>
                  </a:lnTo>
                  <a:lnTo>
                    <a:pt x="355993" y="63792"/>
                  </a:lnTo>
                  <a:lnTo>
                    <a:pt x="355993" y="68173"/>
                  </a:lnTo>
                  <a:lnTo>
                    <a:pt x="354787" y="70142"/>
                  </a:lnTo>
                  <a:lnTo>
                    <a:pt x="349961" y="72669"/>
                  </a:lnTo>
                  <a:lnTo>
                    <a:pt x="346570" y="73291"/>
                  </a:lnTo>
                  <a:lnTo>
                    <a:pt x="337502" y="73291"/>
                  </a:lnTo>
                  <a:lnTo>
                    <a:pt x="333844" y="72263"/>
                  </a:lnTo>
                  <a:lnTo>
                    <a:pt x="328574" y="68097"/>
                  </a:lnTo>
                  <a:lnTo>
                    <a:pt x="326961" y="65239"/>
                  </a:lnTo>
                  <a:lnTo>
                    <a:pt x="326364" y="61595"/>
                  </a:lnTo>
                  <a:lnTo>
                    <a:pt x="316572" y="62268"/>
                  </a:lnTo>
                  <a:lnTo>
                    <a:pt x="337058" y="82207"/>
                  </a:lnTo>
                  <a:lnTo>
                    <a:pt x="342188" y="82207"/>
                  </a:lnTo>
                  <a:lnTo>
                    <a:pt x="346646" y="82207"/>
                  </a:lnTo>
                  <a:lnTo>
                    <a:pt x="365582" y="68986"/>
                  </a:lnTo>
                  <a:lnTo>
                    <a:pt x="365582" y="6223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06241" y="3358447"/>
              <a:ext cx="988253" cy="243721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707406" y="342572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213321" y="3358447"/>
              <a:ext cx="2656653" cy="243721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876922" y="3511275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6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1"/>
                  </a:moveTo>
                  <a:lnTo>
                    <a:pt x="0" y="13811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1"/>
                  </a:lnTo>
                  <a:close/>
                </a:path>
                <a:path w="52705" h="73025">
                  <a:moveTo>
                    <a:pt x="52353" y="13811"/>
                  </a:moveTo>
                  <a:lnTo>
                    <a:pt x="28850" y="13811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1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949326" y="3504925"/>
              <a:ext cx="180451" cy="8053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887798" y="3360119"/>
              <a:ext cx="787304" cy="240713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4947945" y="3523754"/>
              <a:ext cx="258445" cy="62230"/>
            </a:xfrm>
            <a:custGeom>
              <a:avLst/>
              <a:gdLst/>
              <a:ahLst/>
              <a:cxnLst/>
              <a:rect l="l" t="t" r="r" b="b"/>
              <a:pathLst>
                <a:path w="258445" h="62229">
                  <a:moveTo>
                    <a:pt x="62369" y="1333"/>
                  </a:moveTo>
                  <a:lnTo>
                    <a:pt x="52133" y="1333"/>
                  </a:lnTo>
                  <a:lnTo>
                    <a:pt x="44437" y="50571"/>
                  </a:lnTo>
                  <a:lnTo>
                    <a:pt x="35750" y="9575"/>
                  </a:lnTo>
                  <a:lnTo>
                    <a:pt x="26619" y="9575"/>
                  </a:lnTo>
                  <a:lnTo>
                    <a:pt x="17932" y="50571"/>
                  </a:lnTo>
                  <a:lnTo>
                    <a:pt x="10248" y="1333"/>
                  </a:lnTo>
                  <a:lnTo>
                    <a:pt x="0" y="1333"/>
                  </a:lnTo>
                  <a:lnTo>
                    <a:pt x="11696" y="60375"/>
                  </a:lnTo>
                  <a:lnTo>
                    <a:pt x="23393" y="60375"/>
                  </a:lnTo>
                  <a:lnTo>
                    <a:pt x="31191" y="23164"/>
                  </a:lnTo>
                  <a:lnTo>
                    <a:pt x="38989" y="60375"/>
                  </a:lnTo>
                  <a:lnTo>
                    <a:pt x="50787" y="60375"/>
                  </a:lnTo>
                  <a:lnTo>
                    <a:pt x="62369" y="1333"/>
                  </a:lnTo>
                  <a:close/>
                </a:path>
                <a:path w="258445" h="62229">
                  <a:moveTo>
                    <a:pt x="124421" y="24358"/>
                  </a:moveTo>
                  <a:lnTo>
                    <a:pt x="123558" y="20015"/>
                  </a:lnTo>
                  <a:lnTo>
                    <a:pt x="123507" y="19786"/>
                  </a:lnTo>
                  <a:lnTo>
                    <a:pt x="123393" y="19202"/>
                  </a:lnTo>
                  <a:lnTo>
                    <a:pt x="114173" y="5054"/>
                  </a:lnTo>
                  <a:lnTo>
                    <a:pt x="114173" y="25514"/>
                  </a:lnTo>
                  <a:lnTo>
                    <a:pt x="81419" y="25514"/>
                  </a:lnTo>
                  <a:lnTo>
                    <a:pt x="82245" y="20015"/>
                  </a:lnTo>
                  <a:lnTo>
                    <a:pt x="84112" y="15875"/>
                  </a:lnTo>
                  <a:lnTo>
                    <a:pt x="89979" y="10299"/>
                  </a:lnTo>
                  <a:lnTo>
                    <a:pt x="93713" y="8915"/>
                  </a:lnTo>
                  <a:lnTo>
                    <a:pt x="102628" y="8915"/>
                  </a:lnTo>
                  <a:lnTo>
                    <a:pt x="114173" y="25514"/>
                  </a:lnTo>
                  <a:lnTo>
                    <a:pt x="114173" y="5054"/>
                  </a:lnTo>
                  <a:lnTo>
                    <a:pt x="108013" y="1282"/>
                  </a:lnTo>
                  <a:lnTo>
                    <a:pt x="108178" y="1282"/>
                  </a:lnTo>
                  <a:lnTo>
                    <a:pt x="103365" y="0"/>
                  </a:lnTo>
                  <a:lnTo>
                    <a:pt x="92824" y="0"/>
                  </a:lnTo>
                  <a:lnTo>
                    <a:pt x="88125" y="1282"/>
                  </a:lnTo>
                  <a:lnTo>
                    <a:pt x="71615" y="37096"/>
                  </a:lnTo>
                  <a:lnTo>
                    <a:pt x="72720" y="42532"/>
                  </a:lnTo>
                  <a:lnTo>
                    <a:pt x="93116" y="61709"/>
                  </a:lnTo>
                  <a:lnTo>
                    <a:pt x="104927" y="61709"/>
                  </a:lnTo>
                  <a:lnTo>
                    <a:pt x="123418" y="43662"/>
                  </a:lnTo>
                  <a:lnTo>
                    <a:pt x="113398" y="42887"/>
                  </a:lnTo>
                  <a:lnTo>
                    <a:pt x="112433" y="45859"/>
                  </a:lnTo>
                  <a:lnTo>
                    <a:pt x="110705" y="48247"/>
                  </a:lnTo>
                  <a:lnTo>
                    <a:pt x="105727" y="51892"/>
                  </a:lnTo>
                  <a:lnTo>
                    <a:pt x="102552" y="52806"/>
                  </a:lnTo>
                  <a:lnTo>
                    <a:pt x="93560" y="52806"/>
                  </a:lnTo>
                  <a:lnTo>
                    <a:pt x="89496" y="51206"/>
                  </a:lnTo>
                  <a:lnTo>
                    <a:pt x="83489" y="44818"/>
                  </a:lnTo>
                  <a:lnTo>
                    <a:pt x="81800" y="40068"/>
                  </a:lnTo>
                  <a:lnTo>
                    <a:pt x="81419" y="33756"/>
                  </a:lnTo>
                  <a:lnTo>
                    <a:pt x="124421" y="33756"/>
                  </a:lnTo>
                  <a:lnTo>
                    <a:pt x="124421" y="25514"/>
                  </a:lnTo>
                  <a:lnTo>
                    <a:pt x="124421" y="24358"/>
                  </a:lnTo>
                  <a:close/>
                </a:path>
                <a:path w="258445" h="62229">
                  <a:moveTo>
                    <a:pt x="191592" y="1333"/>
                  </a:moveTo>
                  <a:lnTo>
                    <a:pt x="175209" y="1333"/>
                  </a:lnTo>
                  <a:lnTo>
                    <a:pt x="171831" y="2578"/>
                  </a:lnTo>
                  <a:lnTo>
                    <a:pt x="166789" y="7556"/>
                  </a:lnTo>
                  <a:lnTo>
                    <a:pt x="165227" y="11366"/>
                  </a:lnTo>
                  <a:lnTo>
                    <a:pt x="165265" y="12687"/>
                  </a:lnTo>
                  <a:lnTo>
                    <a:pt x="165201" y="11531"/>
                  </a:lnTo>
                  <a:lnTo>
                    <a:pt x="165100" y="9575"/>
                  </a:lnTo>
                  <a:lnTo>
                    <a:pt x="164833" y="5016"/>
                  </a:lnTo>
                  <a:lnTo>
                    <a:pt x="164706" y="2578"/>
                  </a:lnTo>
                  <a:lnTo>
                    <a:pt x="164630" y="1333"/>
                  </a:lnTo>
                  <a:lnTo>
                    <a:pt x="141465" y="1333"/>
                  </a:lnTo>
                  <a:lnTo>
                    <a:pt x="141465" y="9575"/>
                  </a:lnTo>
                  <a:lnTo>
                    <a:pt x="156832" y="9575"/>
                  </a:lnTo>
                  <a:lnTo>
                    <a:pt x="156832" y="52133"/>
                  </a:lnTo>
                  <a:lnTo>
                    <a:pt x="141465" y="52133"/>
                  </a:lnTo>
                  <a:lnTo>
                    <a:pt x="141465" y="60375"/>
                  </a:lnTo>
                  <a:lnTo>
                    <a:pt x="184899" y="60375"/>
                  </a:lnTo>
                  <a:lnTo>
                    <a:pt x="184899" y="56591"/>
                  </a:lnTo>
                  <a:lnTo>
                    <a:pt x="184899" y="52133"/>
                  </a:lnTo>
                  <a:lnTo>
                    <a:pt x="166192" y="52133"/>
                  </a:lnTo>
                  <a:lnTo>
                    <a:pt x="166192" y="21463"/>
                  </a:lnTo>
                  <a:lnTo>
                    <a:pt x="166712" y="18732"/>
                  </a:lnTo>
                  <a:lnTo>
                    <a:pt x="167462" y="17157"/>
                  </a:lnTo>
                  <a:lnTo>
                    <a:pt x="168795" y="14351"/>
                  </a:lnTo>
                  <a:lnTo>
                    <a:pt x="170294" y="12687"/>
                  </a:lnTo>
                  <a:lnTo>
                    <a:pt x="174231" y="10375"/>
                  </a:lnTo>
                  <a:lnTo>
                    <a:pt x="176657" y="9804"/>
                  </a:lnTo>
                  <a:lnTo>
                    <a:pt x="191592" y="9804"/>
                  </a:lnTo>
                  <a:lnTo>
                    <a:pt x="191592" y="1333"/>
                  </a:lnTo>
                  <a:close/>
                </a:path>
                <a:path w="258445" h="62229">
                  <a:moveTo>
                    <a:pt x="258089" y="24358"/>
                  </a:moveTo>
                  <a:lnTo>
                    <a:pt x="257225" y="20015"/>
                  </a:lnTo>
                  <a:lnTo>
                    <a:pt x="257175" y="19786"/>
                  </a:lnTo>
                  <a:lnTo>
                    <a:pt x="257060" y="19202"/>
                  </a:lnTo>
                  <a:lnTo>
                    <a:pt x="247840" y="5054"/>
                  </a:lnTo>
                  <a:lnTo>
                    <a:pt x="247840" y="25514"/>
                  </a:lnTo>
                  <a:lnTo>
                    <a:pt x="215087" y="25514"/>
                  </a:lnTo>
                  <a:lnTo>
                    <a:pt x="215912" y="20015"/>
                  </a:lnTo>
                  <a:lnTo>
                    <a:pt x="217779" y="15875"/>
                  </a:lnTo>
                  <a:lnTo>
                    <a:pt x="223647" y="10299"/>
                  </a:lnTo>
                  <a:lnTo>
                    <a:pt x="227380" y="8915"/>
                  </a:lnTo>
                  <a:lnTo>
                    <a:pt x="236296" y="8915"/>
                  </a:lnTo>
                  <a:lnTo>
                    <a:pt x="247840" y="25514"/>
                  </a:lnTo>
                  <a:lnTo>
                    <a:pt x="247840" y="5054"/>
                  </a:lnTo>
                  <a:lnTo>
                    <a:pt x="241681" y="1282"/>
                  </a:lnTo>
                  <a:lnTo>
                    <a:pt x="241846" y="1282"/>
                  </a:lnTo>
                  <a:lnTo>
                    <a:pt x="237032" y="0"/>
                  </a:lnTo>
                  <a:lnTo>
                    <a:pt x="226491" y="0"/>
                  </a:lnTo>
                  <a:lnTo>
                    <a:pt x="221792" y="1282"/>
                  </a:lnTo>
                  <a:lnTo>
                    <a:pt x="205295" y="37096"/>
                  </a:lnTo>
                  <a:lnTo>
                    <a:pt x="206387" y="42532"/>
                  </a:lnTo>
                  <a:lnTo>
                    <a:pt x="226783" y="61709"/>
                  </a:lnTo>
                  <a:lnTo>
                    <a:pt x="238594" y="61709"/>
                  </a:lnTo>
                  <a:lnTo>
                    <a:pt x="257086" y="43662"/>
                  </a:lnTo>
                  <a:lnTo>
                    <a:pt x="247065" y="42887"/>
                  </a:lnTo>
                  <a:lnTo>
                    <a:pt x="246100" y="45859"/>
                  </a:lnTo>
                  <a:lnTo>
                    <a:pt x="244373" y="48247"/>
                  </a:lnTo>
                  <a:lnTo>
                    <a:pt x="239395" y="51892"/>
                  </a:lnTo>
                  <a:lnTo>
                    <a:pt x="236220" y="52806"/>
                  </a:lnTo>
                  <a:lnTo>
                    <a:pt x="227228" y="52806"/>
                  </a:lnTo>
                  <a:lnTo>
                    <a:pt x="223164" y="51206"/>
                  </a:lnTo>
                  <a:lnTo>
                    <a:pt x="217157" y="44818"/>
                  </a:lnTo>
                  <a:lnTo>
                    <a:pt x="215468" y="40068"/>
                  </a:lnTo>
                  <a:lnTo>
                    <a:pt x="215087" y="33756"/>
                  </a:lnTo>
                  <a:lnTo>
                    <a:pt x="258089" y="33756"/>
                  </a:lnTo>
                  <a:lnTo>
                    <a:pt x="258089" y="25514"/>
                  </a:lnTo>
                  <a:lnTo>
                    <a:pt x="258089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754413" y="3505037"/>
              <a:ext cx="255529" cy="80424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6041576" y="357053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/>
          <p:nvPr/>
        </p:nvSpPr>
        <p:spPr>
          <a:xfrm>
            <a:off x="556950" y="4419550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3" name="object 113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56950" y="3734501"/>
            <a:ext cx="155946" cy="155943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813236" y="3773263"/>
            <a:ext cx="541348" cy="96508"/>
          </a:xfrm>
          <a:prstGeom prst="rect">
            <a:avLst/>
          </a:prstGeom>
        </p:spPr>
      </p:pic>
      <p:pic>
        <p:nvPicPr>
          <p:cNvPr id="115" name="object 115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449487" y="3773263"/>
            <a:ext cx="227500" cy="94904"/>
          </a:xfrm>
          <a:prstGeom prst="rect">
            <a:avLst/>
          </a:prstGeom>
        </p:spPr>
      </p:pic>
      <p:grpSp>
        <p:nvGrpSpPr>
          <p:cNvPr id="116" name="object 116"/>
          <p:cNvGrpSpPr/>
          <p:nvPr/>
        </p:nvGrpSpPr>
        <p:grpSpPr>
          <a:xfrm>
            <a:off x="1782583" y="3767917"/>
            <a:ext cx="1086485" cy="116839"/>
            <a:chOff x="1782583" y="3767917"/>
            <a:chExt cx="1086485" cy="116839"/>
          </a:xfrm>
        </p:grpSpPr>
        <p:sp>
          <p:nvSpPr>
            <p:cNvPr id="117" name="object 117"/>
            <p:cNvSpPr/>
            <p:nvPr/>
          </p:nvSpPr>
          <p:spPr>
            <a:xfrm>
              <a:off x="1782572" y="3767924"/>
              <a:ext cx="296545" cy="115570"/>
            </a:xfrm>
            <a:custGeom>
              <a:avLst/>
              <a:gdLst/>
              <a:ahLst/>
              <a:cxnLst/>
              <a:rect l="l" t="t" r="r" b="b"/>
              <a:pathLst>
                <a:path w="296544" h="115570">
                  <a:moveTo>
                    <a:pt x="43853" y="0"/>
                  </a:moveTo>
                  <a:lnTo>
                    <a:pt x="25565" y="0"/>
                  </a:lnTo>
                  <a:lnTo>
                    <a:pt x="18935" y="6248"/>
                  </a:lnTo>
                  <a:lnTo>
                    <a:pt x="749" y="44577"/>
                  </a:lnTo>
                  <a:lnTo>
                    <a:pt x="0" y="51028"/>
                  </a:lnTo>
                  <a:lnTo>
                    <a:pt x="0" y="63931"/>
                  </a:lnTo>
                  <a:lnTo>
                    <a:pt x="13766" y="102387"/>
                  </a:lnTo>
                  <a:lnTo>
                    <a:pt x="25565" y="114947"/>
                  </a:lnTo>
                  <a:lnTo>
                    <a:pt x="43853" y="114947"/>
                  </a:lnTo>
                  <a:lnTo>
                    <a:pt x="37642" y="108534"/>
                  </a:lnTo>
                  <a:lnTo>
                    <a:pt x="32791" y="102146"/>
                  </a:lnTo>
                  <a:lnTo>
                    <a:pt x="25793" y="89395"/>
                  </a:lnTo>
                  <a:lnTo>
                    <a:pt x="23317" y="83032"/>
                  </a:lnTo>
                  <a:lnTo>
                    <a:pt x="20447" y="70281"/>
                  </a:lnTo>
                  <a:lnTo>
                    <a:pt x="19735" y="63893"/>
                  </a:lnTo>
                  <a:lnTo>
                    <a:pt x="19735" y="51054"/>
                  </a:lnTo>
                  <a:lnTo>
                    <a:pt x="32791" y="12700"/>
                  </a:lnTo>
                  <a:lnTo>
                    <a:pt x="37642" y="6324"/>
                  </a:lnTo>
                  <a:lnTo>
                    <a:pt x="43853" y="0"/>
                  </a:lnTo>
                  <a:close/>
                </a:path>
                <a:path w="296544" h="115570">
                  <a:moveTo>
                    <a:pt x="131965" y="28600"/>
                  </a:moveTo>
                  <a:lnTo>
                    <a:pt x="113830" y="28600"/>
                  </a:lnTo>
                  <a:lnTo>
                    <a:pt x="113830" y="75514"/>
                  </a:lnTo>
                  <a:lnTo>
                    <a:pt x="112534" y="79616"/>
                  </a:lnTo>
                  <a:lnTo>
                    <a:pt x="107556" y="85115"/>
                  </a:lnTo>
                  <a:lnTo>
                    <a:pt x="104470" y="86512"/>
                  </a:lnTo>
                  <a:lnTo>
                    <a:pt x="97282" y="86512"/>
                  </a:lnTo>
                  <a:lnTo>
                    <a:pt x="94615" y="85293"/>
                  </a:lnTo>
                  <a:lnTo>
                    <a:pt x="90995" y="80454"/>
                  </a:lnTo>
                  <a:lnTo>
                    <a:pt x="90093" y="76479"/>
                  </a:lnTo>
                  <a:lnTo>
                    <a:pt x="90093" y="28600"/>
                  </a:lnTo>
                  <a:lnTo>
                    <a:pt x="71970" y="28600"/>
                  </a:lnTo>
                  <a:lnTo>
                    <a:pt x="71970" y="84086"/>
                  </a:lnTo>
                  <a:lnTo>
                    <a:pt x="73914" y="90601"/>
                  </a:lnTo>
                  <a:lnTo>
                    <a:pt x="81711" y="99606"/>
                  </a:lnTo>
                  <a:lnTo>
                    <a:pt x="87007" y="101854"/>
                  </a:lnTo>
                  <a:lnTo>
                    <a:pt x="100164" y="101854"/>
                  </a:lnTo>
                  <a:lnTo>
                    <a:pt x="105397" y="99961"/>
                  </a:lnTo>
                  <a:lnTo>
                    <a:pt x="113474" y="92405"/>
                  </a:lnTo>
                  <a:lnTo>
                    <a:pt x="115036" y="89090"/>
                  </a:lnTo>
                  <a:lnTo>
                    <a:pt x="115239" y="99606"/>
                  </a:lnTo>
                  <a:lnTo>
                    <a:pt x="115252" y="100253"/>
                  </a:lnTo>
                  <a:lnTo>
                    <a:pt x="131965" y="100253"/>
                  </a:lnTo>
                  <a:lnTo>
                    <a:pt x="131965" y="79616"/>
                  </a:lnTo>
                  <a:lnTo>
                    <a:pt x="131965" y="28600"/>
                  </a:lnTo>
                  <a:close/>
                </a:path>
                <a:path w="296544" h="115570">
                  <a:moveTo>
                    <a:pt x="213817" y="76327"/>
                  </a:moveTo>
                  <a:lnTo>
                    <a:pt x="182867" y="58051"/>
                  </a:lnTo>
                  <a:lnTo>
                    <a:pt x="179552" y="57213"/>
                  </a:lnTo>
                  <a:lnTo>
                    <a:pt x="174866" y="55626"/>
                  </a:lnTo>
                  <a:lnTo>
                    <a:pt x="173228" y="54686"/>
                  </a:lnTo>
                  <a:lnTo>
                    <a:pt x="171399" y="52539"/>
                  </a:lnTo>
                  <a:lnTo>
                    <a:pt x="170942" y="51168"/>
                  </a:lnTo>
                  <a:lnTo>
                    <a:pt x="170942" y="47599"/>
                  </a:lnTo>
                  <a:lnTo>
                    <a:pt x="171780" y="45910"/>
                  </a:lnTo>
                  <a:lnTo>
                    <a:pt x="175171" y="42926"/>
                  </a:lnTo>
                  <a:lnTo>
                    <a:pt x="177965" y="42189"/>
                  </a:lnTo>
                  <a:lnTo>
                    <a:pt x="184353" y="42189"/>
                  </a:lnTo>
                  <a:lnTo>
                    <a:pt x="195262" y="51803"/>
                  </a:lnTo>
                  <a:lnTo>
                    <a:pt x="213283" y="51003"/>
                  </a:lnTo>
                  <a:lnTo>
                    <a:pt x="188899" y="27000"/>
                  </a:lnTo>
                  <a:lnTo>
                    <a:pt x="175196" y="27000"/>
                  </a:lnTo>
                  <a:lnTo>
                    <a:pt x="152387" y="45351"/>
                  </a:lnTo>
                  <a:lnTo>
                    <a:pt x="152387" y="53822"/>
                  </a:lnTo>
                  <a:lnTo>
                    <a:pt x="185305" y="73444"/>
                  </a:lnTo>
                  <a:lnTo>
                    <a:pt x="188264" y="74193"/>
                  </a:lnTo>
                  <a:lnTo>
                    <a:pt x="192214" y="75641"/>
                  </a:lnTo>
                  <a:lnTo>
                    <a:pt x="193548" y="76441"/>
                  </a:lnTo>
                  <a:lnTo>
                    <a:pt x="194919" y="78206"/>
                  </a:lnTo>
                  <a:lnTo>
                    <a:pt x="195262" y="79324"/>
                  </a:lnTo>
                  <a:lnTo>
                    <a:pt x="195262" y="82664"/>
                  </a:lnTo>
                  <a:lnTo>
                    <a:pt x="194284" y="84150"/>
                  </a:lnTo>
                  <a:lnTo>
                    <a:pt x="190360" y="86169"/>
                  </a:lnTo>
                  <a:lnTo>
                    <a:pt x="187312" y="86664"/>
                  </a:lnTo>
                  <a:lnTo>
                    <a:pt x="178803" y="86664"/>
                  </a:lnTo>
                  <a:lnTo>
                    <a:pt x="175475" y="85801"/>
                  </a:lnTo>
                  <a:lnTo>
                    <a:pt x="170967" y="82308"/>
                  </a:lnTo>
                  <a:lnTo>
                    <a:pt x="169456" y="79971"/>
                  </a:lnTo>
                  <a:lnTo>
                    <a:pt x="168694" y="77050"/>
                  </a:lnTo>
                  <a:lnTo>
                    <a:pt x="150837" y="77762"/>
                  </a:lnTo>
                  <a:lnTo>
                    <a:pt x="176123" y="101854"/>
                  </a:lnTo>
                  <a:lnTo>
                    <a:pt x="183019" y="101854"/>
                  </a:lnTo>
                  <a:lnTo>
                    <a:pt x="189547" y="101854"/>
                  </a:lnTo>
                  <a:lnTo>
                    <a:pt x="213817" y="84810"/>
                  </a:lnTo>
                  <a:lnTo>
                    <a:pt x="213817" y="76327"/>
                  </a:lnTo>
                  <a:close/>
                </a:path>
                <a:path w="296544" h="115570">
                  <a:moveTo>
                    <a:pt x="296214" y="69342"/>
                  </a:moveTo>
                  <a:lnTo>
                    <a:pt x="296176" y="56997"/>
                  </a:lnTo>
                  <a:lnTo>
                    <a:pt x="294779" y="50469"/>
                  </a:lnTo>
                  <a:lnTo>
                    <a:pt x="290995" y="42989"/>
                  </a:lnTo>
                  <a:lnTo>
                    <a:pt x="289115" y="39268"/>
                  </a:lnTo>
                  <a:lnTo>
                    <a:pt x="285203" y="34886"/>
                  </a:lnTo>
                  <a:lnTo>
                    <a:pt x="276783" y="29654"/>
                  </a:lnTo>
                  <a:lnTo>
                    <a:pt x="276783" y="56997"/>
                  </a:lnTo>
                  <a:lnTo>
                    <a:pt x="247738" y="56997"/>
                  </a:lnTo>
                  <a:lnTo>
                    <a:pt x="248399" y="52400"/>
                  </a:lnTo>
                  <a:lnTo>
                    <a:pt x="250012" y="48933"/>
                  </a:lnTo>
                  <a:lnTo>
                    <a:pt x="255130" y="44170"/>
                  </a:lnTo>
                  <a:lnTo>
                    <a:pt x="258432" y="42989"/>
                  </a:lnTo>
                  <a:lnTo>
                    <a:pt x="266446" y="42989"/>
                  </a:lnTo>
                  <a:lnTo>
                    <a:pt x="276783" y="56997"/>
                  </a:lnTo>
                  <a:lnTo>
                    <a:pt x="276783" y="29654"/>
                  </a:lnTo>
                  <a:lnTo>
                    <a:pt x="275056" y="28575"/>
                  </a:lnTo>
                  <a:lnTo>
                    <a:pt x="269214" y="27000"/>
                  </a:lnTo>
                  <a:lnTo>
                    <a:pt x="255917" y="27000"/>
                  </a:lnTo>
                  <a:lnTo>
                    <a:pt x="228841" y="56997"/>
                  </a:lnTo>
                  <a:lnTo>
                    <a:pt x="228841" y="72021"/>
                  </a:lnTo>
                  <a:lnTo>
                    <a:pt x="256159" y="101854"/>
                  </a:lnTo>
                  <a:lnTo>
                    <a:pt x="270916" y="101854"/>
                  </a:lnTo>
                  <a:lnTo>
                    <a:pt x="294678" y="78625"/>
                  </a:lnTo>
                  <a:lnTo>
                    <a:pt x="294767" y="78359"/>
                  </a:lnTo>
                  <a:lnTo>
                    <a:pt x="276555" y="77101"/>
                  </a:lnTo>
                  <a:lnTo>
                    <a:pt x="275666" y="79756"/>
                  </a:lnTo>
                  <a:lnTo>
                    <a:pt x="274066" y="81876"/>
                  </a:lnTo>
                  <a:lnTo>
                    <a:pt x="269430" y="85064"/>
                  </a:lnTo>
                  <a:lnTo>
                    <a:pt x="266598" y="85864"/>
                  </a:lnTo>
                  <a:lnTo>
                    <a:pt x="258813" y="85864"/>
                  </a:lnTo>
                  <a:lnTo>
                    <a:pt x="255181" y="84442"/>
                  </a:lnTo>
                  <a:lnTo>
                    <a:pt x="249567" y="78765"/>
                  </a:lnTo>
                  <a:lnTo>
                    <a:pt x="247942" y="74676"/>
                  </a:lnTo>
                  <a:lnTo>
                    <a:pt x="247497" y="69342"/>
                  </a:lnTo>
                  <a:lnTo>
                    <a:pt x="296214" y="69342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094292" y="3767917"/>
              <a:ext cx="774729" cy="116452"/>
            </a:xfrm>
            <a:prstGeom prst="rect">
              <a:avLst/>
            </a:prstGeom>
          </p:spPr>
        </p:pic>
      </p:grpSp>
      <p:sp>
        <p:nvSpPr>
          <p:cNvPr id="119" name="object 119"/>
          <p:cNvSpPr/>
          <p:nvPr/>
        </p:nvSpPr>
        <p:spPr>
          <a:xfrm>
            <a:off x="2970072" y="3820957"/>
            <a:ext cx="74930" cy="16510"/>
          </a:xfrm>
          <a:custGeom>
            <a:avLst/>
            <a:gdLst/>
            <a:ahLst/>
            <a:cxnLst/>
            <a:rect l="l" t="t" r="r" b="b"/>
            <a:pathLst>
              <a:path w="74930" h="16510">
                <a:moveTo>
                  <a:pt x="74853" y="0"/>
                </a:moveTo>
                <a:lnTo>
                  <a:pt x="0" y="0"/>
                </a:lnTo>
                <a:lnTo>
                  <a:pt x="0" y="16361"/>
                </a:lnTo>
                <a:lnTo>
                  <a:pt x="74853" y="16361"/>
                </a:lnTo>
                <a:lnTo>
                  <a:pt x="74853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134207" y="3773271"/>
            <a:ext cx="546100" cy="116839"/>
          </a:xfrm>
          <a:custGeom>
            <a:avLst/>
            <a:gdLst/>
            <a:ahLst/>
            <a:cxnLst/>
            <a:rect l="l" t="t" r="r" b="b"/>
            <a:pathLst>
              <a:path w="546100" h="116839">
                <a:moveTo>
                  <a:pt x="67373" y="80518"/>
                </a:moveTo>
                <a:lnTo>
                  <a:pt x="44589" y="80518"/>
                </a:lnTo>
                <a:lnTo>
                  <a:pt x="44589" y="15468"/>
                </a:lnTo>
                <a:lnTo>
                  <a:pt x="42659" y="9690"/>
                </a:lnTo>
                <a:lnTo>
                  <a:pt x="34899" y="1943"/>
                </a:lnTo>
                <a:lnTo>
                  <a:pt x="29121" y="0"/>
                </a:lnTo>
                <a:lnTo>
                  <a:pt x="2679" y="0"/>
                </a:lnTo>
                <a:lnTo>
                  <a:pt x="2679" y="14376"/>
                </a:lnTo>
                <a:lnTo>
                  <a:pt x="20866" y="14376"/>
                </a:lnTo>
                <a:lnTo>
                  <a:pt x="22923" y="15087"/>
                </a:lnTo>
                <a:lnTo>
                  <a:pt x="25755" y="17919"/>
                </a:lnTo>
                <a:lnTo>
                  <a:pt x="26466" y="19977"/>
                </a:lnTo>
                <a:lnTo>
                  <a:pt x="26466" y="80518"/>
                </a:lnTo>
                <a:lnTo>
                  <a:pt x="0" y="80518"/>
                </a:lnTo>
                <a:lnTo>
                  <a:pt x="0" y="94907"/>
                </a:lnTo>
                <a:lnTo>
                  <a:pt x="67373" y="94907"/>
                </a:lnTo>
                <a:lnTo>
                  <a:pt x="67373" y="90093"/>
                </a:lnTo>
                <a:lnTo>
                  <a:pt x="67373" y="80518"/>
                </a:lnTo>
                <a:close/>
              </a:path>
              <a:path w="546100" h="116839">
                <a:moveTo>
                  <a:pt x="148107" y="81318"/>
                </a:moveTo>
                <a:lnTo>
                  <a:pt x="143954" y="81318"/>
                </a:lnTo>
                <a:lnTo>
                  <a:pt x="143014" y="80987"/>
                </a:lnTo>
                <a:lnTo>
                  <a:pt x="141693" y="79629"/>
                </a:lnTo>
                <a:lnTo>
                  <a:pt x="141617" y="79349"/>
                </a:lnTo>
                <a:lnTo>
                  <a:pt x="141363" y="78384"/>
                </a:lnTo>
                <a:lnTo>
                  <a:pt x="141363" y="63093"/>
                </a:lnTo>
                <a:lnTo>
                  <a:pt x="141363" y="41948"/>
                </a:lnTo>
                <a:lnTo>
                  <a:pt x="139446" y="36195"/>
                </a:lnTo>
                <a:lnTo>
                  <a:pt x="138938" y="34658"/>
                </a:lnTo>
                <a:lnTo>
                  <a:pt x="129222" y="24257"/>
                </a:lnTo>
                <a:lnTo>
                  <a:pt x="121640" y="21653"/>
                </a:lnTo>
                <a:lnTo>
                  <a:pt x="103085" y="21653"/>
                </a:lnTo>
                <a:lnTo>
                  <a:pt x="96266" y="23774"/>
                </a:lnTo>
                <a:lnTo>
                  <a:pt x="85445" y="32283"/>
                </a:lnTo>
                <a:lnTo>
                  <a:pt x="82067" y="37909"/>
                </a:lnTo>
                <a:lnTo>
                  <a:pt x="80733" y="44907"/>
                </a:lnTo>
                <a:lnTo>
                  <a:pt x="99453" y="45923"/>
                </a:lnTo>
                <a:lnTo>
                  <a:pt x="100037" y="43053"/>
                </a:lnTo>
                <a:lnTo>
                  <a:pt x="101307" y="40716"/>
                </a:lnTo>
                <a:lnTo>
                  <a:pt x="105232" y="37096"/>
                </a:lnTo>
                <a:lnTo>
                  <a:pt x="108026" y="36195"/>
                </a:lnTo>
                <a:lnTo>
                  <a:pt x="115760" y="36195"/>
                </a:lnTo>
                <a:lnTo>
                  <a:pt x="118719" y="37414"/>
                </a:lnTo>
                <a:lnTo>
                  <a:pt x="122339" y="42278"/>
                </a:lnTo>
                <a:lnTo>
                  <a:pt x="123240" y="45745"/>
                </a:lnTo>
                <a:lnTo>
                  <a:pt x="123240" y="50253"/>
                </a:lnTo>
                <a:lnTo>
                  <a:pt x="123240" y="63093"/>
                </a:lnTo>
                <a:lnTo>
                  <a:pt x="123151" y="71018"/>
                </a:lnTo>
                <a:lnTo>
                  <a:pt x="122732" y="72923"/>
                </a:lnTo>
                <a:lnTo>
                  <a:pt x="122631" y="73406"/>
                </a:lnTo>
                <a:lnTo>
                  <a:pt x="120167" y="78092"/>
                </a:lnTo>
                <a:lnTo>
                  <a:pt x="118376" y="79870"/>
                </a:lnTo>
                <a:lnTo>
                  <a:pt x="113665" y="82321"/>
                </a:lnTo>
                <a:lnTo>
                  <a:pt x="110807" y="82931"/>
                </a:lnTo>
                <a:lnTo>
                  <a:pt x="104559" y="82931"/>
                </a:lnTo>
                <a:lnTo>
                  <a:pt x="102552" y="82321"/>
                </a:lnTo>
                <a:lnTo>
                  <a:pt x="102425" y="82321"/>
                </a:lnTo>
                <a:lnTo>
                  <a:pt x="99377" y="79629"/>
                </a:lnTo>
                <a:lnTo>
                  <a:pt x="99212" y="79349"/>
                </a:lnTo>
                <a:lnTo>
                  <a:pt x="98539" y="77724"/>
                </a:lnTo>
                <a:lnTo>
                  <a:pt x="98539" y="72923"/>
                </a:lnTo>
                <a:lnTo>
                  <a:pt x="99199" y="71018"/>
                </a:lnTo>
                <a:lnTo>
                  <a:pt x="101815" y="68262"/>
                </a:lnTo>
                <a:lnTo>
                  <a:pt x="104101" y="67246"/>
                </a:lnTo>
                <a:lnTo>
                  <a:pt x="107365" y="66560"/>
                </a:lnTo>
                <a:lnTo>
                  <a:pt x="123240" y="63093"/>
                </a:lnTo>
                <a:lnTo>
                  <a:pt x="123240" y="50253"/>
                </a:lnTo>
                <a:lnTo>
                  <a:pt x="94907" y="56375"/>
                </a:lnTo>
                <a:lnTo>
                  <a:pt x="89573" y="58788"/>
                </a:lnTo>
                <a:lnTo>
                  <a:pt x="81813" y="65519"/>
                </a:lnTo>
                <a:lnTo>
                  <a:pt x="79883" y="70231"/>
                </a:lnTo>
                <a:lnTo>
                  <a:pt x="79883" y="80505"/>
                </a:lnTo>
                <a:lnTo>
                  <a:pt x="80949" y="84124"/>
                </a:lnTo>
                <a:lnTo>
                  <a:pt x="85204" y="90182"/>
                </a:lnTo>
                <a:lnTo>
                  <a:pt x="88074" y="92494"/>
                </a:lnTo>
                <a:lnTo>
                  <a:pt x="95440" y="95758"/>
                </a:lnTo>
                <a:lnTo>
                  <a:pt x="95605" y="95758"/>
                </a:lnTo>
                <a:lnTo>
                  <a:pt x="99326" y="96507"/>
                </a:lnTo>
                <a:lnTo>
                  <a:pt x="108038" y="96507"/>
                </a:lnTo>
                <a:lnTo>
                  <a:pt x="111836" y="95758"/>
                </a:lnTo>
                <a:lnTo>
                  <a:pt x="118376" y="92786"/>
                </a:lnTo>
                <a:lnTo>
                  <a:pt x="121005" y="90741"/>
                </a:lnTo>
                <a:lnTo>
                  <a:pt x="124980" y="85509"/>
                </a:lnTo>
                <a:lnTo>
                  <a:pt x="125260" y="84823"/>
                </a:lnTo>
                <a:lnTo>
                  <a:pt x="125425" y="85509"/>
                </a:lnTo>
                <a:lnTo>
                  <a:pt x="125476" y="85686"/>
                </a:lnTo>
                <a:lnTo>
                  <a:pt x="128092" y="90538"/>
                </a:lnTo>
                <a:lnTo>
                  <a:pt x="130251" y="92494"/>
                </a:lnTo>
                <a:lnTo>
                  <a:pt x="135229" y="94996"/>
                </a:lnTo>
                <a:lnTo>
                  <a:pt x="135597" y="94996"/>
                </a:lnTo>
                <a:lnTo>
                  <a:pt x="138023" y="95491"/>
                </a:lnTo>
                <a:lnTo>
                  <a:pt x="143598" y="95491"/>
                </a:lnTo>
                <a:lnTo>
                  <a:pt x="147574" y="94996"/>
                </a:lnTo>
                <a:lnTo>
                  <a:pt x="148107" y="94996"/>
                </a:lnTo>
                <a:lnTo>
                  <a:pt x="148107" y="81318"/>
                </a:lnTo>
                <a:close/>
              </a:path>
              <a:path w="546100" h="116839">
                <a:moveTo>
                  <a:pt x="228574" y="23253"/>
                </a:moveTo>
                <a:lnTo>
                  <a:pt x="206654" y="23253"/>
                </a:lnTo>
                <a:lnTo>
                  <a:pt x="202285" y="24980"/>
                </a:lnTo>
                <a:lnTo>
                  <a:pt x="196494" y="31851"/>
                </a:lnTo>
                <a:lnTo>
                  <a:pt x="195097" y="35941"/>
                </a:lnTo>
                <a:lnTo>
                  <a:pt x="194640" y="29908"/>
                </a:lnTo>
                <a:lnTo>
                  <a:pt x="194144" y="23253"/>
                </a:lnTo>
                <a:lnTo>
                  <a:pt x="163614" y="23253"/>
                </a:lnTo>
                <a:lnTo>
                  <a:pt x="163614" y="37642"/>
                </a:lnTo>
                <a:lnTo>
                  <a:pt x="180771" y="37642"/>
                </a:lnTo>
                <a:lnTo>
                  <a:pt x="180771" y="80518"/>
                </a:lnTo>
                <a:lnTo>
                  <a:pt x="163614" y="80518"/>
                </a:lnTo>
                <a:lnTo>
                  <a:pt x="163614" y="94907"/>
                </a:lnTo>
                <a:lnTo>
                  <a:pt x="220713" y="94907"/>
                </a:lnTo>
                <a:lnTo>
                  <a:pt x="220713" y="88188"/>
                </a:lnTo>
                <a:lnTo>
                  <a:pt x="220713" y="80518"/>
                </a:lnTo>
                <a:lnTo>
                  <a:pt x="198894" y="80518"/>
                </a:lnTo>
                <a:lnTo>
                  <a:pt x="198894" y="50241"/>
                </a:lnTo>
                <a:lnTo>
                  <a:pt x="199440" y="47332"/>
                </a:lnTo>
                <a:lnTo>
                  <a:pt x="200634" y="44805"/>
                </a:lnTo>
                <a:lnTo>
                  <a:pt x="201612" y="42722"/>
                </a:lnTo>
                <a:lnTo>
                  <a:pt x="203263" y="40982"/>
                </a:lnTo>
                <a:lnTo>
                  <a:pt x="207657" y="38646"/>
                </a:lnTo>
                <a:lnTo>
                  <a:pt x="210451" y="38061"/>
                </a:lnTo>
                <a:lnTo>
                  <a:pt x="228574" y="38061"/>
                </a:lnTo>
                <a:lnTo>
                  <a:pt x="228574" y="23253"/>
                </a:lnTo>
                <a:close/>
              </a:path>
              <a:path w="546100" h="116839">
                <a:moveTo>
                  <a:pt x="307428" y="23253"/>
                </a:moveTo>
                <a:lnTo>
                  <a:pt x="289839" y="23253"/>
                </a:lnTo>
                <a:lnTo>
                  <a:pt x="289725" y="27114"/>
                </a:lnTo>
                <a:lnTo>
                  <a:pt x="289636" y="30187"/>
                </a:lnTo>
                <a:lnTo>
                  <a:pt x="289521" y="34163"/>
                </a:lnTo>
                <a:lnTo>
                  <a:pt x="289344" y="33782"/>
                </a:lnTo>
                <a:lnTo>
                  <a:pt x="289344" y="52222"/>
                </a:lnTo>
                <a:lnTo>
                  <a:pt x="289267" y="63258"/>
                </a:lnTo>
                <a:lnTo>
                  <a:pt x="287845" y="68237"/>
                </a:lnTo>
                <a:lnTo>
                  <a:pt x="282194" y="74942"/>
                </a:lnTo>
                <a:lnTo>
                  <a:pt x="278523" y="76619"/>
                </a:lnTo>
                <a:lnTo>
                  <a:pt x="269189" y="76619"/>
                </a:lnTo>
                <a:lnTo>
                  <a:pt x="265417" y="74942"/>
                </a:lnTo>
                <a:lnTo>
                  <a:pt x="259981" y="68237"/>
                </a:lnTo>
                <a:lnTo>
                  <a:pt x="258622" y="63258"/>
                </a:lnTo>
                <a:lnTo>
                  <a:pt x="258673" y="49847"/>
                </a:lnTo>
                <a:lnTo>
                  <a:pt x="289344" y="52222"/>
                </a:lnTo>
                <a:lnTo>
                  <a:pt x="289344" y="33782"/>
                </a:lnTo>
                <a:lnTo>
                  <a:pt x="287705" y="30187"/>
                </a:lnTo>
                <a:lnTo>
                  <a:pt x="285051" y="27114"/>
                </a:lnTo>
                <a:lnTo>
                  <a:pt x="278091" y="22745"/>
                </a:lnTo>
                <a:lnTo>
                  <a:pt x="273926" y="21653"/>
                </a:lnTo>
                <a:lnTo>
                  <a:pt x="263372" y="21653"/>
                </a:lnTo>
                <a:lnTo>
                  <a:pt x="239801" y="49847"/>
                </a:lnTo>
                <a:lnTo>
                  <a:pt x="239801" y="63728"/>
                </a:lnTo>
                <a:lnTo>
                  <a:pt x="263766" y="91160"/>
                </a:lnTo>
                <a:lnTo>
                  <a:pt x="274485" y="91160"/>
                </a:lnTo>
                <a:lnTo>
                  <a:pt x="278625" y="90157"/>
                </a:lnTo>
                <a:lnTo>
                  <a:pt x="285203" y="86131"/>
                </a:lnTo>
                <a:lnTo>
                  <a:pt x="287667" y="83464"/>
                </a:lnTo>
                <a:lnTo>
                  <a:pt x="289306" y="80149"/>
                </a:lnTo>
                <a:lnTo>
                  <a:pt x="289255" y="92938"/>
                </a:lnTo>
                <a:lnTo>
                  <a:pt x="288061" y="95973"/>
                </a:lnTo>
                <a:lnTo>
                  <a:pt x="287997" y="96126"/>
                </a:lnTo>
                <a:lnTo>
                  <a:pt x="282740" y="100711"/>
                </a:lnTo>
                <a:lnTo>
                  <a:pt x="278879" y="101854"/>
                </a:lnTo>
                <a:lnTo>
                  <a:pt x="270179" y="101854"/>
                </a:lnTo>
                <a:lnTo>
                  <a:pt x="267385" y="101231"/>
                </a:lnTo>
                <a:lnTo>
                  <a:pt x="263448" y="98729"/>
                </a:lnTo>
                <a:lnTo>
                  <a:pt x="262089" y="97028"/>
                </a:lnTo>
                <a:lnTo>
                  <a:pt x="261340" y="94843"/>
                </a:lnTo>
                <a:lnTo>
                  <a:pt x="242366" y="95973"/>
                </a:lnTo>
                <a:lnTo>
                  <a:pt x="267970" y="116560"/>
                </a:lnTo>
                <a:lnTo>
                  <a:pt x="280631" y="116560"/>
                </a:lnTo>
                <a:lnTo>
                  <a:pt x="305930" y="98729"/>
                </a:lnTo>
                <a:lnTo>
                  <a:pt x="306057" y="98539"/>
                </a:lnTo>
                <a:lnTo>
                  <a:pt x="307428" y="92938"/>
                </a:lnTo>
                <a:lnTo>
                  <a:pt x="307428" y="80149"/>
                </a:lnTo>
                <a:lnTo>
                  <a:pt x="307428" y="76619"/>
                </a:lnTo>
                <a:lnTo>
                  <a:pt x="307428" y="36360"/>
                </a:lnTo>
                <a:lnTo>
                  <a:pt x="307428" y="34163"/>
                </a:lnTo>
                <a:lnTo>
                  <a:pt x="307428" y="23253"/>
                </a:lnTo>
                <a:close/>
              </a:path>
              <a:path w="546100" h="116839">
                <a:moveTo>
                  <a:pt x="388162" y="63995"/>
                </a:moveTo>
                <a:lnTo>
                  <a:pt x="388137" y="51650"/>
                </a:lnTo>
                <a:lnTo>
                  <a:pt x="386740" y="45123"/>
                </a:lnTo>
                <a:lnTo>
                  <a:pt x="382955" y="37642"/>
                </a:lnTo>
                <a:lnTo>
                  <a:pt x="381076" y="33921"/>
                </a:lnTo>
                <a:lnTo>
                  <a:pt x="377164" y="29540"/>
                </a:lnTo>
                <a:lnTo>
                  <a:pt x="368731" y="24295"/>
                </a:lnTo>
                <a:lnTo>
                  <a:pt x="368731" y="51650"/>
                </a:lnTo>
                <a:lnTo>
                  <a:pt x="339699" y="51650"/>
                </a:lnTo>
                <a:lnTo>
                  <a:pt x="340360" y="47053"/>
                </a:lnTo>
                <a:lnTo>
                  <a:pt x="341972" y="43586"/>
                </a:lnTo>
                <a:lnTo>
                  <a:pt x="347078" y="38823"/>
                </a:lnTo>
                <a:lnTo>
                  <a:pt x="350380" y="37642"/>
                </a:lnTo>
                <a:lnTo>
                  <a:pt x="358406" y="37642"/>
                </a:lnTo>
                <a:lnTo>
                  <a:pt x="368731" y="51650"/>
                </a:lnTo>
                <a:lnTo>
                  <a:pt x="368731" y="24295"/>
                </a:lnTo>
                <a:lnTo>
                  <a:pt x="367017" y="23228"/>
                </a:lnTo>
                <a:lnTo>
                  <a:pt x="361162" y="21653"/>
                </a:lnTo>
                <a:lnTo>
                  <a:pt x="347878" y="21653"/>
                </a:lnTo>
                <a:lnTo>
                  <a:pt x="320802" y="51650"/>
                </a:lnTo>
                <a:lnTo>
                  <a:pt x="320802" y="66675"/>
                </a:lnTo>
                <a:lnTo>
                  <a:pt x="348119" y="96507"/>
                </a:lnTo>
                <a:lnTo>
                  <a:pt x="362877" y="96507"/>
                </a:lnTo>
                <a:lnTo>
                  <a:pt x="386638" y="73279"/>
                </a:lnTo>
                <a:lnTo>
                  <a:pt x="386727" y="73012"/>
                </a:lnTo>
                <a:lnTo>
                  <a:pt x="368515" y="71755"/>
                </a:lnTo>
                <a:lnTo>
                  <a:pt x="367626" y="74409"/>
                </a:lnTo>
                <a:lnTo>
                  <a:pt x="366026" y="76530"/>
                </a:lnTo>
                <a:lnTo>
                  <a:pt x="361391" y="79717"/>
                </a:lnTo>
                <a:lnTo>
                  <a:pt x="358559" y="80518"/>
                </a:lnTo>
                <a:lnTo>
                  <a:pt x="350774" y="80518"/>
                </a:lnTo>
                <a:lnTo>
                  <a:pt x="347141" y="79095"/>
                </a:lnTo>
                <a:lnTo>
                  <a:pt x="341528" y="73418"/>
                </a:lnTo>
                <a:lnTo>
                  <a:pt x="339902" y="69329"/>
                </a:lnTo>
                <a:lnTo>
                  <a:pt x="339458" y="63995"/>
                </a:lnTo>
                <a:lnTo>
                  <a:pt x="388162" y="63995"/>
                </a:lnTo>
                <a:close/>
              </a:path>
              <a:path w="546100" h="116839">
                <a:moveTo>
                  <a:pt x="466178" y="70980"/>
                </a:moveTo>
                <a:lnTo>
                  <a:pt x="435216" y="52705"/>
                </a:lnTo>
                <a:lnTo>
                  <a:pt x="431914" y="51866"/>
                </a:lnTo>
                <a:lnTo>
                  <a:pt x="427215" y="50279"/>
                </a:lnTo>
                <a:lnTo>
                  <a:pt x="425589" y="49339"/>
                </a:lnTo>
                <a:lnTo>
                  <a:pt x="423748" y="47193"/>
                </a:lnTo>
                <a:lnTo>
                  <a:pt x="423291" y="45821"/>
                </a:lnTo>
                <a:lnTo>
                  <a:pt x="423291" y="42252"/>
                </a:lnTo>
                <a:lnTo>
                  <a:pt x="424141" y="40563"/>
                </a:lnTo>
                <a:lnTo>
                  <a:pt x="427532" y="37579"/>
                </a:lnTo>
                <a:lnTo>
                  <a:pt x="430314" y="36842"/>
                </a:lnTo>
                <a:lnTo>
                  <a:pt x="436714" y="36842"/>
                </a:lnTo>
                <a:lnTo>
                  <a:pt x="447624" y="46456"/>
                </a:lnTo>
                <a:lnTo>
                  <a:pt x="465645" y="45656"/>
                </a:lnTo>
                <a:lnTo>
                  <a:pt x="441261" y="21653"/>
                </a:lnTo>
                <a:lnTo>
                  <a:pt x="427558" y="21653"/>
                </a:lnTo>
                <a:lnTo>
                  <a:pt x="404736" y="40005"/>
                </a:lnTo>
                <a:lnTo>
                  <a:pt x="404736" y="48475"/>
                </a:lnTo>
                <a:lnTo>
                  <a:pt x="437654" y="68097"/>
                </a:lnTo>
                <a:lnTo>
                  <a:pt x="440613" y="68846"/>
                </a:lnTo>
                <a:lnTo>
                  <a:pt x="444576" y="70294"/>
                </a:lnTo>
                <a:lnTo>
                  <a:pt x="445909" y="71094"/>
                </a:lnTo>
                <a:lnTo>
                  <a:pt x="447281" y="72859"/>
                </a:lnTo>
                <a:lnTo>
                  <a:pt x="447624" y="73977"/>
                </a:lnTo>
                <a:lnTo>
                  <a:pt x="447624" y="77317"/>
                </a:lnTo>
                <a:lnTo>
                  <a:pt x="446646" y="78803"/>
                </a:lnTo>
                <a:lnTo>
                  <a:pt x="442722" y="80822"/>
                </a:lnTo>
                <a:lnTo>
                  <a:pt x="439674" y="81318"/>
                </a:lnTo>
                <a:lnTo>
                  <a:pt x="431152" y="81318"/>
                </a:lnTo>
                <a:lnTo>
                  <a:pt x="427837" y="80454"/>
                </a:lnTo>
                <a:lnTo>
                  <a:pt x="423329" y="76962"/>
                </a:lnTo>
                <a:lnTo>
                  <a:pt x="421817" y="74625"/>
                </a:lnTo>
                <a:lnTo>
                  <a:pt x="421055" y="71704"/>
                </a:lnTo>
                <a:lnTo>
                  <a:pt x="403186" y="72415"/>
                </a:lnTo>
                <a:lnTo>
                  <a:pt x="428485" y="96507"/>
                </a:lnTo>
                <a:lnTo>
                  <a:pt x="435381" y="96507"/>
                </a:lnTo>
                <a:lnTo>
                  <a:pt x="441896" y="96507"/>
                </a:lnTo>
                <a:lnTo>
                  <a:pt x="466178" y="79463"/>
                </a:lnTo>
                <a:lnTo>
                  <a:pt x="466178" y="70980"/>
                </a:lnTo>
                <a:close/>
              </a:path>
              <a:path w="546100" h="116839">
                <a:moveTo>
                  <a:pt x="545896" y="23253"/>
                </a:moveTo>
                <a:lnTo>
                  <a:pt x="519379" y="23253"/>
                </a:lnTo>
                <a:lnTo>
                  <a:pt x="519379" y="6438"/>
                </a:lnTo>
                <a:lnTo>
                  <a:pt x="501243" y="6438"/>
                </a:lnTo>
                <a:lnTo>
                  <a:pt x="501243" y="23253"/>
                </a:lnTo>
                <a:lnTo>
                  <a:pt x="480669" y="23253"/>
                </a:lnTo>
                <a:lnTo>
                  <a:pt x="480669" y="37642"/>
                </a:lnTo>
                <a:lnTo>
                  <a:pt x="501243" y="37642"/>
                </a:lnTo>
                <a:lnTo>
                  <a:pt x="501243" y="80111"/>
                </a:lnTo>
                <a:lnTo>
                  <a:pt x="503148" y="85750"/>
                </a:lnTo>
                <a:lnTo>
                  <a:pt x="510717" y="93065"/>
                </a:lnTo>
                <a:lnTo>
                  <a:pt x="516636" y="94907"/>
                </a:lnTo>
                <a:lnTo>
                  <a:pt x="545896" y="94907"/>
                </a:lnTo>
                <a:lnTo>
                  <a:pt x="545896" y="80518"/>
                </a:lnTo>
                <a:lnTo>
                  <a:pt x="525767" y="80518"/>
                </a:lnTo>
                <a:lnTo>
                  <a:pt x="523367" y="79717"/>
                </a:lnTo>
                <a:lnTo>
                  <a:pt x="520166" y="76492"/>
                </a:lnTo>
                <a:lnTo>
                  <a:pt x="519379" y="74028"/>
                </a:lnTo>
                <a:lnTo>
                  <a:pt x="519379" y="37642"/>
                </a:lnTo>
                <a:lnTo>
                  <a:pt x="545896" y="37642"/>
                </a:lnTo>
                <a:lnTo>
                  <a:pt x="545896" y="232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1" name="object 121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3778005" y="3771927"/>
            <a:ext cx="466173" cy="117895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4332664" y="3771927"/>
            <a:ext cx="229104" cy="96240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804102" y="3961737"/>
            <a:ext cx="641621" cy="80422"/>
          </a:xfrm>
          <a:prstGeom prst="rect">
            <a:avLst/>
          </a:prstGeom>
        </p:spPr>
      </p:pic>
      <p:grpSp>
        <p:nvGrpSpPr>
          <p:cNvPr id="124" name="object 124"/>
          <p:cNvGrpSpPr/>
          <p:nvPr/>
        </p:nvGrpSpPr>
        <p:grpSpPr>
          <a:xfrm>
            <a:off x="1542073" y="3959954"/>
            <a:ext cx="324485" cy="83185"/>
            <a:chOff x="1542073" y="3959954"/>
            <a:chExt cx="324485" cy="83185"/>
          </a:xfrm>
        </p:grpSpPr>
        <p:sp>
          <p:nvSpPr>
            <p:cNvPr id="125" name="object 125"/>
            <p:cNvSpPr/>
            <p:nvPr/>
          </p:nvSpPr>
          <p:spPr>
            <a:xfrm>
              <a:off x="1542072" y="3959961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57"/>
                  </a:lnTo>
                  <a:lnTo>
                    <a:pt x="48082" y="8394"/>
                  </a:lnTo>
                  <a:lnTo>
                    <a:pt x="40716" y="2578"/>
                  </a:lnTo>
                  <a:lnTo>
                    <a:pt x="40716" y="35318"/>
                  </a:lnTo>
                  <a:lnTo>
                    <a:pt x="40716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16" y="64465"/>
                  </a:lnTo>
                  <a:lnTo>
                    <a:pt x="39865" y="28740"/>
                  </a:lnTo>
                  <a:lnTo>
                    <a:pt x="40233" y="30226"/>
                  </a:lnTo>
                  <a:lnTo>
                    <a:pt x="40716" y="35318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49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85" y="80987"/>
                  </a:lnTo>
                  <a:lnTo>
                    <a:pt x="48082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23" y="49949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675071" y="3959954"/>
              <a:ext cx="191366" cy="82651"/>
            </a:xfrm>
            <a:prstGeom prst="rect">
              <a:avLst/>
            </a:prstGeom>
          </p:spPr>
        </p:pic>
      </p:grpSp>
      <p:sp>
        <p:nvSpPr>
          <p:cNvPr id="127" name="object 127"/>
          <p:cNvSpPr txBox="1"/>
          <p:nvPr/>
        </p:nvSpPr>
        <p:spPr>
          <a:xfrm>
            <a:off x="1925470" y="3916736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059669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4353385" y="3961625"/>
            <a:ext cx="1769110" cy="242570"/>
            <a:chOff x="4353385" y="3961625"/>
            <a:chExt cx="1769110" cy="242570"/>
          </a:xfrm>
        </p:grpSpPr>
        <p:pic>
          <p:nvPicPr>
            <p:cNvPr id="129" name="object 12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155394" y="3961625"/>
              <a:ext cx="115399" cy="79198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5352555" y="3967973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424958" y="3961737"/>
              <a:ext cx="115511" cy="80422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6108671" y="402723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1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1" y="1359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353385" y="3961625"/>
              <a:ext cx="917594" cy="225342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420338" y="3961625"/>
              <a:ext cx="654543" cy="242050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5306624" y="4172041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6014" y="13588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5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/>
          <p:nvPr/>
        </p:nvSpPr>
        <p:spPr>
          <a:xfrm>
            <a:off x="808685" y="4106443"/>
            <a:ext cx="719455" cy="81280"/>
          </a:xfrm>
          <a:custGeom>
            <a:avLst/>
            <a:gdLst/>
            <a:ahLst/>
            <a:cxnLst/>
            <a:rect l="l" t="t" r="r" b="b"/>
            <a:pathLst>
              <a:path w="719455" h="81279">
                <a:moveTo>
                  <a:pt x="53467" y="101"/>
                </a:moveTo>
                <a:lnTo>
                  <a:pt x="43891" y="101"/>
                </a:lnTo>
                <a:lnTo>
                  <a:pt x="43891" y="58102"/>
                </a:lnTo>
                <a:lnTo>
                  <a:pt x="42418" y="63080"/>
                </a:lnTo>
                <a:lnTo>
                  <a:pt x="36550" y="69913"/>
                </a:lnTo>
                <a:lnTo>
                  <a:pt x="32308" y="71615"/>
                </a:lnTo>
                <a:lnTo>
                  <a:pt x="21170" y="71615"/>
                </a:lnTo>
                <a:lnTo>
                  <a:pt x="16916" y="69913"/>
                </a:lnTo>
                <a:lnTo>
                  <a:pt x="11049" y="63080"/>
                </a:lnTo>
                <a:lnTo>
                  <a:pt x="9575" y="58102"/>
                </a:lnTo>
                <a:lnTo>
                  <a:pt x="9575" y="101"/>
                </a:lnTo>
                <a:lnTo>
                  <a:pt x="0" y="101"/>
                </a:lnTo>
                <a:lnTo>
                  <a:pt x="0" y="60629"/>
                </a:lnTo>
                <a:lnTo>
                  <a:pt x="2374" y="67792"/>
                </a:lnTo>
                <a:lnTo>
                  <a:pt x="11887" y="78333"/>
                </a:lnTo>
                <a:lnTo>
                  <a:pt x="18415" y="80975"/>
                </a:lnTo>
                <a:lnTo>
                  <a:pt x="26733" y="80975"/>
                </a:lnTo>
                <a:lnTo>
                  <a:pt x="35052" y="80975"/>
                </a:lnTo>
                <a:lnTo>
                  <a:pt x="41592" y="78333"/>
                </a:lnTo>
                <a:lnTo>
                  <a:pt x="51092" y="67792"/>
                </a:lnTo>
                <a:lnTo>
                  <a:pt x="53467" y="60629"/>
                </a:lnTo>
                <a:lnTo>
                  <a:pt x="53467" y="101"/>
                </a:lnTo>
                <a:close/>
              </a:path>
              <a:path w="719455" h="81279">
                <a:moveTo>
                  <a:pt x="118071" y="20154"/>
                </a:moveTo>
                <a:lnTo>
                  <a:pt x="94576" y="20154"/>
                </a:lnTo>
                <a:lnTo>
                  <a:pt x="94576" y="6350"/>
                </a:lnTo>
                <a:lnTo>
                  <a:pt x="85217" y="6350"/>
                </a:lnTo>
                <a:lnTo>
                  <a:pt x="85217" y="20154"/>
                </a:lnTo>
                <a:lnTo>
                  <a:pt x="65722" y="20154"/>
                </a:lnTo>
                <a:lnTo>
                  <a:pt x="65722" y="28397"/>
                </a:lnTo>
                <a:lnTo>
                  <a:pt x="85217" y="28397"/>
                </a:lnTo>
                <a:lnTo>
                  <a:pt x="85217" y="68427"/>
                </a:lnTo>
                <a:lnTo>
                  <a:pt x="86626" y="72504"/>
                </a:lnTo>
                <a:lnTo>
                  <a:pt x="92265" y="77851"/>
                </a:lnTo>
                <a:lnTo>
                  <a:pt x="96532" y="79197"/>
                </a:lnTo>
                <a:lnTo>
                  <a:pt x="118071" y="79197"/>
                </a:lnTo>
                <a:lnTo>
                  <a:pt x="118071" y="70954"/>
                </a:lnTo>
                <a:lnTo>
                  <a:pt x="99656" y="70954"/>
                </a:lnTo>
                <a:lnTo>
                  <a:pt x="97726" y="70294"/>
                </a:lnTo>
                <a:lnTo>
                  <a:pt x="95199" y="67703"/>
                </a:lnTo>
                <a:lnTo>
                  <a:pt x="94576" y="65671"/>
                </a:lnTo>
                <a:lnTo>
                  <a:pt x="94576" y="28397"/>
                </a:lnTo>
                <a:lnTo>
                  <a:pt x="118071" y="28397"/>
                </a:lnTo>
                <a:lnTo>
                  <a:pt x="118071" y="20154"/>
                </a:lnTo>
                <a:close/>
              </a:path>
              <a:path w="719455" h="81279">
                <a:moveTo>
                  <a:pt x="168529" y="0"/>
                </a:moveTo>
                <a:lnTo>
                  <a:pt x="158737" y="0"/>
                </a:lnTo>
                <a:lnTo>
                  <a:pt x="158737" y="10909"/>
                </a:lnTo>
                <a:lnTo>
                  <a:pt x="168529" y="10909"/>
                </a:lnTo>
                <a:lnTo>
                  <a:pt x="168529" y="0"/>
                </a:lnTo>
                <a:close/>
              </a:path>
              <a:path w="719455" h="81279">
                <a:moveTo>
                  <a:pt x="189369" y="70954"/>
                </a:moveTo>
                <a:lnTo>
                  <a:pt x="168973" y="70954"/>
                </a:lnTo>
                <a:lnTo>
                  <a:pt x="168973" y="28397"/>
                </a:lnTo>
                <a:lnTo>
                  <a:pt x="168973" y="23837"/>
                </a:lnTo>
                <a:lnTo>
                  <a:pt x="168973" y="20154"/>
                </a:lnTo>
                <a:lnTo>
                  <a:pt x="137007" y="20154"/>
                </a:lnTo>
                <a:lnTo>
                  <a:pt x="137007" y="28397"/>
                </a:lnTo>
                <a:lnTo>
                  <a:pt x="159626" y="28397"/>
                </a:lnTo>
                <a:lnTo>
                  <a:pt x="159626" y="70954"/>
                </a:lnTo>
                <a:lnTo>
                  <a:pt x="135902" y="70954"/>
                </a:lnTo>
                <a:lnTo>
                  <a:pt x="135902" y="79197"/>
                </a:lnTo>
                <a:lnTo>
                  <a:pt x="189369" y="79197"/>
                </a:lnTo>
                <a:lnTo>
                  <a:pt x="189369" y="70954"/>
                </a:lnTo>
                <a:close/>
              </a:path>
              <a:path w="719455" h="81279">
                <a:moveTo>
                  <a:pt x="253974" y="70954"/>
                </a:moveTo>
                <a:lnTo>
                  <a:pt x="233591" y="70954"/>
                </a:lnTo>
                <a:lnTo>
                  <a:pt x="233591" y="11176"/>
                </a:lnTo>
                <a:lnTo>
                  <a:pt x="232194" y="7073"/>
                </a:lnTo>
                <a:lnTo>
                  <a:pt x="226618" y="1498"/>
                </a:lnTo>
                <a:lnTo>
                  <a:pt x="222516" y="101"/>
                </a:lnTo>
                <a:lnTo>
                  <a:pt x="202730" y="101"/>
                </a:lnTo>
                <a:lnTo>
                  <a:pt x="202730" y="8343"/>
                </a:lnTo>
                <a:lnTo>
                  <a:pt x="219036" y="8343"/>
                </a:lnTo>
                <a:lnTo>
                  <a:pt x="220891" y="9017"/>
                </a:lnTo>
                <a:lnTo>
                  <a:pt x="223558" y="11696"/>
                </a:lnTo>
                <a:lnTo>
                  <a:pt x="224231" y="13550"/>
                </a:lnTo>
                <a:lnTo>
                  <a:pt x="224231" y="70954"/>
                </a:lnTo>
                <a:lnTo>
                  <a:pt x="200507" y="70954"/>
                </a:lnTo>
                <a:lnTo>
                  <a:pt x="200507" y="79197"/>
                </a:lnTo>
                <a:lnTo>
                  <a:pt x="253974" y="79197"/>
                </a:lnTo>
                <a:lnTo>
                  <a:pt x="253974" y="75857"/>
                </a:lnTo>
                <a:lnTo>
                  <a:pt x="253974" y="70954"/>
                </a:lnTo>
                <a:close/>
              </a:path>
              <a:path w="719455" h="81279">
                <a:moveTo>
                  <a:pt x="302196" y="0"/>
                </a:moveTo>
                <a:lnTo>
                  <a:pt x="292404" y="0"/>
                </a:lnTo>
                <a:lnTo>
                  <a:pt x="292404" y="10909"/>
                </a:lnTo>
                <a:lnTo>
                  <a:pt x="302196" y="10909"/>
                </a:lnTo>
                <a:lnTo>
                  <a:pt x="302196" y="0"/>
                </a:lnTo>
                <a:close/>
              </a:path>
              <a:path w="719455" h="81279">
                <a:moveTo>
                  <a:pt x="323037" y="70954"/>
                </a:moveTo>
                <a:lnTo>
                  <a:pt x="302653" y="70954"/>
                </a:lnTo>
                <a:lnTo>
                  <a:pt x="302653" y="28397"/>
                </a:lnTo>
                <a:lnTo>
                  <a:pt x="302653" y="23837"/>
                </a:lnTo>
                <a:lnTo>
                  <a:pt x="302653" y="20154"/>
                </a:lnTo>
                <a:lnTo>
                  <a:pt x="270675" y="20154"/>
                </a:lnTo>
                <a:lnTo>
                  <a:pt x="270675" y="28397"/>
                </a:lnTo>
                <a:lnTo>
                  <a:pt x="293293" y="28397"/>
                </a:lnTo>
                <a:lnTo>
                  <a:pt x="293293" y="70954"/>
                </a:lnTo>
                <a:lnTo>
                  <a:pt x="269570" y="70954"/>
                </a:lnTo>
                <a:lnTo>
                  <a:pt x="269570" y="79197"/>
                </a:lnTo>
                <a:lnTo>
                  <a:pt x="323037" y="79197"/>
                </a:lnTo>
                <a:lnTo>
                  <a:pt x="323037" y="70954"/>
                </a:lnTo>
                <a:close/>
              </a:path>
              <a:path w="719455" h="81279">
                <a:moveTo>
                  <a:pt x="385191" y="70954"/>
                </a:moveTo>
                <a:lnTo>
                  <a:pt x="346875" y="70954"/>
                </a:lnTo>
                <a:lnTo>
                  <a:pt x="384302" y="29514"/>
                </a:lnTo>
                <a:lnTo>
                  <a:pt x="384302" y="20154"/>
                </a:lnTo>
                <a:lnTo>
                  <a:pt x="337731" y="20154"/>
                </a:lnTo>
                <a:lnTo>
                  <a:pt x="337731" y="28397"/>
                </a:lnTo>
                <a:lnTo>
                  <a:pt x="374053" y="28397"/>
                </a:lnTo>
                <a:lnTo>
                  <a:pt x="336626" y="69837"/>
                </a:lnTo>
                <a:lnTo>
                  <a:pt x="336626" y="79197"/>
                </a:lnTo>
                <a:lnTo>
                  <a:pt x="385191" y="79197"/>
                </a:lnTo>
                <a:lnTo>
                  <a:pt x="385191" y="70954"/>
                </a:lnTo>
                <a:close/>
              </a:path>
              <a:path w="719455" h="81279">
                <a:moveTo>
                  <a:pt x="456692" y="79006"/>
                </a:moveTo>
                <a:lnTo>
                  <a:pt x="455587" y="79006"/>
                </a:lnTo>
                <a:lnTo>
                  <a:pt x="455587" y="70954"/>
                </a:lnTo>
                <a:lnTo>
                  <a:pt x="450608" y="70954"/>
                </a:lnTo>
                <a:lnTo>
                  <a:pt x="449719" y="70688"/>
                </a:lnTo>
                <a:lnTo>
                  <a:pt x="448576" y="69684"/>
                </a:lnTo>
                <a:lnTo>
                  <a:pt x="448271" y="68846"/>
                </a:lnTo>
                <a:lnTo>
                  <a:pt x="448233" y="67157"/>
                </a:lnTo>
                <a:lnTo>
                  <a:pt x="448233" y="50673"/>
                </a:lnTo>
                <a:lnTo>
                  <a:pt x="448233" y="35382"/>
                </a:lnTo>
                <a:lnTo>
                  <a:pt x="446265" y="29489"/>
                </a:lnTo>
                <a:lnTo>
                  <a:pt x="444639" y="27736"/>
                </a:lnTo>
                <a:lnTo>
                  <a:pt x="438391" y="20955"/>
                </a:lnTo>
                <a:lnTo>
                  <a:pt x="432866" y="18821"/>
                </a:lnTo>
                <a:lnTo>
                  <a:pt x="419049" y="18821"/>
                </a:lnTo>
                <a:lnTo>
                  <a:pt x="413613" y="20548"/>
                </a:lnTo>
                <a:lnTo>
                  <a:pt x="405218" y="27457"/>
                </a:lnTo>
                <a:lnTo>
                  <a:pt x="402564" y="31965"/>
                </a:lnTo>
                <a:lnTo>
                  <a:pt x="401434" y="37604"/>
                </a:lnTo>
                <a:lnTo>
                  <a:pt x="402399" y="37604"/>
                </a:lnTo>
                <a:lnTo>
                  <a:pt x="411365" y="38315"/>
                </a:lnTo>
                <a:lnTo>
                  <a:pt x="421652" y="27736"/>
                </a:lnTo>
                <a:lnTo>
                  <a:pt x="429971" y="27736"/>
                </a:lnTo>
                <a:lnTo>
                  <a:pt x="433209" y="28956"/>
                </a:lnTo>
                <a:lnTo>
                  <a:pt x="437743" y="33858"/>
                </a:lnTo>
                <a:lnTo>
                  <a:pt x="438873" y="37604"/>
                </a:lnTo>
                <a:lnTo>
                  <a:pt x="438873" y="42659"/>
                </a:lnTo>
                <a:lnTo>
                  <a:pt x="438873" y="50673"/>
                </a:lnTo>
                <a:lnTo>
                  <a:pt x="424840" y="72288"/>
                </a:lnTo>
                <a:lnTo>
                  <a:pt x="417487" y="72288"/>
                </a:lnTo>
                <a:lnTo>
                  <a:pt x="415124" y="71602"/>
                </a:lnTo>
                <a:lnTo>
                  <a:pt x="414959" y="71602"/>
                </a:lnTo>
                <a:lnTo>
                  <a:pt x="411086" y="68478"/>
                </a:lnTo>
                <a:lnTo>
                  <a:pt x="410133" y="66344"/>
                </a:lnTo>
                <a:lnTo>
                  <a:pt x="410133" y="61150"/>
                </a:lnTo>
                <a:lnTo>
                  <a:pt x="420827" y="54241"/>
                </a:lnTo>
                <a:lnTo>
                  <a:pt x="438873" y="50673"/>
                </a:lnTo>
                <a:lnTo>
                  <a:pt x="438873" y="42659"/>
                </a:lnTo>
                <a:lnTo>
                  <a:pt x="412584" y="47929"/>
                </a:lnTo>
                <a:lnTo>
                  <a:pt x="407860" y="49949"/>
                </a:lnTo>
                <a:lnTo>
                  <a:pt x="401840" y="55524"/>
                </a:lnTo>
                <a:lnTo>
                  <a:pt x="400443" y="59156"/>
                </a:lnTo>
                <a:lnTo>
                  <a:pt x="400342" y="67678"/>
                </a:lnTo>
                <a:lnTo>
                  <a:pt x="401193" y="70485"/>
                </a:lnTo>
                <a:lnTo>
                  <a:pt x="404609" y="75311"/>
                </a:lnTo>
                <a:lnTo>
                  <a:pt x="406946" y="77190"/>
                </a:lnTo>
                <a:lnTo>
                  <a:pt x="413092" y="79959"/>
                </a:lnTo>
                <a:lnTo>
                  <a:pt x="413346" y="79959"/>
                </a:lnTo>
                <a:lnTo>
                  <a:pt x="416229" y="80530"/>
                </a:lnTo>
                <a:lnTo>
                  <a:pt x="423354" y="80530"/>
                </a:lnTo>
                <a:lnTo>
                  <a:pt x="426554" y="79959"/>
                </a:lnTo>
                <a:lnTo>
                  <a:pt x="432485" y="77647"/>
                </a:lnTo>
                <a:lnTo>
                  <a:pt x="434962" y="76060"/>
                </a:lnTo>
                <a:lnTo>
                  <a:pt x="438467" y="72415"/>
                </a:lnTo>
                <a:lnTo>
                  <a:pt x="438594" y="72288"/>
                </a:lnTo>
                <a:lnTo>
                  <a:pt x="438899" y="71970"/>
                </a:lnTo>
                <a:lnTo>
                  <a:pt x="439102" y="71602"/>
                </a:lnTo>
                <a:lnTo>
                  <a:pt x="439039" y="70485"/>
                </a:lnTo>
                <a:lnTo>
                  <a:pt x="439140" y="70954"/>
                </a:lnTo>
                <a:lnTo>
                  <a:pt x="439216" y="71374"/>
                </a:lnTo>
                <a:lnTo>
                  <a:pt x="440143" y="69684"/>
                </a:lnTo>
                <a:lnTo>
                  <a:pt x="439458" y="70954"/>
                </a:lnTo>
                <a:lnTo>
                  <a:pt x="448157" y="79413"/>
                </a:lnTo>
                <a:lnTo>
                  <a:pt x="454253" y="79413"/>
                </a:lnTo>
                <a:lnTo>
                  <a:pt x="456692" y="79006"/>
                </a:lnTo>
                <a:close/>
              </a:path>
              <a:path w="719455" h="81279">
                <a:moveTo>
                  <a:pt x="519074" y="20154"/>
                </a:moveTo>
                <a:lnTo>
                  <a:pt x="495579" y="20154"/>
                </a:lnTo>
                <a:lnTo>
                  <a:pt x="495579" y="6350"/>
                </a:lnTo>
                <a:lnTo>
                  <a:pt x="486219" y="6350"/>
                </a:lnTo>
                <a:lnTo>
                  <a:pt x="486219" y="20154"/>
                </a:lnTo>
                <a:lnTo>
                  <a:pt x="466725" y="20154"/>
                </a:lnTo>
                <a:lnTo>
                  <a:pt x="466725" y="28397"/>
                </a:lnTo>
                <a:lnTo>
                  <a:pt x="486219" y="28397"/>
                </a:lnTo>
                <a:lnTo>
                  <a:pt x="486219" y="68427"/>
                </a:lnTo>
                <a:lnTo>
                  <a:pt x="487629" y="72504"/>
                </a:lnTo>
                <a:lnTo>
                  <a:pt x="493268" y="77851"/>
                </a:lnTo>
                <a:lnTo>
                  <a:pt x="497547" y="79197"/>
                </a:lnTo>
                <a:lnTo>
                  <a:pt x="519074" y="79197"/>
                </a:lnTo>
                <a:lnTo>
                  <a:pt x="519074" y="70954"/>
                </a:lnTo>
                <a:lnTo>
                  <a:pt x="500659" y="70954"/>
                </a:lnTo>
                <a:lnTo>
                  <a:pt x="498729" y="70294"/>
                </a:lnTo>
                <a:lnTo>
                  <a:pt x="496201" y="67703"/>
                </a:lnTo>
                <a:lnTo>
                  <a:pt x="495579" y="65671"/>
                </a:lnTo>
                <a:lnTo>
                  <a:pt x="495579" y="28397"/>
                </a:lnTo>
                <a:lnTo>
                  <a:pt x="519074" y="28397"/>
                </a:lnTo>
                <a:lnTo>
                  <a:pt x="519074" y="20154"/>
                </a:lnTo>
                <a:close/>
              </a:path>
              <a:path w="719455" h="81279">
                <a:moveTo>
                  <a:pt x="569544" y="0"/>
                </a:moveTo>
                <a:lnTo>
                  <a:pt x="559739" y="0"/>
                </a:lnTo>
                <a:lnTo>
                  <a:pt x="559739" y="10909"/>
                </a:lnTo>
                <a:lnTo>
                  <a:pt x="569544" y="10909"/>
                </a:lnTo>
                <a:lnTo>
                  <a:pt x="569544" y="0"/>
                </a:lnTo>
                <a:close/>
              </a:path>
              <a:path w="719455" h="81279">
                <a:moveTo>
                  <a:pt x="590372" y="70954"/>
                </a:moveTo>
                <a:lnTo>
                  <a:pt x="569988" y="70954"/>
                </a:lnTo>
                <a:lnTo>
                  <a:pt x="569988" y="28397"/>
                </a:lnTo>
                <a:lnTo>
                  <a:pt x="569988" y="23837"/>
                </a:lnTo>
                <a:lnTo>
                  <a:pt x="569988" y="20154"/>
                </a:lnTo>
                <a:lnTo>
                  <a:pt x="538010" y="20154"/>
                </a:lnTo>
                <a:lnTo>
                  <a:pt x="538010" y="28397"/>
                </a:lnTo>
                <a:lnTo>
                  <a:pt x="560628" y="28397"/>
                </a:lnTo>
                <a:lnTo>
                  <a:pt x="560628" y="70954"/>
                </a:lnTo>
                <a:lnTo>
                  <a:pt x="536905" y="70954"/>
                </a:lnTo>
                <a:lnTo>
                  <a:pt x="536905" y="79197"/>
                </a:lnTo>
                <a:lnTo>
                  <a:pt x="590372" y="79197"/>
                </a:lnTo>
                <a:lnTo>
                  <a:pt x="590372" y="70954"/>
                </a:lnTo>
                <a:close/>
              </a:path>
              <a:path w="719455" h="81279">
                <a:moveTo>
                  <a:pt x="655091" y="42837"/>
                </a:moveTo>
                <a:lnTo>
                  <a:pt x="654088" y="37909"/>
                </a:lnTo>
                <a:lnTo>
                  <a:pt x="649630" y="28702"/>
                </a:lnTo>
                <a:lnTo>
                  <a:pt x="648779" y="27736"/>
                </a:lnTo>
                <a:lnTo>
                  <a:pt x="646493" y="25133"/>
                </a:lnTo>
                <a:lnTo>
                  <a:pt x="645401" y="24460"/>
                </a:lnTo>
                <a:lnTo>
                  <a:pt x="645401" y="42837"/>
                </a:lnTo>
                <a:lnTo>
                  <a:pt x="645401" y="56502"/>
                </a:lnTo>
                <a:lnTo>
                  <a:pt x="643890" y="61874"/>
                </a:lnTo>
                <a:lnTo>
                  <a:pt x="637882" y="69672"/>
                </a:lnTo>
                <a:lnTo>
                  <a:pt x="633666" y="71615"/>
                </a:lnTo>
                <a:lnTo>
                  <a:pt x="622820" y="71615"/>
                </a:lnTo>
                <a:lnTo>
                  <a:pt x="618604" y="69672"/>
                </a:lnTo>
                <a:lnTo>
                  <a:pt x="612597" y="61874"/>
                </a:lnTo>
                <a:lnTo>
                  <a:pt x="611085" y="56502"/>
                </a:lnTo>
                <a:lnTo>
                  <a:pt x="611085" y="42837"/>
                </a:lnTo>
                <a:lnTo>
                  <a:pt x="612470" y="37909"/>
                </a:lnTo>
                <a:lnTo>
                  <a:pt x="612597" y="37477"/>
                </a:lnTo>
                <a:lnTo>
                  <a:pt x="618604" y="29679"/>
                </a:lnTo>
                <a:lnTo>
                  <a:pt x="622820" y="27736"/>
                </a:lnTo>
                <a:lnTo>
                  <a:pt x="633666" y="27736"/>
                </a:lnTo>
                <a:lnTo>
                  <a:pt x="637882" y="29679"/>
                </a:lnTo>
                <a:lnTo>
                  <a:pt x="643890" y="37477"/>
                </a:lnTo>
                <a:lnTo>
                  <a:pt x="645401" y="42837"/>
                </a:lnTo>
                <a:lnTo>
                  <a:pt x="645401" y="24460"/>
                </a:lnTo>
                <a:lnTo>
                  <a:pt x="638390" y="20078"/>
                </a:lnTo>
                <a:lnTo>
                  <a:pt x="633666" y="18821"/>
                </a:lnTo>
                <a:lnTo>
                  <a:pt x="622820" y="18821"/>
                </a:lnTo>
                <a:lnTo>
                  <a:pt x="601395" y="42837"/>
                </a:lnTo>
                <a:lnTo>
                  <a:pt x="601408" y="56502"/>
                </a:lnTo>
                <a:lnTo>
                  <a:pt x="622820" y="80530"/>
                </a:lnTo>
                <a:lnTo>
                  <a:pt x="633666" y="80530"/>
                </a:lnTo>
                <a:lnTo>
                  <a:pt x="638390" y="79273"/>
                </a:lnTo>
                <a:lnTo>
                  <a:pt x="646493" y="74218"/>
                </a:lnTo>
                <a:lnTo>
                  <a:pt x="648766" y="71615"/>
                </a:lnTo>
                <a:lnTo>
                  <a:pt x="649630" y="70637"/>
                </a:lnTo>
                <a:lnTo>
                  <a:pt x="654088" y="61353"/>
                </a:lnTo>
                <a:lnTo>
                  <a:pt x="655078" y="56502"/>
                </a:lnTo>
                <a:lnTo>
                  <a:pt x="655091" y="42837"/>
                </a:lnTo>
                <a:close/>
              </a:path>
              <a:path w="719455" h="81279">
                <a:moveTo>
                  <a:pt x="719137" y="37045"/>
                </a:moveTo>
                <a:lnTo>
                  <a:pt x="718350" y="33286"/>
                </a:lnTo>
                <a:lnTo>
                  <a:pt x="715479" y="27063"/>
                </a:lnTo>
                <a:lnTo>
                  <a:pt x="715238" y="26530"/>
                </a:lnTo>
                <a:lnTo>
                  <a:pt x="712952" y="23837"/>
                </a:lnTo>
                <a:lnTo>
                  <a:pt x="706932" y="19824"/>
                </a:lnTo>
                <a:lnTo>
                  <a:pt x="703173" y="18821"/>
                </a:lnTo>
                <a:lnTo>
                  <a:pt x="695591" y="18821"/>
                </a:lnTo>
                <a:lnTo>
                  <a:pt x="679818" y="30149"/>
                </a:lnTo>
                <a:lnTo>
                  <a:pt x="679818" y="30314"/>
                </a:lnTo>
                <a:lnTo>
                  <a:pt x="679551" y="30695"/>
                </a:lnTo>
                <a:lnTo>
                  <a:pt x="679589" y="20154"/>
                </a:lnTo>
                <a:lnTo>
                  <a:pt x="671017" y="20154"/>
                </a:lnTo>
                <a:lnTo>
                  <a:pt x="671017" y="79197"/>
                </a:lnTo>
                <a:lnTo>
                  <a:pt x="680377" y="79197"/>
                </a:lnTo>
                <a:lnTo>
                  <a:pt x="680377" y="40246"/>
                </a:lnTo>
                <a:lnTo>
                  <a:pt x="681101" y="37185"/>
                </a:lnTo>
                <a:lnTo>
                  <a:pt x="682256" y="35191"/>
                </a:lnTo>
                <a:lnTo>
                  <a:pt x="683996" y="32207"/>
                </a:lnTo>
                <a:lnTo>
                  <a:pt x="685939" y="30314"/>
                </a:lnTo>
                <a:lnTo>
                  <a:pt x="690626" y="27825"/>
                </a:lnTo>
                <a:lnTo>
                  <a:pt x="690372" y="27825"/>
                </a:lnTo>
                <a:lnTo>
                  <a:pt x="693585" y="27063"/>
                </a:lnTo>
                <a:lnTo>
                  <a:pt x="701090" y="27063"/>
                </a:lnTo>
                <a:lnTo>
                  <a:pt x="704392" y="28486"/>
                </a:lnTo>
                <a:lnTo>
                  <a:pt x="708698" y="34213"/>
                </a:lnTo>
                <a:lnTo>
                  <a:pt x="709777" y="38392"/>
                </a:lnTo>
                <a:lnTo>
                  <a:pt x="709777" y="79197"/>
                </a:lnTo>
                <a:lnTo>
                  <a:pt x="719137" y="79197"/>
                </a:lnTo>
                <a:lnTo>
                  <a:pt x="719137" y="3704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7" name="object 137"/>
          <p:cNvGrpSpPr/>
          <p:nvPr/>
        </p:nvGrpSpPr>
        <p:grpSpPr>
          <a:xfrm>
            <a:off x="1474805" y="3957280"/>
            <a:ext cx="2794000" cy="391795"/>
            <a:chOff x="1474805" y="3957280"/>
            <a:chExt cx="2794000" cy="391795"/>
          </a:xfrm>
        </p:grpSpPr>
        <p:sp>
          <p:nvSpPr>
            <p:cNvPr id="138" name="object 138"/>
            <p:cNvSpPr/>
            <p:nvPr/>
          </p:nvSpPr>
          <p:spPr>
            <a:xfrm>
              <a:off x="2076958" y="3959961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12" y="67614"/>
                  </a:lnTo>
                  <a:lnTo>
                    <a:pt x="20929" y="64465"/>
                  </a:lnTo>
                  <a:lnTo>
                    <a:pt x="39878" y="28740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802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49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209965" y="3959953"/>
              <a:ext cx="191366" cy="82651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2698202" y="4024026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5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5" y="16797"/>
                  </a:lnTo>
                  <a:lnTo>
                    <a:pt x="17555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745298" y="3959953"/>
              <a:ext cx="123418" cy="82651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3411016" y="3967975"/>
              <a:ext cx="189865" cy="73025"/>
            </a:xfrm>
            <a:custGeom>
              <a:avLst/>
              <a:gdLst/>
              <a:ahLst/>
              <a:cxnLst/>
              <a:rect l="l" t="t" r="r" b="b"/>
              <a:pathLst>
                <a:path w="189864" h="73025">
                  <a:moveTo>
                    <a:pt x="62382" y="35979"/>
                  </a:moveTo>
                  <a:lnTo>
                    <a:pt x="0" y="35979"/>
                  </a:lnTo>
                  <a:lnTo>
                    <a:pt x="0" y="44678"/>
                  </a:lnTo>
                  <a:lnTo>
                    <a:pt x="62382" y="44678"/>
                  </a:lnTo>
                  <a:lnTo>
                    <a:pt x="62382" y="35979"/>
                  </a:lnTo>
                  <a:close/>
                </a:path>
                <a:path w="189864" h="73025">
                  <a:moveTo>
                    <a:pt x="189369" y="13817"/>
                  </a:moveTo>
                  <a:lnTo>
                    <a:pt x="165862" y="13817"/>
                  </a:lnTo>
                  <a:lnTo>
                    <a:pt x="165862" y="0"/>
                  </a:lnTo>
                  <a:lnTo>
                    <a:pt x="156502" y="0"/>
                  </a:lnTo>
                  <a:lnTo>
                    <a:pt x="156502" y="13817"/>
                  </a:lnTo>
                  <a:lnTo>
                    <a:pt x="137007" y="13817"/>
                  </a:lnTo>
                  <a:lnTo>
                    <a:pt x="137007" y="22059"/>
                  </a:lnTo>
                  <a:lnTo>
                    <a:pt x="156502" y="22059"/>
                  </a:lnTo>
                  <a:lnTo>
                    <a:pt x="156502" y="62090"/>
                  </a:lnTo>
                  <a:lnTo>
                    <a:pt x="157911" y="66167"/>
                  </a:lnTo>
                  <a:lnTo>
                    <a:pt x="163563" y="71513"/>
                  </a:lnTo>
                  <a:lnTo>
                    <a:pt x="167830" y="72859"/>
                  </a:lnTo>
                  <a:lnTo>
                    <a:pt x="189369" y="72859"/>
                  </a:lnTo>
                  <a:lnTo>
                    <a:pt x="189369" y="64604"/>
                  </a:lnTo>
                  <a:lnTo>
                    <a:pt x="170954" y="64604"/>
                  </a:lnTo>
                  <a:lnTo>
                    <a:pt x="169024" y="63957"/>
                  </a:lnTo>
                  <a:lnTo>
                    <a:pt x="166497" y="61366"/>
                  </a:lnTo>
                  <a:lnTo>
                    <a:pt x="165862" y="59334"/>
                  </a:lnTo>
                  <a:lnTo>
                    <a:pt x="165862" y="22059"/>
                  </a:lnTo>
                  <a:lnTo>
                    <a:pt x="189369" y="22059"/>
                  </a:lnTo>
                  <a:lnTo>
                    <a:pt x="189369" y="1381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620439" y="3961736"/>
              <a:ext cx="115511" cy="80422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883889" y="3957280"/>
              <a:ext cx="448903" cy="229687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610032" y="4106543"/>
              <a:ext cx="254755" cy="80424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418561" y="3961736"/>
              <a:ext cx="850168" cy="370037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812316" y="3957280"/>
              <a:ext cx="1589203" cy="391201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1474800" y="4270069"/>
              <a:ext cx="255904" cy="62230"/>
            </a:xfrm>
            <a:custGeom>
              <a:avLst/>
              <a:gdLst/>
              <a:ahLst/>
              <a:cxnLst/>
              <a:rect l="l" t="t" r="r" b="b"/>
              <a:pathLst>
                <a:path w="255905" h="62229">
                  <a:moveTo>
                    <a:pt x="57924" y="13589"/>
                  </a:moveTo>
                  <a:lnTo>
                    <a:pt x="57353" y="10744"/>
                  </a:lnTo>
                  <a:lnTo>
                    <a:pt x="57302" y="10477"/>
                  </a:lnTo>
                  <a:lnTo>
                    <a:pt x="57188" y="9880"/>
                  </a:lnTo>
                  <a:lnTo>
                    <a:pt x="57073" y="9359"/>
                  </a:lnTo>
                  <a:lnTo>
                    <a:pt x="56959" y="8750"/>
                  </a:lnTo>
                  <a:lnTo>
                    <a:pt x="56857" y="8242"/>
                  </a:lnTo>
                  <a:lnTo>
                    <a:pt x="52539" y="1638"/>
                  </a:lnTo>
                  <a:lnTo>
                    <a:pt x="49085" y="0"/>
                  </a:lnTo>
                  <a:lnTo>
                    <a:pt x="40767" y="0"/>
                  </a:lnTo>
                  <a:lnTo>
                    <a:pt x="37820" y="1333"/>
                  </a:lnTo>
                  <a:lnTo>
                    <a:pt x="33134" y="6680"/>
                  </a:lnTo>
                  <a:lnTo>
                    <a:pt x="31851" y="9880"/>
                  </a:lnTo>
                  <a:lnTo>
                    <a:pt x="31902" y="12331"/>
                  </a:lnTo>
                  <a:lnTo>
                    <a:pt x="31788" y="10744"/>
                  </a:lnTo>
                  <a:lnTo>
                    <a:pt x="31762" y="10477"/>
                  </a:lnTo>
                  <a:lnTo>
                    <a:pt x="31699" y="10248"/>
                  </a:lnTo>
                  <a:lnTo>
                    <a:pt x="31762" y="10096"/>
                  </a:lnTo>
                  <a:lnTo>
                    <a:pt x="31584" y="9880"/>
                  </a:lnTo>
                  <a:lnTo>
                    <a:pt x="31102" y="8331"/>
                  </a:lnTo>
                  <a:lnTo>
                    <a:pt x="31102" y="13893"/>
                  </a:lnTo>
                  <a:lnTo>
                    <a:pt x="31064" y="14262"/>
                  </a:lnTo>
                  <a:lnTo>
                    <a:pt x="30962" y="14922"/>
                  </a:lnTo>
                  <a:lnTo>
                    <a:pt x="31102" y="13893"/>
                  </a:lnTo>
                  <a:lnTo>
                    <a:pt x="31102" y="8331"/>
                  </a:lnTo>
                  <a:lnTo>
                    <a:pt x="23990" y="0"/>
                  </a:lnTo>
                  <a:lnTo>
                    <a:pt x="17081" y="0"/>
                  </a:lnTo>
                  <a:lnTo>
                    <a:pt x="14224" y="1333"/>
                  </a:lnTo>
                  <a:lnTo>
                    <a:pt x="9893" y="6400"/>
                  </a:lnTo>
                  <a:lnTo>
                    <a:pt x="8775" y="9131"/>
                  </a:lnTo>
                  <a:lnTo>
                    <a:pt x="8775" y="9359"/>
                  </a:lnTo>
                  <a:lnTo>
                    <a:pt x="8470" y="9880"/>
                  </a:lnTo>
                  <a:lnTo>
                    <a:pt x="8572" y="1333"/>
                  </a:lnTo>
                  <a:lnTo>
                    <a:pt x="0" y="1333"/>
                  </a:lnTo>
                  <a:lnTo>
                    <a:pt x="0" y="60375"/>
                  </a:lnTo>
                  <a:lnTo>
                    <a:pt x="9359" y="60375"/>
                  </a:lnTo>
                  <a:lnTo>
                    <a:pt x="9359" y="19380"/>
                  </a:lnTo>
                  <a:lnTo>
                    <a:pt x="9601" y="17449"/>
                  </a:lnTo>
                  <a:lnTo>
                    <a:pt x="15811" y="8242"/>
                  </a:lnTo>
                  <a:lnTo>
                    <a:pt x="19824" y="8242"/>
                  </a:lnTo>
                  <a:lnTo>
                    <a:pt x="21590" y="9359"/>
                  </a:lnTo>
                  <a:lnTo>
                    <a:pt x="23634" y="13589"/>
                  </a:lnTo>
                  <a:lnTo>
                    <a:pt x="23749" y="13817"/>
                  </a:lnTo>
                  <a:lnTo>
                    <a:pt x="24155" y="16637"/>
                  </a:lnTo>
                  <a:lnTo>
                    <a:pt x="24282" y="60375"/>
                  </a:lnTo>
                  <a:lnTo>
                    <a:pt x="33642" y="60375"/>
                  </a:lnTo>
                  <a:lnTo>
                    <a:pt x="33642" y="19380"/>
                  </a:lnTo>
                  <a:lnTo>
                    <a:pt x="33883" y="17449"/>
                  </a:lnTo>
                  <a:lnTo>
                    <a:pt x="40093" y="8242"/>
                  </a:lnTo>
                  <a:lnTo>
                    <a:pt x="44030" y="8242"/>
                  </a:lnTo>
                  <a:lnTo>
                    <a:pt x="48564" y="60375"/>
                  </a:lnTo>
                  <a:lnTo>
                    <a:pt x="57924" y="60375"/>
                  </a:lnTo>
                  <a:lnTo>
                    <a:pt x="57924" y="13589"/>
                  </a:lnTo>
                  <a:close/>
                </a:path>
                <a:path w="255905" h="62229">
                  <a:moveTo>
                    <a:pt x="122643" y="24028"/>
                  </a:moveTo>
                  <a:lnTo>
                    <a:pt x="121640" y="19088"/>
                  </a:lnTo>
                  <a:lnTo>
                    <a:pt x="117182" y="9880"/>
                  </a:lnTo>
                  <a:lnTo>
                    <a:pt x="116332" y="8915"/>
                  </a:lnTo>
                  <a:lnTo>
                    <a:pt x="114046" y="6311"/>
                  </a:lnTo>
                  <a:lnTo>
                    <a:pt x="112953" y="5638"/>
                  </a:lnTo>
                  <a:lnTo>
                    <a:pt x="112953" y="24028"/>
                  </a:lnTo>
                  <a:lnTo>
                    <a:pt x="112953" y="37680"/>
                  </a:lnTo>
                  <a:lnTo>
                    <a:pt x="111442" y="43053"/>
                  </a:lnTo>
                  <a:lnTo>
                    <a:pt x="105435" y="50850"/>
                  </a:lnTo>
                  <a:lnTo>
                    <a:pt x="101219" y="52793"/>
                  </a:lnTo>
                  <a:lnTo>
                    <a:pt x="90373" y="52793"/>
                  </a:lnTo>
                  <a:lnTo>
                    <a:pt x="86156" y="50850"/>
                  </a:lnTo>
                  <a:lnTo>
                    <a:pt x="80149" y="43053"/>
                  </a:lnTo>
                  <a:lnTo>
                    <a:pt x="78638" y="37680"/>
                  </a:lnTo>
                  <a:lnTo>
                    <a:pt x="78638" y="24028"/>
                  </a:lnTo>
                  <a:lnTo>
                    <a:pt x="80022" y="19088"/>
                  </a:lnTo>
                  <a:lnTo>
                    <a:pt x="80149" y="18656"/>
                  </a:lnTo>
                  <a:lnTo>
                    <a:pt x="86156" y="10858"/>
                  </a:lnTo>
                  <a:lnTo>
                    <a:pt x="90373" y="8915"/>
                  </a:lnTo>
                  <a:lnTo>
                    <a:pt x="101219" y="8915"/>
                  </a:lnTo>
                  <a:lnTo>
                    <a:pt x="105435" y="10858"/>
                  </a:lnTo>
                  <a:lnTo>
                    <a:pt x="111442" y="18656"/>
                  </a:lnTo>
                  <a:lnTo>
                    <a:pt x="112953" y="24028"/>
                  </a:lnTo>
                  <a:lnTo>
                    <a:pt x="112953" y="5638"/>
                  </a:lnTo>
                  <a:lnTo>
                    <a:pt x="105943" y="1257"/>
                  </a:lnTo>
                  <a:lnTo>
                    <a:pt x="101219" y="0"/>
                  </a:lnTo>
                  <a:lnTo>
                    <a:pt x="90373" y="0"/>
                  </a:lnTo>
                  <a:lnTo>
                    <a:pt x="68948" y="24028"/>
                  </a:lnTo>
                  <a:lnTo>
                    <a:pt x="68961" y="37680"/>
                  </a:lnTo>
                  <a:lnTo>
                    <a:pt x="90373" y="61709"/>
                  </a:lnTo>
                  <a:lnTo>
                    <a:pt x="101219" y="61709"/>
                  </a:lnTo>
                  <a:lnTo>
                    <a:pt x="105943" y="60452"/>
                  </a:lnTo>
                  <a:lnTo>
                    <a:pt x="114046" y="55397"/>
                  </a:lnTo>
                  <a:lnTo>
                    <a:pt x="116319" y="52793"/>
                  </a:lnTo>
                  <a:lnTo>
                    <a:pt x="117182" y="51816"/>
                  </a:lnTo>
                  <a:lnTo>
                    <a:pt x="121640" y="42532"/>
                  </a:lnTo>
                  <a:lnTo>
                    <a:pt x="122631" y="37680"/>
                  </a:lnTo>
                  <a:lnTo>
                    <a:pt x="122643" y="24028"/>
                  </a:lnTo>
                  <a:close/>
                </a:path>
                <a:path w="255905" h="62229">
                  <a:moveTo>
                    <a:pt x="189357" y="1333"/>
                  </a:moveTo>
                  <a:lnTo>
                    <a:pt x="172986" y="1333"/>
                  </a:lnTo>
                  <a:lnTo>
                    <a:pt x="169608" y="2578"/>
                  </a:lnTo>
                  <a:lnTo>
                    <a:pt x="164553" y="7556"/>
                  </a:lnTo>
                  <a:lnTo>
                    <a:pt x="163004" y="11366"/>
                  </a:lnTo>
                  <a:lnTo>
                    <a:pt x="163042" y="12674"/>
                  </a:lnTo>
                  <a:lnTo>
                    <a:pt x="162979" y="11531"/>
                  </a:lnTo>
                  <a:lnTo>
                    <a:pt x="162864" y="9575"/>
                  </a:lnTo>
                  <a:lnTo>
                    <a:pt x="162610" y="5016"/>
                  </a:lnTo>
                  <a:lnTo>
                    <a:pt x="162471" y="2578"/>
                  </a:lnTo>
                  <a:lnTo>
                    <a:pt x="162407" y="1333"/>
                  </a:lnTo>
                  <a:lnTo>
                    <a:pt x="139242" y="1333"/>
                  </a:lnTo>
                  <a:lnTo>
                    <a:pt x="139242" y="9575"/>
                  </a:lnTo>
                  <a:lnTo>
                    <a:pt x="154609" y="9575"/>
                  </a:lnTo>
                  <a:lnTo>
                    <a:pt x="154609" y="52133"/>
                  </a:lnTo>
                  <a:lnTo>
                    <a:pt x="139242" y="52133"/>
                  </a:lnTo>
                  <a:lnTo>
                    <a:pt x="139242" y="60375"/>
                  </a:lnTo>
                  <a:lnTo>
                    <a:pt x="182676" y="60375"/>
                  </a:lnTo>
                  <a:lnTo>
                    <a:pt x="182676" y="56591"/>
                  </a:lnTo>
                  <a:lnTo>
                    <a:pt x="182676" y="52133"/>
                  </a:lnTo>
                  <a:lnTo>
                    <a:pt x="163969" y="52133"/>
                  </a:lnTo>
                  <a:lnTo>
                    <a:pt x="163969" y="21463"/>
                  </a:lnTo>
                  <a:lnTo>
                    <a:pt x="174434" y="9804"/>
                  </a:lnTo>
                  <a:lnTo>
                    <a:pt x="189357" y="9804"/>
                  </a:lnTo>
                  <a:lnTo>
                    <a:pt x="189357" y="1333"/>
                  </a:lnTo>
                  <a:close/>
                </a:path>
                <a:path w="255905" h="62229">
                  <a:moveTo>
                    <a:pt x="255866" y="24358"/>
                  </a:moveTo>
                  <a:lnTo>
                    <a:pt x="255003" y="20015"/>
                  </a:lnTo>
                  <a:lnTo>
                    <a:pt x="254952" y="19786"/>
                  </a:lnTo>
                  <a:lnTo>
                    <a:pt x="254838" y="19202"/>
                  </a:lnTo>
                  <a:lnTo>
                    <a:pt x="254749" y="18745"/>
                  </a:lnTo>
                  <a:lnTo>
                    <a:pt x="250291" y="9537"/>
                  </a:lnTo>
                  <a:lnTo>
                    <a:pt x="249732" y="8915"/>
                  </a:lnTo>
                  <a:lnTo>
                    <a:pt x="247205" y="6032"/>
                  </a:lnTo>
                  <a:lnTo>
                    <a:pt x="245618" y="5067"/>
                  </a:lnTo>
                  <a:lnTo>
                    <a:pt x="245618" y="25514"/>
                  </a:lnTo>
                  <a:lnTo>
                    <a:pt x="212864" y="25514"/>
                  </a:lnTo>
                  <a:lnTo>
                    <a:pt x="213677" y="20015"/>
                  </a:lnTo>
                  <a:lnTo>
                    <a:pt x="215557" y="15875"/>
                  </a:lnTo>
                  <a:lnTo>
                    <a:pt x="221424" y="10299"/>
                  </a:lnTo>
                  <a:lnTo>
                    <a:pt x="225158" y="8915"/>
                  </a:lnTo>
                  <a:lnTo>
                    <a:pt x="234061" y="8915"/>
                  </a:lnTo>
                  <a:lnTo>
                    <a:pt x="245618" y="25514"/>
                  </a:lnTo>
                  <a:lnTo>
                    <a:pt x="245618" y="5067"/>
                  </a:lnTo>
                  <a:lnTo>
                    <a:pt x="239458" y="1282"/>
                  </a:lnTo>
                  <a:lnTo>
                    <a:pt x="239610" y="1282"/>
                  </a:lnTo>
                  <a:lnTo>
                    <a:pt x="234810" y="0"/>
                  </a:lnTo>
                  <a:lnTo>
                    <a:pt x="224269" y="0"/>
                  </a:lnTo>
                  <a:lnTo>
                    <a:pt x="219570" y="1282"/>
                  </a:lnTo>
                  <a:lnTo>
                    <a:pt x="203060" y="37096"/>
                  </a:lnTo>
                  <a:lnTo>
                    <a:pt x="204152" y="42532"/>
                  </a:lnTo>
                  <a:lnTo>
                    <a:pt x="224561" y="61709"/>
                  </a:lnTo>
                  <a:lnTo>
                    <a:pt x="236372" y="61709"/>
                  </a:lnTo>
                  <a:lnTo>
                    <a:pt x="241655" y="60020"/>
                  </a:lnTo>
                  <a:lnTo>
                    <a:pt x="250342" y="53263"/>
                  </a:lnTo>
                  <a:lnTo>
                    <a:pt x="250659" y="52793"/>
                  </a:lnTo>
                  <a:lnTo>
                    <a:pt x="253301" y="48933"/>
                  </a:lnTo>
                  <a:lnTo>
                    <a:pt x="254863" y="43662"/>
                  </a:lnTo>
                  <a:lnTo>
                    <a:pt x="244830" y="42887"/>
                  </a:lnTo>
                  <a:lnTo>
                    <a:pt x="243865" y="45859"/>
                  </a:lnTo>
                  <a:lnTo>
                    <a:pt x="242138" y="48247"/>
                  </a:lnTo>
                  <a:lnTo>
                    <a:pt x="237172" y="51892"/>
                  </a:lnTo>
                  <a:lnTo>
                    <a:pt x="233997" y="52793"/>
                  </a:lnTo>
                  <a:lnTo>
                    <a:pt x="225005" y="52793"/>
                  </a:lnTo>
                  <a:lnTo>
                    <a:pt x="220941" y="51206"/>
                  </a:lnTo>
                  <a:lnTo>
                    <a:pt x="214922" y="44818"/>
                  </a:lnTo>
                  <a:lnTo>
                    <a:pt x="213233" y="40068"/>
                  </a:lnTo>
                  <a:lnTo>
                    <a:pt x="212864" y="33756"/>
                  </a:lnTo>
                  <a:lnTo>
                    <a:pt x="255866" y="33756"/>
                  </a:lnTo>
                  <a:lnTo>
                    <a:pt x="255866" y="25514"/>
                  </a:lnTo>
                  <a:lnTo>
                    <a:pt x="255866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9" name="object 149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808789" y="4257588"/>
            <a:ext cx="588043" cy="90893"/>
          </a:xfrm>
          <a:prstGeom prst="rect">
            <a:avLst/>
          </a:prstGeom>
        </p:spPr>
      </p:pic>
      <p:sp>
        <p:nvSpPr>
          <p:cNvPr id="150" name="object 150"/>
          <p:cNvSpPr/>
          <p:nvPr/>
        </p:nvSpPr>
        <p:spPr>
          <a:xfrm>
            <a:off x="556950" y="5021056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1" name="object 151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556950" y="4480814"/>
            <a:ext cx="155946" cy="155943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810241" y="4518242"/>
            <a:ext cx="464143" cy="97844"/>
          </a:xfrm>
          <a:prstGeom prst="rect">
            <a:avLst/>
          </a:prstGeom>
        </p:spPr>
      </p:pic>
      <p:sp>
        <p:nvSpPr>
          <p:cNvPr id="153" name="object 153"/>
          <p:cNvSpPr/>
          <p:nvPr/>
        </p:nvSpPr>
        <p:spPr>
          <a:xfrm>
            <a:off x="1369275" y="4518253"/>
            <a:ext cx="1110615" cy="116839"/>
          </a:xfrm>
          <a:custGeom>
            <a:avLst/>
            <a:gdLst/>
            <a:ahLst/>
            <a:cxnLst/>
            <a:rect l="l" t="t" r="r" b="b"/>
            <a:pathLst>
              <a:path w="1110614" h="116839">
                <a:moveTo>
                  <a:pt x="65239" y="24587"/>
                </a:moveTo>
                <a:lnTo>
                  <a:pt x="38709" y="24587"/>
                </a:lnTo>
                <a:lnTo>
                  <a:pt x="38709" y="7772"/>
                </a:lnTo>
                <a:lnTo>
                  <a:pt x="20586" y="7772"/>
                </a:lnTo>
                <a:lnTo>
                  <a:pt x="20586" y="24587"/>
                </a:lnTo>
                <a:lnTo>
                  <a:pt x="0" y="24587"/>
                </a:lnTo>
                <a:lnTo>
                  <a:pt x="0" y="38976"/>
                </a:lnTo>
                <a:lnTo>
                  <a:pt x="20586" y="38976"/>
                </a:lnTo>
                <a:lnTo>
                  <a:pt x="20586" y="81445"/>
                </a:lnTo>
                <a:lnTo>
                  <a:pt x="22479" y="87083"/>
                </a:lnTo>
                <a:lnTo>
                  <a:pt x="30060" y="94399"/>
                </a:lnTo>
                <a:lnTo>
                  <a:pt x="35966" y="96240"/>
                </a:lnTo>
                <a:lnTo>
                  <a:pt x="65239" y="96240"/>
                </a:lnTo>
                <a:lnTo>
                  <a:pt x="65239" y="81851"/>
                </a:lnTo>
                <a:lnTo>
                  <a:pt x="45110" y="81851"/>
                </a:lnTo>
                <a:lnTo>
                  <a:pt x="42710" y="81051"/>
                </a:lnTo>
                <a:lnTo>
                  <a:pt x="39509" y="77825"/>
                </a:lnTo>
                <a:lnTo>
                  <a:pt x="38709" y="75361"/>
                </a:lnTo>
                <a:lnTo>
                  <a:pt x="38709" y="38976"/>
                </a:lnTo>
                <a:lnTo>
                  <a:pt x="65239" y="38976"/>
                </a:lnTo>
                <a:lnTo>
                  <a:pt x="65239" y="24587"/>
                </a:lnTo>
                <a:close/>
              </a:path>
              <a:path w="1110614" h="116839">
                <a:moveTo>
                  <a:pt x="148374" y="52793"/>
                </a:moveTo>
                <a:lnTo>
                  <a:pt x="146964" y="46164"/>
                </a:lnTo>
                <a:lnTo>
                  <a:pt x="143332" y="38976"/>
                </a:lnTo>
                <a:lnTo>
                  <a:pt x="141300" y="34950"/>
                </a:lnTo>
                <a:lnTo>
                  <a:pt x="137325" y="30619"/>
                </a:lnTo>
                <a:lnTo>
                  <a:pt x="129552" y="25971"/>
                </a:lnTo>
                <a:lnTo>
                  <a:pt x="129552" y="53479"/>
                </a:lnTo>
                <a:lnTo>
                  <a:pt x="129552" y="67259"/>
                </a:lnTo>
                <a:lnTo>
                  <a:pt x="128244" y="72567"/>
                </a:lnTo>
                <a:lnTo>
                  <a:pt x="123012" y="79997"/>
                </a:lnTo>
                <a:lnTo>
                  <a:pt x="119278" y="81851"/>
                </a:lnTo>
                <a:lnTo>
                  <a:pt x="109575" y="81851"/>
                </a:lnTo>
                <a:lnTo>
                  <a:pt x="105841" y="79997"/>
                </a:lnTo>
                <a:lnTo>
                  <a:pt x="100596" y="72567"/>
                </a:lnTo>
                <a:lnTo>
                  <a:pt x="99288" y="67259"/>
                </a:lnTo>
                <a:lnTo>
                  <a:pt x="99288" y="53479"/>
                </a:lnTo>
                <a:lnTo>
                  <a:pt x="100596" y="48196"/>
                </a:lnTo>
                <a:lnTo>
                  <a:pt x="105841" y="40817"/>
                </a:lnTo>
                <a:lnTo>
                  <a:pt x="109575" y="38976"/>
                </a:lnTo>
                <a:lnTo>
                  <a:pt x="119278" y="38976"/>
                </a:lnTo>
                <a:lnTo>
                  <a:pt x="123012" y="40817"/>
                </a:lnTo>
                <a:lnTo>
                  <a:pt x="128244" y="48196"/>
                </a:lnTo>
                <a:lnTo>
                  <a:pt x="129552" y="53479"/>
                </a:lnTo>
                <a:lnTo>
                  <a:pt x="129552" y="25971"/>
                </a:lnTo>
                <a:lnTo>
                  <a:pt x="127127" y="24511"/>
                </a:lnTo>
                <a:lnTo>
                  <a:pt x="121196" y="22987"/>
                </a:lnTo>
                <a:lnTo>
                  <a:pt x="107657" y="22987"/>
                </a:lnTo>
                <a:lnTo>
                  <a:pt x="80467" y="52793"/>
                </a:lnTo>
                <a:lnTo>
                  <a:pt x="80467" y="68008"/>
                </a:lnTo>
                <a:lnTo>
                  <a:pt x="107657" y="97840"/>
                </a:lnTo>
                <a:lnTo>
                  <a:pt x="121196" y="97840"/>
                </a:lnTo>
                <a:lnTo>
                  <a:pt x="127127" y="96316"/>
                </a:lnTo>
                <a:lnTo>
                  <a:pt x="137325" y="90195"/>
                </a:lnTo>
                <a:lnTo>
                  <a:pt x="141287" y="85864"/>
                </a:lnTo>
                <a:lnTo>
                  <a:pt x="143306" y="81851"/>
                </a:lnTo>
                <a:lnTo>
                  <a:pt x="146964" y="74612"/>
                </a:lnTo>
                <a:lnTo>
                  <a:pt x="148374" y="68008"/>
                </a:lnTo>
                <a:lnTo>
                  <a:pt x="148374" y="52793"/>
                </a:lnTo>
                <a:close/>
              </a:path>
              <a:path w="1110614" h="116839">
                <a:moveTo>
                  <a:pt x="229603" y="53086"/>
                </a:moveTo>
                <a:lnTo>
                  <a:pt x="210820" y="24003"/>
                </a:lnTo>
                <a:lnTo>
                  <a:pt x="210820" y="53086"/>
                </a:lnTo>
                <a:lnTo>
                  <a:pt x="210820" y="67741"/>
                </a:lnTo>
                <a:lnTo>
                  <a:pt x="209511" y="73139"/>
                </a:lnTo>
                <a:lnTo>
                  <a:pt x="204228" y="80111"/>
                </a:lnTo>
                <a:lnTo>
                  <a:pt x="200507" y="81851"/>
                </a:lnTo>
                <a:lnTo>
                  <a:pt x="192659" y="81851"/>
                </a:lnTo>
                <a:lnTo>
                  <a:pt x="189966" y="81089"/>
                </a:lnTo>
                <a:lnTo>
                  <a:pt x="188722" y="80276"/>
                </a:lnTo>
                <a:lnTo>
                  <a:pt x="185242" y="78016"/>
                </a:lnTo>
                <a:lnTo>
                  <a:pt x="183413" y="75666"/>
                </a:lnTo>
                <a:lnTo>
                  <a:pt x="180784" y="69316"/>
                </a:lnTo>
                <a:lnTo>
                  <a:pt x="180136" y="65290"/>
                </a:lnTo>
                <a:lnTo>
                  <a:pt x="180136" y="55524"/>
                </a:lnTo>
                <a:lnTo>
                  <a:pt x="180797" y="51498"/>
                </a:lnTo>
                <a:lnTo>
                  <a:pt x="183451" y="45161"/>
                </a:lnTo>
                <a:lnTo>
                  <a:pt x="185293" y="42799"/>
                </a:lnTo>
                <a:lnTo>
                  <a:pt x="187883" y="41109"/>
                </a:lnTo>
                <a:lnTo>
                  <a:pt x="189979" y="39738"/>
                </a:lnTo>
                <a:lnTo>
                  <a:pt x="192659" y="38976"/>
                </a:lnTo>
                <a:lnTo>
                  <a:pt x="200507" y="38976"/>
                </a:lnTo>
                <a:lnTo>
                  <a:pt x="204228" y="40716"/>
                </a:lnTo>
                <a:lnTo>
                  <a:pt x="209511" y="47675"/>
                </a:lnTo>
                <a:lnTo>
                  <a:pt x="210820" y="53086"/>
                </a:lnTo>
                <a:lnTo>
                  <a:pt x="210820" y="24003"/>
                </a:lnTo>
                <a:lnTo>
                  <a:pt x="207594" y="22987"/>
                </a:lnTo>
                <a:lnTo>
                  <a:pt x="195491" y="22987"/>
                </a:lnTo>
                <a:lnTo>
                  <a:pt x="190157" y="24638"/>
                </a:lnTo>
                <a:lnTo>
                  <a:pt x="190487" y="24638"/>
                </a:lnTo>
                <a:lnTo>
                  <a:pt x="182994" y="30441"/>
                </a:lnTo>
                <a:lnTo>
                  <a:pt x="180149" y="34734"/>
                </a:lnTo>
                <a:lnTo>
                  <a:pt x="179832" y="35750"/>
                </a:lnTo>
                <a:lnTo>
                  <a:pt x="178320" y="40309"/>
                </a:lnTo>
                <a:lnTo>
                  <a:pt x="179819" y="35750"/>
                </a:lnTo>
                <a:lnTo>
                  <a:pt x="179489" y="24638"/>
                </a:lnTo>
                <a:lnTo>
                  <a:pt x="162013" y="24638"/>
                </a:lnTo>
                <a:lnTo>
                  <a:pt x="162013" y="116281"/>
                </a:lnTo>
                <a:lnTo>
                  <a:pt x="180136" y="116281"/>
                </a:lnTo>
                <a:lnTo>
                  <a:pt x="180136" y="86677"/>
                </a:lnTo>
                <a:lnTo>
                  <a:pt x="181203" y="88506"/>
                </a:lnTo>
                <a:lnTo>
                  <a:pt x="185458" y="93167"/>
                </a:lnTo>
                <a:lnTo>
                  <a:pt x="188036" y="94919"/>
                </a:lnTo>
                <a:lnTo>
                  <a:pt x="194094" y="97256"/>
                </a:lnTo>
                <a:lnTo>
                  <a:pt x="197497" y="97840"/>
                </a:lnTo>
                <a:lnTo>
                  <a:pt x="207594" y="97840"/>
                </a:lnTo>
                <a:lnTo>
                  <a:pt x="225615" y="81851"/>
                </a:lnTo>
                <a:lnTo>
                  <a:pt x="228600" y="73723"/>
                </a:lnTo>
                <a:lnTo>
                  <a:pt x="229590" y="67741"/>
                </a:lnTo>
                <a:lnTo>
                  <a:pt x="229603" y="53086"/>
                </a:lnTo>
                <a:close/>
              </a:path>
              <a:path w="1110614" h="116839">
                <a:moveTo>
                  <a:pt x="305841" y="96240"/>
                </a:moveTo>
                <a:lnTo>
                  <a:pt x="243814" y="96240"/>
                </a:lnTo>
                <a:lnTo>
                  <a:pt x="243814" y="112433"/>
                </a:lnTo>
                <a:lnTo>
                  <a:pt x="305841" y="112433"/>
                </a:lnTo>
                <a:lnTo>
                  <a:pt x="305841" y="96240"/>
                </a:lnTo>
                <a:close/>
              </a:path>
              <a:path w="1110614" h="116839">
                <a:moveTo>
                  <a:pt x="391058" y="96240"/>
                </a:moveTo>
                <a:lnTo>
                  <a:pt x="362673" y="55219"/>
                </a:lnTo>
                <a:lnTo>
                  <a:pt x="389890" y="24587"/>
                </a:lnTo>
                <a:lnTo>
                  <a:pt x="368338" y="24587"/>
                </a:lnTo>
                <a:lnTo>
                  <a:pt x="341071" y="55867"/>
                </a:lnTo>
                <a:lnTo>
                  <a:pt x="341071" y="1333"/>
                </a:lnTo>
                <a:lnTo>
                  <a:pt x="322948" y="1333"/>
                </a:lnTo>
                <a:lnTo>
                  <a:pt x="322948" y="96240"/>
                </a:lnTo>
                <a:lnTo>
                  <a:pt x="341071" y="96240"/>
                </a:lnTo>
                <a:lnTo>
                  <a:pt x="341071" y="77470"/>
                </a:lnTo>
                <a:lnTo>
                  <a:pt x="350799" y="66929"/>
                </a:lnTo>
                <a:lnTo>
                  <a:pt x="370370" y="96240"/>
                </a:lnTo>
                <a:lnTo>
                  <a:pt x="391058" y="96240"/>
                </a:lnTo>
                <a:close/>
              </a:path>
              <a:path w="1110614" h="116839">
                <a:moveTo>
                  <a:pt x="466229" y="96240"/>
                </a:moveTo>
                <a:lnTo>
                  <a:pt x="404215" y="96240"/>
                </a:lnTo>
                <a:lnTo>
                  <a:pt x="404215" y="112433"/>
                </a:lnTo>
                <a:lnTo>
                  <a:pt x="466229" y="112433"/>
                </a:lnTo>
                <a:lnTo>
                  <a:pt x="466229" y="96240"/>
                </a:lnTo>
                <a:close/>
              </a:path>
              <a:path w="1110614" h="116839">
                <a:moveTo>
                  <a:pt x="549910" y="24587"/>
                </a:moveTo>
                <a:lnTo>
                  <a:pt x="527989" y="24587"/>
                </a:lnTo>
                <a:lnTo>
                  <a:pt x="523621" y="26314"/>
                </a:lnTo>
                <a:lnTo>
                  <a:pt x="517829" y="33185"/>
                </a:lnTo>
                <a:lnTo>
                  <a:pt x="516978" y="35687"/>
                </a:lnTo>
                <a:lnTo>
                  <a:pt x="516978" y="44564"/>
                </a:lnTo>
                <a:lnTo>
                  <a:pt x="516636" y="39979"/>
                </a:lnTo>
                <a:lnTo>
                  <a:pt x="516953" y="44056"/>
                </a:lnTo>
                <a:lnTo>
                  <a:pt x="516978" y="44564"/>
                </a:lnTo>
                <a:lnTo>
                  <a:pt x="516978" y="35687"/>
                </a:lnTo>
                <a:lnTo>
                  <a:pt x="516432" y="37274"/>
                </a:lnTo>
                <a:lnTo>
                  <a:pt x="515975" y="31242"/>
                </a:lnTo>
                <a:lnTo>
                  <a:pt x="515480" y="24587"/>
                </a:lnTo>
                <a:lnTo>
                  <a:pt x="484949" y="24587"/>
                </a:lnTo>
                <a:lnTo>
                  <a:pt x="484949" y="38976"/>
                </a:lnTo>
                <a:lnTo>
                  <a:pt x="502107" y="38976"/>
                </a:lnTo>
                <a:lnTo>
                  <a:pt x="502107" y="81851"/>
                </a:lnTo>
                <a:lnTo>
                  <a:pt x="484949" y="81851"/>
                </a:lnTo>
                <a:lnTo>
                  <a:pt x="484949" y="96240"/>
                </a:lnTo>
                <a:lnTo>
                  <a:pt x="542048" y="96240"/>
                </a:lnTo>
                <a:lnTo>
                  <a:pt x="542048" y="89522"/>
                </a:lnTo>
                <a:lnTo>
                  <a:pt x="542048" y="81851"/>
                </a:lnTo>
                <a:lnTo>
                  <a:pt x="520230" y="81851"/>
                </a:lnTo>
                <a:lnTo>
                  <a:pt x="520230" y="51574"/>
                </a:lnTo>
                <a:lnTo>
                  <a:pt x="520776" y="48666"/>
                </a:lnTo>
                <a:lnTo>
                  <a:pt x="521970" y="46139"/>
                </a:lnTo>
                <a:lnTo>
                  <a:pt x="522947" y="44056"/>
                </a:lnTo>
                <a:lnTo>
                  <a:pt x="524598" y="42316"/>
                </a:lnTo>
                <a:lnTo>
                  <a:pt x="528993" y="39979"/>
                </a:lnTo>
                <a:lnTo>
                  <a:pt x="531787" y="39395"/>
                </a:lnTo>
                <a:lnTo>
                  <a:pt x="549910" y="39395"/>
                </a:lnTo>
                <a:lnTo>
                  <a:pt x="549910" y="24587"/>
                </a:lnTo>
                <a:close/>
              </a:path>
              <a:path w="1110614" h="116839">
                <a:moveTo>
                  <a:pt x="629310" y="65328"/>
                </a:moveTo>
                <a:lnTo>
                  <a:pt x="629272" y="52984"/>
                </a:lnTo>
                <a:lnTo>
                  <a:pt x="627875" y="46456"/>
                </a:lnTo>
                <a:lnTo>
                  <a:pt x="624090" y="38976"/>
                </a:lnTo>
                <a:lnTo>
                  <a:pt x="622211" y="35255"/>
                </a:lnTo>
                <a:lnTo>
                  <a:pt x="618299" y="30873"/>
                </a:lnTo>
                <a:lnTo>
                  <a:pt x="609879" y="25641"/>
                </a:lnTo>
                <a:lnTo>
                  <a:pt x="609879" y="52984"/>
                </a:lnTo>
                <a:lnTo>
                  <a:pt x="580834" y="52984"/>
                </a:lnTo>
                <a:lnTo>
                  <a:pt x="581494" y="48387"/>
                </a:lnTo>
                <a:lnTo>
                  <a:pt x="583107" y="44919"/>
                </a:lnTo>
                <a:lnTo>
                  <a:pt x="588225" y="40157"/>
                </a:lnTo>
                <a:lnTo>
                  <a:pt x="591527" y="38976"/>
                </a:lnTo>
                <a:lnTo>
                  <a:pt x="599541" y="38976"/>
                </a:lnTo>
                <a:lnTo>
                  <a:pt x="609879" y="52984"/>
                </a:lnTo>
                <a:lnTo>
                  <a:pt x="609879" y="25641"/>
                </a:lnTo>
                <a:lnTo>
                  <a:pt x="608152" y="24561"/>
                </a:lnTo>
                <a:lnTo>
                  <a:pt x="602310" y="22987"/>
                </a:lnTo>
                <a:lnTo>
                  <a:pt x="589013" y="22987"/>
                </a:lnTo>
                <a:lnTo>
                  <a:pt x="561936" y="52984"/>
                </a:lnTo>
                <a:lnTo>
                  <a:pt x="561936" y="68008"/>
                </a:lnTo>
                <a:lnTo>
                  <a:pt x="589254" y="97840"/>
                </a:lnTo>
                <a:lnTo>
                  <a:pt x="604012" y="97840"/>
                </a:lnTo>
                <a:lnTo>
                  <a:pt x="627773" y="74612"/>
                </a:lnTo>
                <a:lnTo>
                  <a:pt x="627862" y="74345"/>
                </a:lnTo>
                <a:lnTo>
                  <a:pt x="609663" y="73088"/>
                </a:lnTo>
                <a:lnTo>
                  <a:pt x="608761" y="75742"/>
                </a:lnTo>
                <a:lnTo>
                  <a:pt x="607161" y="77863"/>
                </a:lnTo>
                <a:lnTo>
                  <a:pt x="602526" y="81051"/>
                </a:lnTo>
                <a:lnTo>
                  <a:pt x="599694" y="81851"/>
                </a:lnTo>
                <a:lnTo>
                  <a:pt x="591908" y="81851"/>
                </a:lnTo>
                <a:lnTo>
                  <a:pt x="588289" y="80429"/>
                </a:lnTo>
                <a:lnTo>
                  <a:pt x="582663" y="74739"/>
                </a:lnTo>
                <a:lnTo>
                  <a:pt x="581037" y="70662"/>
                </a:lnTo>
                <a:lnTo>
                  <a:pt x="580593" y="65328"/>
                </a:lnTo>
                <a:lnTo>
                  <a:pt x="629310" y="65328"/>
                </a:lnTo>
                <a:close/>
              </a:path>
              <a:path w="1110614" h="116839">
                <a:moveTo>
                  <a:pt x="706831" y="24587"/>
                </a:moveTo>
                <a:lnTo>
                  <a:pt x="680313" y="24587"/>
                </a:lnTo>
                <a:lnTo>
                  <a:pt x="680313" y="7772"/>
                </a:lnTo>
                <a:lnTo>
                  <a:pt x="662190" y="7772"/>
                </a:lnTo>
                <a:lnTo>
                  <a:pt x="662190" y="24587"/>
                </a:lnTo>
                <a:lnTo>
                  <a:pt x="641604" y="24587"/>
                </a:lnTo>
                <a:lnTo>
                  <a:pt x="641604" y="38976"/>
                </a:lnTo>
                <a:lnTo>
                  <a:pt x="662190" y="38976"/>
                </a:lnTo>
                <a:lnTo>
                  <a:pt x="662190" y="81445"/>
                </a:lnTo>
                <a:lnTo>
                  <a:pt x="664083" y="87083"/>
                </a:lnTo>
                <a:lnTo>
                  <a:pt x="671652" y="94399"/>
                </a:lnTo>
                <a:lnTo>
                  <a:pt x="677570" y="96240"/>
                </a:lnTo>
                <a:lnTo>
                  <a:pt x="706831" y="96240"/>
                </a:lnTo>
                <a:lnTo>
                  <a:pt x="706831" y="81851"/>
                </a:lnTo>
                <a:lnTo>
                  <a:pt x="686714" y="81851"/>
                </a:lnTo>
                <a:lnTo>
                  <a:pt x="684301" y="81051"/>
                </a:lnTo>
                <a:lnTo>
                  <a:pt x="681113" y="77825"/>
                </a:lnTo>
                <a:lnTo>
                  <a:pt x="680313" y="75361"/>
                </a:lnTo>
                <a:lnTo>
                  <a:pt x="680313" y="38976"/>
                </a:lnTo>
                <a:lnTo>
                  <a:pt x="706831" y="38976"/>
                </a:lnTo>
                <a:lnTo>
                  <a:pt x="706831" y="24587"/>
                </a:lnTo>
                <a:close/>
              </a:path>
              <a:path w="1110614" h="116839">
                <a:moveTo>
                  <a:pt x="790511" y="24587"/>
                </a:moveTo>
                <a:lnTo>
                  <a:pt x="768591" y="24587"/>
                </a:lnTo>
                <a:lnTo>
                  <a:pt x="764222" y="26314"/>
                </a:lnTo>
                <a:lnTo>
                  <a:pt x="758431" y="33185"/>
                </a:lnTo>
                <a:lnTo>
                  <a:pt x="757034" y="37274"/>
                </a:lnTo>
                <a:lnTo>
                  <a:pt x="756577" y="31242"/>
                </a:lnTo>
                <a:lnTo>
                  <a:pt x="756081" y="24587"/>
                </a:lnTo>
                <a:lnTo>
                  <a:pt x="725551" y="24587"/>
                </a:lnTo>
                <a:lnTo>
                  <a:pt x="725551" y="38976"/>
                </a:lnTo>
                <a:lnTo>
                  <a:pt x="742708" y="38976"/>
                </a:lnTo>
                <a:lnTo>
                  <a:pt x="742708" y="81851"/>
                </a:lnTo>
                <a:lnTo>
                  <a:pt x="725551" y="81851"/>
                </a:lnTo>
                <a:lnTo>
                  <a:pt x="725551" y="96240"/>
                </a:lnTo>
                <a:lnTo>
                  <a:pt x="782650" y="96240"/>
                </a:lnTo>
                <a:lnTo>
                  <a:pt x="782650" y="89522"/>
                </a:lnTo>
                <a:lnTo>
                  <a:pt x="782650" y="81851"/>
                </a:lnTo>
                <a:lnTo>
                  <a:pt x="760831" y="81851"/>
                </a:lnTo>
                <a:lnTo>
                  <a:pt x="760831" y="51574"/>
                </a:lnTo>
                <a:lnTo>
                  <a:pt x="761377" y="48666"/>
                </a:lnTo>
                <a:lnTo>
                  <a:pt x="762571" y="46139"/>
                </a:lnTo>
                <a:lnTo>
                  <a:pt x="763549" y="44056"/>
                </a:lnTo>
                <a:lnTo>
                  <a:pt x="765200" y="42316"/>
                </a:lnTo>
                <a:lnTo>
                  <a:pt x="769594" y="39979"/>
                </a:lnTo>
                <a:lnTo>
                  <a:pt x="772388" y="39395"/>
                </a:lnTo>
                <a:lnTo>
                  <a:pt x="790511" y="39395"/>
                </a:lnTo>
                <a:lnTo>
                  <a:pt x="790511" y="24587"/>
                </a:lnTo>
                <a:close/>
              </a:path>
              <a:path w="1110614" h="116839">
                <a:moveTo>
                  <a:pt x="849718" y="0"/>
                </a:moveTo>
                <a:lnTo>
                  <a:pt x="831278" y="0"/>
                </a:lnTo>
                <a:lnTo>
                  <a:pt x="831278" y="15760"/>
                </a:lnTo>
                <a:lnTo>
                  <a:pt x="849718" y="15760"/>
                </a:lnTo>
                <a:lnTo>
                  <a:pt x="849718" y="0"/>
                </a:lnTo>
                <a:close/>
              </a:path>
              <a:path w="1110614" h="116839">
                <a:moveTo>
                  <a:pt x="872578" y="81800"/>
                </a:moveTo>
                <a:lnTo>
                  <a:pt x="849985" y="81800"/>
                </a:lnTo>
                <a:lnTo>
                  <a:pt x="849985" y="39027"/>
                </a:lnTo>
                <a:lnTo>
                  <a:pt x="849985" y="31267"/>
                </a:lnTo>
                <a:lnTo>
                  <a:pt x="849985" y="24587"/>
                </a:lnTo>
                <a:lnTo>
                  <a:pt x="806551" y="24587"/>
                </a:lnTo>
                <a:lnTo>
                  <a:pt x="806551" y="39027"/>
                </a:lnTo>
                <a:lnTo>
                  <a:pt x="831811" y="39027"/>
                </a:lnTo>
                <a:lnTo>
                  <a:pt x="831811" y="81800"/>
                </a:lnTo>
                <a:lnTo>
                  <a:pt x="805205" y="81800"/>
                </a:lnTo>
                <a:lnTo>
                  <a:pt x="805205" y="96240"/>
                </a:lnTo>
                <a:lnTo>
                  <a:pt x="872578" y="96240"/>
                </a:lnTo>
                <a:lnTo>
                  <a:pt x="872578" y="81800"/>
                </a:lnTo>
                <a:close/>
              </a:path>
              <a:path w="1110614" h="116839">
                <a:moveTo>
                  <a:pt x="950099" y="65328"/>
                </a:moveTo>
                <a:lnTo>
                  <a:pt x="950074" y="52984"/>
                </a:lnTo>
                <a:lnTo>
                  <a:pt x="948677" y="46456"/>
                </a:lnTo>
                <a:lnTo>
                  <a:pt x="944892" y="38976"/>
                </a:lnTo>
                <a:lnTo>
                  <a:pt x="943013" y="35255"/>
                </a:lnTo>
                <a:lnTo>
                  <a:pt x="939101" y="30873"/>
                </a:lnTo>
                <a:lnTo>
                  <a:pt x="930668" y="25628"/>
                </a:lnTo>
                <a:lnTo>
                  <a:pt x="930668" y="52984"/>
                </a:lnTo>
                <a:lnTo>
                  <a:pt x="901636" y="52984"/>
                </a:lnTo>
                <a:lnTo>
                  <a:pt x="902296" y="48387"/>
                </a:lnTo>
                <a:lnTo>
                  <a:pt x="903909" y="44919"/>
                </a:lnTo>
                <a:lnTo>
                  <a:pt x="909015" y="40157"/>
                </a:lnTo>
                <a:lnTo>
                  <a:pt x="912317" y="38976"/>
                </a:lnTo>
                <a:lnTo>
                  <a:pt x="920343" y="38976"/>
                </a:lnTo>
                <a:lnTo>
                  <a:pt x="930668" y="52984"/>
                </a:lnTo>
                <a:lnTo>
                  <a:pt x="930668" y="25628"/>
                </a:lnTo>
                <a:lnTo>
                  <a:pt x="928954" y="24561"/>
                </a:lnTo>
                <a:lnTo>
                  <a:pt x="923099" y="22987"/>
                </a:lnTo>
                <a:lnTo>
                  <a:pt x="909815" y="22987"/>
                </a:lnTo>
                <a:lnTo>
                  <a:pt x="882738" y="52984"/>
                </a:lnTo>
                <a:lnTo>
                  <a:pt x="882738" y="68008"/>
                </a:lnTo>
                <a:lnTo>
                  <a:pt x="910056" y="97840"/>
                </a:lnTo>
                <a:lnTo>
                  <a:pt x="924814" y="97840"/>
                </a:lnTo>
                <a:lnTo>
                  <a:pt x="948575" y="74612"/>
                </a:lnTo>
                <a:lnTo>
                  <a:pt x="948664" y="74345"/>
                </a:lnTo>
                <a:lnTo>
                  <a:pt x="930452" y="73088"/>
                </a:lnTo>
                <a:lnTo>
                  <a:pt x="929563" y="75742"/>
                </a:lnTo>
                <a:lnTo>
                  <a:pt x="927963" y="77863"/>
                </a:lnTo>
                <a:lnTo>
                  <a:pt x="923328" y="81051"/>
                </a:lnTo>
                <a:lnTo>
                  <a:pt x="920496" y="81851"/>
                </a:lnTo>
                <a:lnTo>
                  <a:pt x="912710" y="81851"/>
                </a:lnTo>
                <a:lnTo>
                  <a:pt x="909078" y="80429"/>
                </a:lnTo>
                <a:lnTo>
                  <a:pt x="903465" y="74739"/>
                </a:lnTo>
                <a:lnTo>
                  <a:pt x="901839" y="70662"/>
                </a:lnTo>
                <a:lnTo>
                  <a:pt x="901395" y="65328"/>
                </a:lnTo>
                <a:lnTo>
                  <a:pt x="950099" y="65328"/>
                </a:lnTo>
                <a:close/>
              </a:path>
              <a:path w="1110614" h="116839">
                <a:moveTo>
                  <a:pt x="1031963" y="24587"/>
                </a:moveTo>
                <a:lnTo>
                  <a:pt x="1012761" y="24587"/>
                </a:lnTo>
                <a:lnTo>
                  <a:pt x="996619" y="76403"/>
                </a:lnTo>
                <a:lnTo>
                  <a:pt x="980478" y="24587"/>
                </a:lnTo>
                <a:lnTo>
                  <a:pt x="961275" y="24587"/>
                </a:lnTo>
                <a:lnTo>
                  <a:pt x="985608" y="96240"/>
                </a:lnTo>
                <a:lnTo>
                  <a:pt x="1007630" y="96240"/>
                </a:lnTo>
                <a:lnTo>
                  <a:pt x="1031963" y="24587"/>
                </a:lnTo>
                <a:close/>
              </a:path>
              <a:path w="1110614" h="116839">
                <a:moveTo>
                  <a:pt x="1110500" y="65328"/>
                </a:moveTo>
                <a:lnTo>
                  <a:pt x="1091069" y="25628"/>
                </a:lnTo>
                <a:lnTo>
                  <a:pt x="1091069" y="52984"/>
                </a:lnTo>
                <a:lnTo>
                  <a:pt x="1062037" y="52984"/>
                </a:lnTo>
                <a:lnTo>
                  <a:pt x="1062697" y="48387"/>
                </a:lnTo>
                <a:lnTo>
                  <a:pt x="1064310" y="44919"/>
                </a:lnTo>
                <a:lnTo>
                  <a:pt x="1069416" y="40157"/>
                </a:lnTo>
                <a:lnTo>
                  <a:pt x="1072718" y="38976"/>
                </a:lnTo>
                <a:lnTo>
                  <a:pt x="1080744" y="38976"/>
                </a:lnTo>
                <a:lnTo>
                  <a:pt x="1091069" y="52984"/>
                </a:lnTo>
                <a:lnTo>
                  <a:pt x="1091069" y="25628"/>
                </a:lnTo>
                <a:lnTo>
                  <a:pt x="1089355" y="24561"/>
                </a:lnTo>
                <a:lnTo>
                  <a:pt x="1083500" y="22987"/>
                </a:lnTo>
                <a:lnTo>
                  <a:pt x="1070203" y="22987"/>
                </a:lnTo>
                <a:lnTo>
                  <a:pt x="1043139" y="52984"/>
                </a:lnTo>
                <a:lnTo>
                  <a:pt x="1043139" y="68008"/>
                </a:lnTo>
                <a:lnTo>
                  <a:pt x="1070457" y="97840"/>
                </a:lnTo>
                <a:lnTo>
                  <a:pt x="1085215" y="97840"/>
                </a:lnTo>
                <a:lnTo>
                  <a:pt x="1091946" y="95796"/>
                </a:lnTo>
                <a:lnTo>
                  <a:pt x="1102753" y="87630"/>
                </a:lnTo>
                <a:lnTo>
                  <a:pt x="1106652" y="81851"/>
                </a:lnTo>
                <a:lnTo>
                  <a:pt x="1108925" y="74739"/>
                </a:lnTo>
                <a:lnTo>
                  <a:pt x="1108976" y="74612"/>
                </a:lnTo>
                <a:lnTo>
                  <a:pt x="1109065" y="74345"/>
                </a:lnTo>
                <a:lnTo>
                  <a:pt x="1090853" y="73088"/>
                </a:lnTo>
                <a:lnTo>
                  <a:pt x="1089964" y="75742"/>
                </a:lnTo>
                <a:lnTo>
                  <a:pt x="1088364" y="77863"/>
                </a:lnTo>
                <a:lnTo>
                  <a:pt x="1083729" y="81051"/>
                </a:lnTo>
                <a:lnTo>
                  <a:pt x="1080897" y="81851"/>
                </a:lnTo>
                <a:lnTo>
                  <a:pt x="1073099" y="81851"/>
                </a:lnTo>
                <a:lnTo>
                  <a:pt x="1069479" y="80429"/>
                </a:lnTo>
                <a:lnTo>
                  <a:pt x="1063866" y="74739"/>
                </a:lnTo>
                <a:lnTo>
                  <a:pt x="1062240" y="70662"/>
                </a:lnTo>
                <a:lnTo>
                  <a:pt x="1061796" y="65328"/>
                </a:lnTo>
                <a:lnTo>
                  <a:pt x="1110500" y="65328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4" name="object 154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2572282" y="4517439"/>
            <a:ext cx="148638" cy="99181"/>
          </a:xfrm>
          <a:prstGeom prst="rect">
            <a:avLst/>
          </a:prstGeom>
        </p:spPr>
      </p:pic>
      <p:pic>
        <p:nvPicPr>
          <p:cNvPr id="155" name="object 155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2813156" y="4517439"/>
            <a:ext cx="148638" cy="99181"/>
          </a:xfrm>
          <a:prstGeom prst="rect">
            <a:avLst/>
          </a:prstGeom>
        </p:spPr>
      </p:pic>
      <p:sp>
        <p:nvSpPr>
          <p:cNvPr id="156" name="object 156"/>
          <p:cNvSpPr/>
          <p:nvPr/>
        </p:nvSpPr>
        <p:spPr>
          <a:xfrm>
            <a:off x="3066046" y="4514240"/>
            <a:ext cx="685800" cy="120650"/>
          </a:xfrm>
          <a:custGeom>
            <a:avLst/>
            <a:gdLst/>
            <a:ahLst/>
            <a:cxnLst/>
            <a:rect l="l" t="t" r="r" b="b"/>
            <a:pathLst>
              <a:path w="685800" h="120650">
                <a:moveTo>
                  <a:pt x="43840" y="0"/>
                </a:moveTo>
                <a:lnTo>
                  <a:pt x="25552" y="0"/>
                </a:lnTo>
                <a:lnTo>
                  <a:pt x="18923" y="6248"/>
                </a:lnTo>
                <a:lnTo>
                  <a:pt x="749" y="44577"/>
                </a:lnTo>
                <a:lnTo>
                  <a:pt x="0" y="51015"/>
                </a:lnTo>
                <a:lnTo>
                  <a:pt x="0" y="63931"/>
                </a:lnTo>
                <a:lnTo>
                  <a:pt x="13754" y="102387"/>
                </a:lnTo>
                <a:lnTo>
                  <a:pt x="25552" y="114947"/>
                </a:lnTo>
                <a:lnTo>
                  <a:pt x="43840" y="114947"/>
                </a:lnTo>
                <a:lnTo>
                  <a:pt x="37642" y="108534"/>
                </a:lnTo>
                <a:lnTo>
                  <a:pt x="32791" y="102146"/>
                </a:lnTo>
                <a:lnTo>
                  <a:pt x="25781" y="89395"/>
                </a:lnTo>
                <a:lnTo>
                  <a:pt x="23317" y="83032"/>
                </a:lnTo>
                <a:lnTo>
                  <a:pt x="20447" y="70281"/>
                </a:lnTo>
                <a:lnTo>
                  <a:pt x="19723" y="63893"/>
                </a:lnTo>
                <a:lnTo>
                  <a:pt x="19723" y="51054"/>
                </a:lnTo>
                <a:lnTo>
                  <a:pt x="32791" y="12700"/>
                </a:lnTo>
                <a:lnTo>
                  <a:pt x="37642" y="6324"/>
                </a:lnTo>
                <a:lnTo>
                  <a:pt x="43840" y="0"/>
                </a:lnTo>
                <a:close/>
              </a:path>
              <a:path w="685800" h="120650">
                <a:moveTo>
                  <a:pt x="135966" y="73672"/>
                </a:moveTo>
                <a:lnTo>
                  <a:pt x="117944" y="72707"/>
                </a:lnTo>
                <a:lnTo>
                  <a:pt x="117094" y="76987"/>
                </a:lnTo>
                <a:lnTo>
                  <a:pt x="115392" y="80251"/>
                </a:lnTo>
                <a:lnTo>
                  <a:pt x="110312" y="84747"/>
                </a:lnTo>
                <a:lnTo>
                  <a:pt x="107200" y="85864"/>
                </a:lnTo>
                <a:lnTo>
                  <a:pt x="98552" y="85864"/>
                </a:lnTo>
                <a:lnTo>
                  <a:pt x="94665" y="83959"/>
                </a:lnTo>
                <a:lnTo>
                  <a:pt x="89039" y="76301"/>
                </a:lnTo>
                <a:lnTo>
                  <a:pt x="87630" y="71069"/>
                </a:lnTo>
                <a:lnTo>
                  <a:pt x="87630" y="57772"/>
                </a:lnTo>
                <a:lnTo>
                  <a:pt x="89039" y="52539"/>
                </a:lnTo>
                <a:lnTo>
                  <a:pt x="94665" y="44894"/>
                </a:lnTo>
                <a:lnTo>
                  <a:pt x="98552" y="42989"/>
                </a:lnTo>
                <a:lnTo>
                  <a:pt x="107149" y="42989"/>
                </a:lnTo>
                <a:lnTo>
                  <a:pt x="110197" y="44056"/>
                </a:lnTo>
                <a:lnTo>
                  <a:pt x="115138" y="48336"/>
                </a:lnTo>
                <a:lnTo>
                  <a:pt x="116827" y="51409"/>
                </a:lnTo>
                <a:lnTo>
                  <a:pt x="117729" y="55448"/>
                </a:lnTo>
                <a:lnTo>
                  <a:pt x="135750" y="54483"/>
                </a:lnTo>
                <a:lnTo>
                  <a:pt x="108978" y="27000"/>
                </a:lnTo>
                <a:lnTo>
                  <a:pt x="96545" y="27000"/>
                </a:lnTo>
                <a:lnTo>
                  <a:pt x="68808" y="56997"/>
                </a:lnTo>
                <a:lnTo>
                  <a:pt x="68808" y="71856"/>
                </a:lnTo>
                <a:lnTo>
                  <a:pt x="96545" y="101854"/>
                </a:lnTo>
                <a:lnTo>
                  <a:pt x="103352" y="101854"/>
                </a:lnTo>
                <a:lnTo>
                  <a:pt x="109042" y="101854"/>
                </a:lnTo>
                <a:lnTo>
                  <a:pt x="135204" y="79311"/>
                </a:lnTo>
                <a:lnTo>
                  <a:pt x="135966" y="73672"/>
                </a:lnTo>
                <a:close/>
              </a:path>
              <a:path w="685800" h="120650">
                <a:moveTo>
                  <a:pt x="216268" y="56807"/>
                </a:moveTo>
                <a:lnTo>
                  <a:pt x="214858" y="50177"/>
                </a:lnTo>
                <a:lnTo>
                  <a:pt x="211226" y="42989"/>
                </a:lnTo>
                <a:lnTo>
                  <a:pt x="209194" y="38963"/>
                </a:lnTo>
                <a:lnTo>
                  <a:pt x="205219" y="34632"/>
                </a:lnTo>
                <a:lnTo>
                  <a:pt x="197446" y="29972"/>
                </a:lnTo>
                <a:lnTo>
                  <a:pt x="197446" y="57492"/>
                </a:lnTo>
                <a:lnTo>
                  <a:pt x="197446" y="71272"/>
                </a:lnTo>
                <a:lnTo>
                  <a:pt x="196138" y="76581"/>
                </a:lnTo>
                <a:lnTo>
                  <a:pt x="190906" y="84010"/>
                </a:lnTo>
                <a:lnTo>
                  <a:pt x="187172" y="85864"/>
                </a:lnTo>
                <a:lnTo>
                  <a:pt x="177469" y="85864"/>
                </a:lnTo>
                <a:lnTo>
                  <a:pt x="173736" y="84010"/>
                </a:lnTo>
                <a:lnTo>
                  <a:pt x="168503" y="76581"/>
                </a:lnTo>
                <a:lnTo>
                  <a:pt x="167195" y="71272"/>
                </a:lnTo>
                <a:lnTo>
                  <a:pt x="167195" y="57492"/>
                </a:lnTo>
                <a:lnTo>
                  <a:pt x="168503" y="52209"/>
                </a:lnTo>
                <a:lnTo>
                  <a:pt x="173736" y="44831"/>
                </a:lnTo>
                <a:lnTo>
                  <a:pt x="177469" y="42989"/>
                </a:lnTo>
                <a:lnTo>
                  <a:pt x="187172" y="42989"/>
                </a:lnTo>
                <a:lnTo>
                  <a:pt x="190906" y="44831"/>
                </a:lnTo>
                <a:lnTo>
                  <a:pt x="196138" y="52209"/>
                </a:lnTo>
                <a:lnTo>
                  <a:pt x="197446" y="57492"/>
                </a:lnTo>
                <a:lnTo>
                  <a:pt x="197446" y="29972"/>
                </a:lnTo>
                <a:lnTo>
                  <a:pt x="195033" y="28524"/>
                </a:lnTo>
                <a:lnTo>
                  <a:pt x="189090" y="27000"/>
                </a:lnTo>
                <a:lnTo>
                  <a:pt x="175552" y="27000"/>
                </a:lnTo>
                <a:lnTo>
                  <a:pt x="148374" y="56807"/>
                </a:lnTo>
                <a:lnTo>
                  <a:pt x="148374" y="72021"/>
                </a:lnTo>
                <a:lnTo>
                  <a:pt x="175552" y="101854"/>
                </a:lnTo>
                <a:lnTo>
                  <a:pt x="189090" y="101854"/>
                </a:lnTo>
                <a:lnTo>
                  <a:pt x="195033" y="100330"/>
                </a:lnTo>
                <a:lnTo>
                  <a:pt x="205219" y="94208"/>
                </a:lnTo>
                <a:lnTo>
                  <a:pt x="209194" y="89877"/>
                </a:lnTo>
                <a:lnTo>
                  <a:pt x="211213" y="85864"/>
                </a:lnTo>
                <a:lnTo>
                  <a:pt x="214858" y="78625"/>
                </a:lnTo>
                <a:lnTo>
                  <a:pt x="216268" y="72021"/>
                </a:lnTo>
                <a:lnTo>
                  <a:pt x="216268" y="56807"/>
                </a:lnTo>
                <a:close/>
              </a:path>
              <a:path w="685800" h="120650">
                <a:moveTo>
                  <a:pt x="297865" y="28600"/>
                </a:moveTo>
                <a:lnTo>
                  <a:pt x="278663" y="28600"/>
                </a:lnTo>
                <a:lnTo>
                  <a:pt x="262521" y="80416"/>
                </a:lnTo>
                <a:lnTo>
                  <a:pt x="246380" y="28600"/>
                </a:lnTo>
                <a:lnTo>
                  <a:pt x="227177" y="28600"/>
                </a:lnTo>
                <a:lnTo>
                  <a:pt x="251510" y="100253"/>
                </a:lnTo>
                <a:lnTo>
                  <a:pt x="273532" y="100253"/>
                </a:lnTo>
                <a:lnTo>
                  <a:pt x="297865" y="28600"/>
                </a:lnTo>
                <a:close/>
              </a:path>
              <a:path w="685800" h="120650">
                <a:moveTo>
                  <a:pt x="356222" y="4013"/>
                </a:moveTo>
                <a:lnTo>
                  <a:pt x="337769" y="4013"/>
                </a:lnTo>
                <a:lnTo>
                  <a:pt x="337769" y="19773"/>
                </a:lnTo>
                <a:lnTo>
                  <a:pt x="356222" y="19773"/>
                </a:lnTo>
                <a:lnTo>
                  <a:pt x="356222" y="4013"/>
                </a:lnTo>
                <a:close/>
              </a:path>
              <a:path w="685800" h="120650">
                <a:moveTo>
                  <a:pt x="379082" y="85813"/>
                </a:moveTo>
                <a:lnTo>
                  <a:pt x="356489" y="85813"/>
                </a:lnTo>
                <a:lnTo>
                  <a:pt x="356489" y="43040"/>
                </a:lnTo>
                <a:lnTo>
                  <a:pt x="356489" y="35280"/>
                </a:lnTo>
                <a:lnTo>
                  <a:pt x="356489" y="28600"/>
                </a:lnTo>
                <a:lnTo>
                  <a:pt x="313042" y="28600"/>
                </a:lnTo>
                <a:lnTo>
                  <a:pt x="313042" y="43040"/>
                </a:lnTo>
                <a:lnTo>
                  <a:pt x="338315" y="43040"/>
                </a:lnTo>
                <a:lnTo>
                  <a:pt x="338315" y="85813"/>
                </a:lnTo>
                <a:lnTo>
                  <a:pt x="311708" y="85813"/>
                </a:lnTo>
                <a:lnTo>
                  <a:pt x="311708" y="100253"/>
                </a:lnTo>
                <a:lnTo>
                  <a:pt x="379082" y="100253"/>
                </a:lnTo>
                <a:lnTo>
                  <a:pt x="379082" y="85813"/>
                </a:lnTo>
                <a:close/>
              </a:path>
              <a:path w="685800" h="120650">
                <a:moveTo>
                  <a:pt x="454202" y="5346"/>
                </a:moveTo>
                <a:lnTo>
                  <a:pt x="436079" y="5346"/>
                </a:lnTo>
                <a:lnTo>
                  <a:pt x="436079" y="38366"/>
                </a:lnTo>
                <a:lnTo>
                  <a:pt x="436079" y="59804"/>
                </a:lnTo>
                <a:lnTo>
                  <a:pt x="436079" y="68973"/>
                </a:lnTo>
                <a:lnTo>
                  <a:pt x="435508" y="72313"/>
                </a:lnTo>
                <a:lnTo>
                  <a:pt x="435419" y="72834"/>
                </a:lnTo>
                <a:lnTo>
                  <a:pt x="423456" y="85864"/>
                </a:lnTo>
                <a:lnTo>
                  <a:pt x="415404" y="85864"/>
                </a:lnTo>
                <a:lnTo>
                  <a:pt x="411683" y="84010"/>
                </a:lnTo>
                <a:lnTo>
                  <a:pt x="406641" y="76593"/>
                </a:lnTo>
                <a:lnTo>
                  <a:pt x="405384" y="71310"/>
                </a:lnTo>
                <a:lnTo>
                  <a:pt x="405384" y="57505"/>
                </a:lnTo>
                <a:lnTo>
                  <a:pt x="406641" y="52209"/>
                </a:lnTo>
                <a:lnTo>
                  <a:pt x="411683" y="44831"/>
                </a:lnTo>
                <a:lnTo>
                  <a:pt x="415366" y="42989"/>
                </a:lnTo>
                <a:lnTo>
                  <a:pt x="423443" y="42989"/>
                </a:lnTo>
                <a:lnTo>
                  <a:pt x="436079" y="59804"/>
                </a:lnTo>
                <a:lnTo>
                  <a:pt x="436079" y="38366"/>
                </a:lnTo>
                <a:lnTo>
                  <a:pt x="419100" y="27000"/>
                </a:lnTo>
                <a:lnTo>
                  <a:pt x="409308" y="27000"/>
                </a:lnTo>
                <a:lnTo>
                  <a:pt x="404291" y="28473"/>
                </a:lnTo>
                <a:lnTo>
                  <a:pt x="395732" y="34366"/>
                </a:lnTo>
                <a:lnTo>
                  <a:pt x="392417" y="38633"/>
                </a:lnTo>
                <a:lnTo>
                  <a:pt x="387858" y="49504"/>
                </a:lnTo>
                <a:lnTo>
                  <a:pt x="387731" y="49796"/>
                </a:lnTo>
                <a:lnTo>
                  <a:pt x="386676" y="55905"/>
                </a:lnTo>
                <a:lnTo>
                  <a:pt x="386651" y="72834"/>
                </a:lnTo>
                <a:lnTo>
                  <a:pt x="387731" y="79057"/>
                </a:lnTo>
                <a:lnTo>
                  <a:pt x="392417" y="90208"/>
                </a:lnTo>
                <a:lnTo>
                  <a:pt x="395732" y="94475"/>
                </a:lnTo>
                <a:lnTo>
                  <a:pt x="404291" y="100380"/>
                </a:lnTo>
                <a:lnTo>
                  <a:pt x="409308" y="101854"/>
                </a:lnTo>
                <a:lnTo>
                  <a:pt x="419176" y="101854"/>
                </a:lnTo>
                <a:lnTo>
                  <a:pt x="436333" y="89154"/>
                </a:lnTo>
                <a:lnTo>
                  <a:pt x="436575" y="94475"/>
                </a:lnTo>
                <a:lnTo>
                  <a:pt x="436626" y="95821"/>
                </a:lnTo>
                <a:lnTo>
                  <a:pt x="436714" y="97929"/>
                </a:lnTo>
                <a:lnTo>
                  <a:pt x="436816" y="100253"/>
                </a:lnTo>
                <a:lnTo>
                  <a:pt x="454202" y="100253"/>
                </a:lnTo>
                <a:lnTo>
                  <a:pt x="454202" y="81241"/>
                </a:lnTo>
                <a:lnTo>
                  <a:pt x="454202" y="46405"/>
                </a:lnTo>
                <a:lnTo>
                  <a:pt x="454202" y="5346"/>
                </a:lnTo>
                <a:close/>
              </a:path>
              <a:path w="685800" h="120650">
                <a:moveTo>
                  <a:pt x="535736" y="28651"/>
                </a:moveTo>
                <a:lnTo>
                  <a:pt x="518248" y="28651"/>
                </a:lnTo>
                <a:lnTo>
                  <a:pt x="518071" y="34455"/>
                </a:lnTo>
                <a:lnTo>
                  <a:pt x="517956" y="39763"/>
                </a:lnTo>
                <a:lnTo>
                  <a:pt x="517804" y="42989"/>
                </a:lnTo>
                <a:lnTo>
                  <a:pt x="517918" y="39624"/>
                </a:lnTo>
                <a:lnTo>
                  <a:pt x="517626" y="38747"/>
                </a:lnTo>
                <a:lnTo>
                  <a:pt x="517613" y="59537"/>
                </a:lnTo>
                <a:lnTo>
                  <a:pt x="517613" y="69303"/>
                </a:lnTo>
                <a:lnTo>
                  <a:pt x="505117" y="85864"/>
                </a:lnTo>
                <a:lnTo>
                  <a:pt x="497293" y="85864"/>
                </a:lnTo>
                <a:lnTo>
                  <a:pt x="493585" y="84124"/>
                </a:lnTo>
                <a:lnTo>
                  <a:pt x="488251" y="77152"/>
                </a:lnTo>
                <a:lnTo>
                  <a:pt x="486918" y="71755"/>
                </a:lnTo>
                <a:lnTo>
                  <a:pt x="486918" y="57099"/>
                </a:lnTo>
                <a:lnTo>
                  <a:pt x="488251" y="51689"/>
                </a:lnTo>
                <a:lnTo>
                  <a:pt x="493585" y="44729"/>
                </a:lnTo>
                <a:lnTo>
                  <a:pt x="497293" y="42989"/>
                </a:lnTo>
                <a:lnTo>
                  <a:pt x="505079" y="42989"/>
                </a:lnTo>
                <a:lnTo>
                  <a:pt x="517613" y="59537"/>
                </a:lnTo>
                <a:lnTo>
                  <a:pt x="517613" y="38735"/>
                </a:lnTo>
                <a:lnTo>
                  <a:pt x="514819" y="34455"/>
                </a:lnTo>
                <a:lnTo>
                  <a:pt x="507377" y="28651"/>
                </a:lnTo>
                <a:lnTo>
                  <a:pt x="507707" y="28651"/>
                </a:lnTo>
                <a:lnTo>
                  <a:pt x="502335" y="27000"/>
                </a:lnTo>
                <a:lnTo>
                  <a:pt x="490194" y="27000"/>
                </a:lnTo>
                <a:lnTo>
                  <a:pt x="468147" y="57099"/>
                </a:lnTo>
                <a:lnTo>
                  <a:pt x="468160" y="71755"/>
                </a:lnTo>
                <a:lnTo>
                  <a:pt x="469049" y="77152"/>
                </a:lnTo>
                <a:lnTo>
                  <a:pt x="469138" y="77736"/>
                </a:lnTo>
                <a:lnTo>
                  <a:pt x="473316" y="89077"/>
                </a:lnTo>
                <a:lnTo>
                  <a:pt x="476465" y="93560"/>
                </a:lnTo>
                <a:lnTo>
                  <a:pt x="484936" y="100190"/>
                </a:lnTo>
                <a:lnTo>
                  <a:pt x="490194" y="101854"/>
                </a:lnTo>
                <a:lnTo>
                  <a:pt x="500303" y="101854"/>
                </a:lnTo>
                <a:lnTo>
                  <a:pt x="517613" y="90792"/>
                </a:lnTo>
                <a:lnTo>
                  <a:pt x="517613" y="120294"/>
                </a:lnTo>
                <a:lnTo>
                  <a:pt x="535736" y="120294"/>
                </a:lnTo>
                <a:lnTo>
                  <a:pt x="535736" y="84289"/>
                </a:lnTo>
                <a:lnTo>
                  <a:pt x="535736" y="45123"/>
                </a:lnTo>
                <a:lnTo>
                  <a:pt x="535736" y="28651"/>
                </a:lnTo>
                <a:close/>
              </a:path>
              <a:path w="685800" h="120650">
                <a:moveTo>
                  <a:pt x="617537" y="86664"/>
                </a:moveTo>
                <a:lnTo>
                  <a:pt x="613384" y="86664"/>
                </a:lnTo>
                <a:lnTo>
                  <a:pt x="612444" y="86334"/>
                </a:lnTo>
                <a:lnTo>
                  <a:pt x="611136" y="84975"/>
                </a:lnTo>
                <a:lnTo>
                  <a:pt x="611060" y="84683"/>
                </a:lnTo>
                <a:lnTo>
                  <a:pt x="610806" y="83731"/>
                </a:lnTo>
                <a:lnTo>
                  <a:pt x="610806" y="68440"/>
                </a:lnTo>
                <a:lnTo>
                  <a:pt x="610806" y="47294"/>
                </a:lnTo>
                <a:lnTo>
                  <a:pt x="608888" y="41541"/>
                </a:lnTo>
                <a:lnTo>
                  <a:pt x="608368" y="40005"/>
                </a:lnTo>
                <a:lnTo>
                  <a:pt x="598665" y="29603"/>
                </a:lnTo>
                <a:lnTo>
                  <a:pt x="591070" y="27000"/>
                </a:lnTo>
                <a:lnTo>
                  <a:pt x="572516" y="27000"/>
                </a:lnTo>
                <a:lnTo>
                  <a:pt x="565696" y="29121"/>
                </a:lnTo>
                <a:lnTo>
                  <a:pt x="554875" y="37630"/>
                </a:lnTo>
                <a:lnTo>
                  <a:pt x="551510" y="43256"/>
                </a:lnTo>
                <a:lnTo>
                  <a:pt x="550164" y="50253"/>
                </a:lnTo>
                <a:lnTo>
                  <a:pt x="568883" y="51269"/>
                </a:lnTo>
                <a:lnTo>
                  <a:pt x="569468" y="48399"/>
                </a:lnTo>
                <a:lnTo>
                  <a:pt x="570750" y="46062"/>
                </a:lnTo>
                <a:lnTo>
                  <a:pt x="574662" y="42443"/>
                </a:lnTo>
                <a:lnTo>
                  <a:pt x="577456" y="41541"/>
                </a:lnTo>
                <a:lnTo>
                  <a:pt x="585190" y="41541"/>
                </a:lnTo>
                <a:lnTo>
                  <a:pt x="588149" y="42760"/>
                </a:lnTo>
                <a:lnTo>
                  <a:pt x="591769" y="47625"/>
                </a:lnTo>
                <a:lnTo>
                  <a:pt x="592670" y="51092"/>
                </a:lnTo>
                <a:lnTo>
                  <a:pt x="592670" y="55600"/>
                </a:lnTo>
                <a:lnTo>
                  <a:pt x="592670" y="68440"/>
                </a:lnTo>
                <a:lnTo>
                  <a:pt x="592582" y="76352"/>
                </a:lnTo>
                <a:lnTo>
                  <a:pt x="592162" y="78270"/>
                </a:lnTo>
                <a:lnTo>
                  <a:pt x="592061" y="78752"/>
                </a:lnTo>
                <a:lnTo>
                  <a:pt x="589597" y="83439"/>
                </a:lnTo>
                <a:lnTo>
                  <a:pt x="587806" y="85217"/>
                </a:lnTo>
                <a:lnTo>
                  <a:pt x="583107" y="87655"/>
                </a:lnTo>
                <a:lnTo>
                  <a:pt x="580250" y="88277"/>
                </a:lnTo>
                <a:lnTo>
                  <a:pt x="573989" y="88277"/>
                </a:lnTo>
                <a:lnTo>
                  <a:pt x="571982" y="87655"/>
                </a:lnTo>
                <a:lnTo>
                  <a:pt x="571855" y="87655"/>
                </a:lnTo>
                <a:lnTo>
                  <a:pt x="568807" y="84975"/>
                </a:lnTo>
                <a:lnTo>
                  <a:pt x="568642" y="84683"/>
                </a:lnTo>
                <a:lnTo>
                  <a:pt x="567969" y="83070"/>
                </a:lnTo>
                <a:lnTo>
                  <a:pt x="567969" y="78270"/>
                </a:lnTo>
                <a:lnTo>
                  <a:pt x="568629" y="76352"/>
                </a:lnTo>
                <a:lnTo>
                  <a:pt x="571246" y="73609"/>
                </a:lnTo>
                <a:lnTo>
                  <a:pt x="573532" y="72593"/>
                </a:lnTo>
                <a:lnTo>
                  <a:pt x="576795" y="71907"/>
                </a:lnTo>
                <a:lnTo>
                  <a:pt x="592670" y="68440"/>
                </a:lnTo>
                <a:lnTo>
                  <a:pt x="592670" y="55600"/>
                </a:lnTo>
                <a:lnTo>
                  <a:pt x="564337" y="61722"/>
                </a:lnTo>
                <a:lnTo>
                  <a:pt x="559003" y="64135"/>
                </a:lnTo>
                <a:lnTo>
                  <a:pt x="551256" y="70866"/>
                </a:lnTo>
                <a:lnTo>
                  <a:pt x="549313" y="75577"/>
                </a:lnTo>
                <a:lnTo>
                  <a:pt x="549313" y="85852"/>
                </a:lnTo>
                <a:lnTo>
                  <a:pt x="550379" y="89471"/>
                </a:lnTo>
                <a:lnTo>
                  <a:pt x="554634" y="95529"/>
                </a:lnTo>
                <a:lnTo>
                  <a:pt x="557517" y="97840"/>
                </a:lnTo>
                <a:lnTo>
                  <a:pt x="564883" y="101104"/>
                </a:lnTo>
                <a:lnTo>
                  <a:pt x="565035" y="101104"/>
                </a:lnTo>
                <a:lnTo>
                  <a:pt x="568756" y="101854"/>
                </a:lnTo>
                <a:lnTo>
                  <a:pt x="577469" y="101854"/>
                </a:lnTo>
                <a:lnTo>
                  <a:pt x="581266" y="101104"/>
                </a:lnTo>
                <a:lnTo>
                  <a:pt x="587806" y="98132"/>
                </a:lnTo>
                <a:lnTo>
                  <a:pt x="590435" y="96075"/>
                </a:lnTo>
                <a:lnTo>
                  <a:pt x="594410" y="90855"/>
                </a:lnTo>
                <a:lnTo>
                  <a:pt x="594690" y="90170"/>
                </a:lnTo>
                <a:lnTo>
                  <a:pt x="594868" y="90855"/>
                </a:lnTo>
                <a:lnTo>
                  <a:pt x="594906" y="91033"/>
                </a:lnTo>
                <a:lnTo>
                  <a:pt x="597535" y="95885"/>
                </a:lnTo>
                <a:lnTo>
                  <a:pt x="599681" y="97840"/>
                </a:lnTo>
                <a:lnTo>
                  <a:pt x="604672" y="100342"/>
                </a:lnTo>
                <a:lnTo>
                  <a:pt x="605028" y="100342"/>
                </a:lnTo>
                <a:lnTo>
                  <a:pt x="607453" y="100838"/>
                </a:lnTo>
                <a:lnTo>
                  <a:pt x="613041" y="100838"/>
                </a:lnTo>
                <a:lnTo>
                  <a:pt x="617004" y="100342"/>
                </a:lnTo>
                <a:lnTo>
                  <a:pt x="617537" y="100342"/>
                </a:lnTo>
                <a:lnTo>
                  <a:pt x="617537" y="86664"/>
                </a:lnTo>
                <a:close/>
              </a:path>
              <a:path w="685800" h="120650">
                <a:moveTo>
                  <a:pt x="685444" y="51015"/>
                </a:moveTo>
                <a:lnTo>
                  <a:pt x="671677" y="12560"/>
                </a:lnTo>
                <a:lnTo>
                  <a:pt x="659879" y="0"/>
                </a:lnTo>
                <a:lnTo>
                  <a:pt x="641604" y="0"/>
                </a:lnTo>
                <a:lnTo>
                  <a:pt x="647852" y="6324"/>
                </a:lnTo>
                <a:lnTo>
                  <a:pt x="652716" y="12700"/>
                </a:lnTo>
                <a:lnTo>
                  <a:pt x="659676" y="25527"/>
                </a:lnTo>
                <a:lnTo>
                  <a:pt x="662127" y="31915"/>
                </a:lnTo>
                <a:lnTo>
                  <a:pt x="664997" y="44665"/>
                </a:lnTo>
                <a:lnTo>
                  <a:pt x="665708" y="51054"/>
                </a:lnTo>
                <a:lnTo>
                  <a:pt x="665708" y="63893"/>
                </a:lnTo>
                <a:lnTo>
                  <a:pt x="652716" y="102146"/>
                </a:lnTo>
                <a:lnTo>
                  <a:pt x="641604" y="114947"/>
                </a:lnTo>
                <a:lnTo>
                  <a:pt x="659879" y="114947"/>
                </a:lnTo>
                <a:lnTo>
                  <a:pt x="681697" y="83235"/>
                </a:lnTo>
                <a:lnTo>
                  <a:pt x="685444" y="63931"/>
                </a:lnTo>
                <a:lnTo>
                  <a:pt x="685444" y="51015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7" name="object 157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808869" y="4708049"/>
            <a:ext cx="589291" cy="80424"/>
          </a:xfrm>
          <a:prstGeom prst="rect">
            <a:avLst/>
          </a:prstGeom>
        </p:spPr>
      </p:pic>
      <p:grpSp>
        <p:nvGrpSpPr>
          <p:cNvPr id="158" name="object 158"/>
          <p:cNvGrpSpPr/>
          <p:nvPr/>
        </p:nvGrpSpPr>
        <p:grpSpPr>
          <a:xfrm>
            <a:off x="1477200" y="4706268"/>
            <a:ext cx="302895" cy="83185"/>
            <a:chOff x="1477200" y="4706268"/>
            <a:chExt cx="302895" cy="83185"/>
          </a:xfrm>
        </p:grpSpPr>
        <p:pic>
          <p:nvPicPr>
            <p:cNvPr id="159" name="object 15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477200" y="4706268"/>
              <a:ext cx="253343" cy="82651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1762288" y="4729548"/>
              <a:ext cx="17780" cy="57785"/>
            </a:xfrm>
            <a:custGeom>
              <a:avLst/>
              <a:gdLst/>
              <a:ahLst/>
              <a:cxnLst/>
              <a:rect l="l" t="t" r="r" b="b"/>
              <a:pathLst>
                <a:path w="17780" h="57785">
                  <a:moveTo>
                    <a:pt x="17599" y="40768"/>
                  </a:moveTo>
                  <a:lnTo>
                    <a:pt x="0" y="40768"/>
                  </a:lnTo>
                  <a:lnTo>
                    <a:pt x="0" y="57588"/>
                  </a:lnTo>
                  <a:lnTo>
                    <a:pt x="17599" y="57588"/>
                  </a:lnTo>
                  <a:lnTo>
                    <a:pt x="17599" y="40768"/>
                  </a:lnTo>
                  <a:close/>
                </a:path>
                <a:path w="17780" h="57785">
                  <a:moveTo>
                    <a:pt x="17599" y="0"/>
                  </a:moveTo>
                  <a:lnTo>
                    <a:pt x="0" y="0"/>
                  </a:lnTo>
                  <a:lnTo>
                    <a:pt x="0" y="16819"/>
                  </a:lnTo>
                  <a:lnTo>
                    <a:pt x="17599" y="16819"/>
                  </a:lnTo>
                  <a:lnTo>
                    <a:pt x="17599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1" name="object 161"/>
          <p:cNvGrpSpPr/>
          <p:nvPr/>
        </p:nvGrpSpPr>
        <p:grpSpPr>
          <a:xfrm>
            <a:off x="1876238" y="4706268"/>
            <a:ext cx="323850" cy="83185"/>
            <a:chOff x="1876238" y="4706268"/>
            <a:chExt cx="323850" cy="83185"/>
          </a:xfrm>
        </p:grpSpPr>
        <p:sp>
          <p:nvSpPr>
            <p:cNvPr id="162" name="object 162"/>
            <p:cNvSpPr/>
            <p:nvPr/>
          </p:nvSpPr>
          <p:spPr>
            <a:xfrm>
              <a:off x="1876234" y="4706276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57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29" y="64452"/>
                  </a:lnTo>
                  <a:lnTo>
                    <a:pt x="39865" y="28740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0987"/>
                  </a:lnTo>
                  <a:lnTo>
                    <a:pt x="48094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2009904" y="4706268"/>
              <a:ext cx="189584" cy="82651"/>
            </a:xfrm>
            <a:prstGeom prst="rect">
              <a:avLst/>
            </a:prstGeom>
          </p:spPr>
        </p:pic>
      </p:grpSp>
      <p:sp>
        <p:nvSpPr>
          <p:cNvPr id="164" name="object 164"/>
          <p:cNvSpPr txBox="1"/>
          <p:nvPr/>
        </p:nvSpPr>
        <p:spPr>
          <a:xfrm>
            <a:off x="2259635" y="4426680"/>
            <a:ext cx="560705" cy="395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25"/>
              </a:spcBef>
            </a:pPr>
            <a:r>
              <a:rPr sz="1050" b="1" spc="-470" dirty="0">
                <a:solidFill>
                  <a:srgbClr val="0D1117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850" b="1" spc="-375" dirty="0">
                <a:solidFill>
                  <a:srgbClr val="059669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2148715" y="4706268"/>
            <a:ext cx="2723515" cy="242570"/>
            <a:chOff x="2148715" y="4706268"/>
            <a:chExt cx="2723515" cy="242570"/>
          </a:xfrm>
        </p:grpSpPr>
        <p:sp>
          <p:nvSpPr>
            <p:cNvPr id="166" name="object 166"/>
            <p:cNvSpPr/>
            <p:nvPr/>
          </p:nvSpPr>
          <p:spPr>
            <a:xfrm>
              <a:off x="2411120" y="4706276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905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25" y="67614"/>
                  </a:lnTo>
                  <a:lnTo>
                    <a:pt x="20929" y="64452"/>
                  </a:lnTo>
                  <a:lnTo>
                    <a:pt x="39878" y="28727"/>
                  </a:lnTo>
                  <a:lnTo>
                    <a:pt x="40246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57" y="53936"/>
                  </a:lnTo>
                  <a:lnTo>
                    <a:pt x="16802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39598" y="80987"/>
                  </a:lnTo>
                  <a:lnTo>
                    <a:pt x="48094" y="74345"/>
                  </a:lnTo>
                  <a:lnTo>
                    <a:pt x="51358" y="69608"/>
                  </a:lnTo>
                  <a:lnTo>
                    <a:pt x="51625" y="68884"/>
                  </a:lnTo>
                  <a:lnTo>
                    <a:pt x="51727" y="68618"/>
                  </a:lnTo>
                  <a:lnTo>
                    <a:pt x="55905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7" name="object 16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544798" y="4706268"/>
              <a:ext cx="191366" cy="82651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2809519" y="4750267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485657" y="4708049"/>
              <a:ext cx="584464" cy="80424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4487054" y="4707939"/>
              <a:ext cx="115399" cy="79197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4684214" y="4714288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4756618" y="4708049"/>
              <a:ext cx="115511" cy="80424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750221" y="4708049"/>
              <a:ext cx="916740" cy="240602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148715" y="4852857"/>
              <a:ext cx="517963" cy="80422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952120" y="4707939"/>
              <a:ext cx="721808" cy="225341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748276" y="4859094"/>
              <a:ext cx="121532" cy="74185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4704895" y="491835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8" name="object 178"/>
          <p:cNvGrpSpPr/>
          <p:nvPr/>
        </p:nvGrpSpPr>
        <p:grpSpPr>
          <a:xfrm>
            <a:off x="4954892" y="4707939"/>
            <a:ext cx="499745" cy="96520"/>
            <a:chOff x="4954892" y="4707939"/>
            <a:chExt cx="499745" cy="96520"/>
          </a:xfrm>
        </p:grpSpPr>
        <p:pic>
          <p:nvPicPr>
            <p:cNvPr id="179" name="object 179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954892" y="4707939"/>
              <a:ext cx="240602" cy="95906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5220334" y="4714288"/>
              <a:ext cx="184574" cy="74185"/>
            </a:xfrm>
            <a:prstGeom prst="rect">
              <a:avLst/>
            </a:prstGeom>
          </p:spPr>
        </p:pic>
        <p:sp>
          <p:nvSpPr>
            <p:cNvPr id="181" name="object 181"/>
            <p:cNvSpPr/>
            <p:nvPr/>
          </p:nvSpPr>
          <p:spPr>
            <a:xfrm>
              <a:off x="5440330" y="477354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2" name="object 182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5553057" y="4708049"/>
            <a:ext cx="254749" cy="80424"/>
          </a:xfrm>
          <a:prstGeom prst="rect">
            <a:avLst/>
          </a:prstGeom>
        </p:spPr>
      </p:pic>
      <p:pic>
        <p:nvPicPr>
          <p:cNvPr id="183" name="object 183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809805" y="4852746"/>
            <a:ext cx="651632" cy="80534"/>
          </a:xfrm>
          <a:prstGeom prst="rect">
            <a:avLst/>
          </a:prstGeom>
        </p:spPr>
      </p:pic>
      <p:pic>
        <p:nvPicPr>
          <p:cNvPr id="184" name="object 184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1543963" y="4871571"/>
            <a:ext cx="253538" cy="78418"/>
          </a:xfrm>
          <a:prstGeom prst="rect">
            <a:avLst/>
          </a:prstGeom>
        </p:spPr>
      </p:pic>
      <p:grpSp>
        <p:nvGrpSpPr>
          <p:cNvPr id="185" name="object 185"/>
          <p:cNvGrpSpPr/>
          <p:nvPr/>
        </p:nvGrpSpPr>
        <p:grpSpPr>
          <a:xfrm>
            <a:off x="1876922" y="4852858"/>
            <a:ext cx="187960" cy="80645"/>
            <a:chOff x="1876922" y="4852858"/>
            <a:chExt cx="187960" cy="80645"/>
          </a:xfrm>
        </p:grpSpPr>
        <p:sp>
          <p:nvSpPr>
            <p:cNvPr id="186" name="object 186"/>
            <p:cNvSpPr/>
            <p:nvPr/>
          </p:nvSpPr>
          <p:spPr>
            <a:xfrm>
              <a:off x="1876922" y="4859095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949326" y="4852858"/>
              <a:ext cx="115511" cy="80422"/>
            </a:xfrm>
            <a:prstGeom prst="rect">
              <a:avLst/>
            </a:prstGeom>
          </p:spPr>
        </p:pic>
      </p:grpSp>
      <p:pic>
        <p:nvPicPr>
          <p:cNvPr id="188" name="object 188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556950" y="5082321"/>
            <a:ext cx="155946" cy="155943"/>
          </a:xfrm>
          <a:prstGeom prst="rect">
            <a:avLst/>
          </a:prstGeom>
        </p:spPr>
      </p:pic>
      <p:grpSp>
        <p:nvGrpSpPr>
          <p:cNvPr id="189" name="object 189"/>
          <p:cNvGrpSpPr/>
          <p:nvPr/>
        </p:nvGrpSpPr>
        <p:grpSpPr>
          <a:xfrm>
            <a:off x="811152" y="5119748"/>
            <a:ext cx="1104900" cy="116839"/>
            <a:chOff x="811152" y="5119748"/>
            <a:chExt cx="1104900" cy="116839"/>
          </a:xfrm>
        </p:grpSpPr>
        <p:pic>
          <p:nvPicPr>
            <p:cNvPr id="190" name="object 190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811152" y="5119748"/>
              <a:ext cx="462431" cy="97844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298444" y="5121084"/>
              <a:ext cx="617538" cy="114955"/>
            </a:xfrm>
            <a:prstGeom prst="rect">
              <a:avLst/>
            </a:prstGeom>
          </p:spPr>
        </p:pic>
      </p:grpSp>
      <p:pic>
        <p:nvPicPr>
          <p:cNvPr id="192" name="object 192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2008746" y="5121084"/>
            <a:ext cx="468847" cy="96508"/>
          </a:xfrm>
          <a:prstGeom prst="rect">
            <a:avLst/>
          </a:prstGeom>
        </p:spPr>
      </p:pic>
      <p:grpSp>
        <p:nvGrpSpPr>
          <p:cNvPr id="193" name="object 193"/>
          <p:cNvGrpSpPr/>
          <p:nvPr/>
        </p:nvGrpSpPr>
        <p:grpSpPr>
          <a:xfrm>
            <a:off x="2576024" y="5119748"/>
            <a:ext cx="623570" cy="116839"/>
            <a:chOff x="2576024" y="5119748"/>
            <a:chExt cx="623570" cy="116839"/>
          </a:xfrm>
        </p:grpSpPr>
        <p:pic>
          <p:nvPicPr>
            <p:cNvPr id="194" name="object 194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576024" y="5142739"/>
              <a:ext cx="144360" cy="74853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2739899" y="5119748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7"/>
                  </a:moveTo>
                  <a:lnTo>
                    <a:pt x="31412" y="94458"/>
                  </a:lnTo>
                  <a:lnTo>
                    <a:pt x="30499" y="97398"/>
                  </a:lnTo>
                  <a:lnTo>
                    <a:pt x="26845" y="100963"/>
                  </a:lnTo>
                  <a:lnTo>
                    <a:pt x="23971" y="101855"/>
                  </a:lnTo>
                  <a:lnTo>
                    <a:pt x="0" y="101855"/>
                  </a:lnTo>
                  <a:lnTo>
                    <a:pt x="0" y="116291"/>
                  </a:lnTo>
                  <a:lnTo>
                    <a:pt x="31101" y="116291"/>
                  </a:lnTo>
                  <a:lnTo>
                    <a:pt x="38007" y="114129"/>
                  </a:lnTo>
                  <a:lnTo>
                    <a:pt x="47274" y="105486"/>
                  </a:lnTo>
                  <a:lnTo>
                    <a:pt x="49590" y="99181"/>
                  </a:lnTo>
                  <a:lnTo>
                    <a:pt x="49590" y="39030"/>
                  </a:lnTo>
                  <a:lnTo>
                    <a:pt x="39165" y="39030"/>
                  </a:lnTo>
                  <a:lnTo>
                    <a:pt x="31412" y="31277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9" y="24594"/>
                  </a:lnTo>
                  <a:lnTo>
                    <a:pt x="669" y="39030"/>
                  </a:lnTo>
                  <a:lnTo>
                    <a:pt x="31412" y="39030"/>
                  </a:lnTo>
                  <a:lnTo>
                    <a:pt x="31412" y="31277"/>
                  </a:lnTo>
                  <a:lnTo>
                    <a:pt x="49590" y="31277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7"/>
                  </a:moveTo>
                  <a:lnTo>
                    <a:pt x="31412" y="31277"/>
                  </a:lnTo>
                  <a:lnTo>
                    <a:pt x="39165" y="39030"/>
                  </a:lnTo>
                  <a:lnTo>
                    <a:pt x="49590" y="39030"/>
                  </a:lnTo>
                  <a:lnTo>
                    <a:pt x="49590" y="31277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5" y="0"/>
                  </a:lnTo>
                  <a:lnTo>
                    <a:pt x="31145" y="15772"/>
                  </a:lnTo>
                  <a:lnTo>
                    <a:pt x="49590" y="15772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2813415" y="5121084"/>
              <a:ext cx="385761" cy="96508"/>
            </a:xfrm>
            <a:prstGeom prst="rect">
              <a:avLst/>
            </a:prstGeom>
          </p:spPr>
        </p:pic>
      </p:grpSp>
      <p:grpSp>
        <p:nvGrpSpPr>
          <p:cNvPr id="197" name="object 197"/>
          <p:cNvGrpSpPr/>
          <p:nvPr/>
        </p:nvGrpSpPr>
        <p:grpSpPr>
          <a:xfrm>
            <a:off x="808023" y="5307774"/>
            <a:ext cx="4197985" cy="388620"/>
            <a:chOff x="808023" y="5307774"/>
            <a:chExt cx="4197985" cy="388620"/>
          </a:xfrm>
        </p:grpSpPr>
        <p:pic>
          <p:nvPicPr>
            <p:cNvPr id="198" name="object 198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812033" y="5309556"/>
              <a:ext cx="653859" cy="8042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2278373" y="5309556"/>
              <a:ext cx="184461" cy="80424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2545264" y="5307774"/>
              <a:ext cx="390978" cy="82651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3017558" y="5309556"/>
              <a:ext cx="517964" cy="80424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4417063" y="5309556"/>
              <a:ext cx="321137" cy="80424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3614609" y="5309556"/>
              <a:ext cx="789644" cy="241940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808023" y="5309445"/>
              <a:ext cx="2326493" cy="38685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3154568" y="5473077"/>
              <a:ext cx="514287" cy="77081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4482338" y="5473077"/>
              <a:ext cx="523875" cy="62230"/>
            </a:xfrm>
            <a:custGeom>
              <a:avLst/>
              <a:gdLst/>
              <a:ahLst/>
              <a:cxnLst/>
              <a:rect l="l" t="t" r="r" b="b"/>
              <a:pathLst>
                <a:path w="523875" h="62229">
                  <a:moveTo>
                    <a:pt x="57912" y="13589"/>
                  </a:moveTo>
                  <a:lnTo>
                    <a:pt x="57353" y="10756"/>
                  </a:lnTo>
                  <a:lnTo>
                    <a:pt x="57302" y="10490"/>
                  </a:lnTo>
                  <a:lnTo>
                    <a:pt x="57175" y="9880"/>
                  </a:lnTo>
                  <a:lnTo>
                    <a:pt x="57073" y="9359"/>
                  </a:lnTo>
                  <a:lnTo>
                    <a:pt x="56959" y="8750"/>
                  </a:lnTo>
                  <a:lnTo>
                    <a:pt x="56857" y="8242"/>
                  </a:lnTo>
                  <a:lnTo>
                    <a:pt x="52527" y="1638"/>
                  </a:lnTo>
                  <a:lnTo>
                    <a:pt x="49085" y="0"/>
                  </a:lnTo>
                  <a:lnTo>
                    <a:pt x="40767" y="0"/>
                  </a:lnTo>
                  <a:lnTo>
                    <a:pt x="37807" y="1346"/>
                  </a:lnTo>
                  <a:lnTo>
                    <a:pt x="33134" y="6692"/>
                  </a:lnTo>
                  <a:lnTo>
                    <a:pt x="31851" y="9880"/>
                  </a:lnTo>
                  <a:lnTo>
                    <a:pt x="31889" y="12331"/>
                  </a:lnTo>
                  <a:lnTo>
                    <a:pt x="31775" y="10756"/>
                  </a:lnTo>
                  <a:lnTo>
                    <a:pt x="31762" y="10490"/>
                  </a:lnTo>
                  <a:lnTo>
                    <a:pt x="31686" y="10274"/>
                  </a:lnTo>
                  <a:lnTo>
                    <a:pt x="31762" y="10096"/>
                  </a:lnTo>
                  <a:lnTo>
                    <a:pt x="31584" y="9880"/>
                  </a:lnTo>
                  <a:lnTo>
                    <a:pt x="31064" y="8242"/>
                  </a:lnTo>
                  <a:lnTo>
                    <a:pt x="30568" y="6692"/>
                  </a:lnTo>
                  <a:lnTo>
                    <a:pt x="30492" y="6413"/>
                  </a:lnTo>
                  <a:lnTo>
                    <a:pt x="26720" y="1346"/>
                  </a:lnTo>
                  <a:lnTo>
                    <a:pt x="23977" y="0"/>
                  </a:lnTo>
                  <a:lnTo>
                    <a:pt x="17068" y="0"/>
                  </a:lnTo>
                  <a:lnTo>
                    <a:pt x="14224" y="1346"/>
                  </a:lnTo>
                  <a:lnTo>
                    <a:pt x="9893" y="6413"/>
                  </a:lnTo>
                  <a:lnTo>
                    <a:pt x="8763" y="9131"/>
                  </a:lnTo>
                  <a:lnTo>
                    <a:pt x="8763" y="9372"/>
                  </a:lnTo>
                  <a:lnTo>
                    <a:pt x="8458" y="9880"/>
                  </a:lnTo>
                  <a:lnTo>
                    <a:pt x="8572" y="1346"/>
                  </a:lnTo>
                  <a:lnTo>
                    <a:pt x="0" y="1346"/>
                  </a:lnTo>
                  <a:lnTo>
                    <a:pt x="0" y="60375"/>
                  </a:lnTo>
                  <a:lnTo>
                    <a:pt x="9347" y="60375"/>
                  </a:lnTo>
                  <a:lnTo>
                    <a:pt x="9347" y="19392"/>
                  </a:lnTo>
                  <a:lnTo>
                    <a:pt x="9601" y="17462"/>
                  </a:lnTo>
                  <a:lnTo>
                    <a:pt x="9702" y="16637"/>
                  </a:lnTo>
                  <a:lnTo>
                    <a:pt x="10414" y="14490"/>
                  </a:lnTo>
                  <a:lnTo>
                    <a:pt x="11112" y="12331"/>
                  </a:lnTo>
                  <a:lnTo>
                    <a:pt x="12065" y="10756"/>
                  </a:lnTo>
                  <a:lnTo>
                    <a:pt x="14439" y="8750"/>
                  </a:lnTo>
                  <a:lnTo>
                    <a:pt x="15811" y="8242"/>
                  </a:lnTo>
                  <a:lnTo>
                    <a:pt x="19824" y="8242"/>
                  </a:lnTo>
                  <a:lnTo>
                    <a:pt x="24282" y="60375"/>
                  </a:lnTo>
                  <a:lnTo>
                    <a:pt x="33629" y="60375"/>
                  </a:lnTo>
                  <a:lnTo>
                    <a:pt x="33629" y="19392"/>
                  </a:lnTo>
                  <a:lnTo>
                    <a:pt x="33883" y="17462"/>
                  </a:lnTo>
                  <a:lnTo>
                    <a:pt x="33985" y="16637"/>
                  </a:lnTo>
                  <a:lnTo>
                    <a:pt x="34544" y="14935"/>
                  </a:lnTo>
                  <a:lnTo>
                    <a:pt x="35394" y="12331"/>
                  </a:lnTo>
                  <a:lnTo>
                    <a:pt x="36347" y="10756"/>
                  </a:lnTo>
                  <a:lnTo>
                    <a:pt x="38722" y="8750"/>
                  </a:lnTo>
                  <a:lnTo>
                    <a:pt x="40093" y="8242"/>
                  </a:lnTo>
                  <a:lnTo>
                    <a:pt x="44030" y="8242"/>
                  </a:lnTo>
                  <a:lnTo>
                    <a:pt x="48564" y="60375"/>
                  </a:lnTo>
                  <a:lnTo>
                    <a:pt x="57912" y="60375"/>
                  </a:lnTo>
                  <a:lnTo>
                    <a:pt x="57912" y="13589"/>
                  </a:lnTo>
                  <a:close/>
                </a:path>
                <a:path w="523875" h="62229">
                  <a:moveTo>
                    <a:pt x="120294" y="41744"/>
                  </a:moveTo>
                  <a:lnTo>
                    <a:pt x="93560" y="26809"/>
                  </a:lnTo>
                  <a:lnTo>
                    <a:pt x="90703" y="26162"/>
                  </a:lnTo>
                  <a:lnTo>
                    <a:pt x="86398" y="24752"/>
                  </a:lnTo>
                  <a:lnTo>
                    <a:pt x="84836" y="23799"/>
                  </a:lnTo>
                  <a:lnTo>
                    <a:pt x="82905" y="21424"/>
                  </a:lnTo>
                  <a:lnTo>
                    <a:pt x="82423" y="19837"/>
                  </a:lnTo>
                  <a:lnTo>
                    <a:pt x="82423" y="15303"/>
                  </a:lnTo>
                  <a:lnTo>
                    <a:pt x="83464" y="13182"/>
                  </a:lnTo>
                  <a:lnTo>
                    <a:pt x="87617" y="9766"/>
                  </a:lnTo>
                  <a:lnTo>
                    <a:pt x="90817" y="8915"/>
                  </a:lnTo>
                  <a:lnTo>
                    <a:pt x="97790" y="8915"/>
                  </a:lnTo>
                  <a:lnTo>
                    <a:pt x="109385" y="19608"/>
                  </a:lnTo>
                  <a:lnTo>
                    <a:pt x="119176" y="18935"/>
                  </a:lnTo>
                  <a:lnTo>
                    <a:pt x="100139" y="0"/>
                  </a:lnTo>
                  <a:lnTo>
                    <a:pt x="90411" y="0"/>
                  </a:lnTo>
                  <a:lnTo>
                    <a:pt x="72847" y="14414"/>
                  </a:lnTo>
                  <a:lnTo>
                    <a:pt x="72847" y="21018"/>
                  </a:lnTo>
                  <a:lnTo>
                    <a:pt x="99428" y="36398"/>
                  </a:lnTo>
                  <a:lnTo>
                    <a:pt x="102692" y="37160"/>
                  </a:lnTo>
                  <a:lnTo>
                    <a:pt x="107149" y="38709"/>
                  </a:lnTo>
                  <a:lnTo>
                    <a:pt x="108673" y="39662"/>
                  </a:lnTo>
                  <a:lnTo>
                    <a:pt x="110312" y="41884"/>
                  </a:lnTo>
                  <a:lnTo>
                    <a:pt x="110718" y="43294"/>
                  </a:lnTo>
                  <a:lnTo>
                    <a:pt x="110718" y="47675"/>
                  </a:lnTo>
                  <a:lnTo>
                    <a:pt x="109512" y="49644"/>
                  </a:lnTo>
                  <a:lnTo>
                    <a:pt x="104686" y="52171"/>
                  </a:lnTo>
                  <a:lnTo>
                    <a:pt x="101282" y="52806"/>
                  </a:lnTo>
                  <a:lnTo>
                    <a:pt x="92227" y="52806"/>
                  </a:lnTo>
                  <a:lnTo>
                    <a:pt x="88569" y="51765"/>
                  </a:lnTo>
                  <a:lnTo>
                    <a:pt x="83299" y="47612"/>
                  </a:lnTo>
                  <a:lnTo>
                    <a:pt x="81686" y="44742"/>
                  </a:lnTo>
                  <a:lnTo>
                    <a:pt x="81089" y="41109"/>
                  </a:lnTo>
                  <a:lnTo>
                    <a:pt x="71285" y="41783"/>
                  </a:lnTo>
                  <a:lnTo>
                    <a:pt x="91782" y="61722"/>
                  </a:lnTo>
                  <a:lnTo>
                    <a:pt x="96901" y="61722"/>
                  </a:lnTo>
                  <a:lnTo>
                    <a:pt x="101358" y="61722"/>
                  </a:lnTo>
                  <a:lnTo>
                    <a:pt x="120294" y="48501"/>
                  </a:lnTo>
                  <a:lnTo>
                    <a:pt x="120294" y="41744"/>
                  </a:lnTo>
                  <a:close/>
                </a:path>
                <a:path w="523875" h="62229">
                  <a:moveTo>
                    <a:pt x="182676" y="23507"/>
                  </a:moveTo>
                  <a:lnTo>
                    <a:pt x="142570" y="23507"/>
                  </a:lnTo>
                  <a:lnTo>
                    <a:pt x="142570" y="32308"/>
                  </a:lnTo>
                  <a:lnTo>
                    <a:pt x="182676" y="32308"/>
                  </a:lnTo>
                  <a:lnTo>
                    <a:pt x="182676" y="23507"/>
                  </a:lnTo>
                  <a:close/>
                </a:path>
                <a:path w="523875" h="62229">
                  <a:moveTo>
                    <a:pt x="258419" y="13589"/>
                  </a:moveTo>
                  <a:lnTo>
                    <a:pt x="257848" y="10756"/>
                  </a:lnTo>
                  <a:lnTo>
                    <a:pt x="257797" y="10490"/>
                  </a:lnTo>
                  <a:lnTo>
                    <a:pt x="257683" y="9880"/>
                  </a:lnTo>
                  <a:lnTo>
                    <a:pt x="257581" y="9359"/>
                  </a:lnTo>
                  <a:lnTo>
                    <a:pt x="257454" y="8750"/>
                  </a:lnTo>
                  <a:lnTo>
                    <a:pt x="257352" y="8242"/>
                  </a:lnTo>
                  <a:lnTo>
                    <a:pt x="253034" y="1638"/>
                  </a:lnTo>
                  <a:lnTo>
                    <a:pt x="249580" y="0"/>
                  </a:lnTo>
                  <a:lnTo>
                    <a:pt x="241261" y="0"/>
                  </a:lnTo>
                  <a:lnTo>
                    <a:pt x="238315" y="1346"/>
                  </a:lnTo>
                  <a:lnTo>
                    <a:pt x="233629" y="6692"/>
                  </a:lnTo>
                  <a:lnTo>
                    <a:pt x="232346" y="9880"/>
                  </a:lnTo>
                  <a:lnTo>
                    <a:pt x="232397" y="12331"/>
                  </a:lnTo>
                  <a:lnTo>
                    <a:pt x="232283" y="10756"/>
                  </a:lnTo>
                  <a:lnTo>
                    <a:pt x="232270" y="10490"/>
                  </a:lnTo>
                  <a:lnTo>
                    <a:pt x="232194" y="10248"/>
                  </a:lnTo>
                  <a:lnTo>
                    <a:pt x="232257" y="10096"/>
                  </a:lnTo>
                  <a:lnTo>
                    <a:pt x="232079" y="9880"/>
                  </a:lnTo>
                  <a:lnTo>
                    <a:pt x="231889" y="9271"/>
                  </a:lnTo>
                  <a:lnTo>
                    <a:pt x="231889" y="11925"/>
                  </a:lnTo>
                  <a:lnTo>
                    <a:pt x="231660" y="13589"/>
                  </a:lnTo>
                  <a:lnTo>
                    <a:pt x="231559" y="14262"/>
                  </a:lnTo>
                  <a:lnTo>
                    <a:pt x="231457" y="14935"/>
                  </a:lnTo>
                  <a:lnTo>
                    <a:pt x="231889" y="11925"/>
                  </a:lnTo>
                  <a:lnTo>
                    <a:pt x="231889" y="9271"/>
                  </a:lnTo>
                  <a:lnTo>
                    <a:pt x="231571" y="8242"/>
                  </a:lnTo>
                  <a:lnTo>
                    <a:pt x="231076" y="6692"/>
                  </a:lnTo>
                  <a:lnTo>
                    <a:pt x="230987" y="6413"/>
                  </a:lnTo>
                  <a:lnTo>
                    <a:pt x="227228" y="1346"/>
                  </a:lnTo>
                  <a:lnTo>
                    <a:pt x="224485" y="0"/>
                  </a:lnTo>
                  <a:lnTo>
                    <a:pt x="217576" y="0"/>
                  </a:lnTo>
                  <a:lnTo>
                    <a:pt x="214731" y="1346"/>
                  </a:lnTo>
                  <a:lnTo>
                    <a:pt x="210388" y="6413"/>
                  </a:lnTo>
                  <a:lnTo>
                    <a:pt x="209270" y="9131"/>
                  </a:lnTo>
                  <a:lnTo>
                    <a:pt x="209270" y="9359"/>
                  </a:lnTo>
                  <a:lnTo>
                    <a:pt x="208965" y="9880"/>
                  </a:lnTo>
                  <a:lnTo>
                    <a:pt x="209067" y="1346"/>
                  </a:lnTo>
                  <a:lnTo>
                    <a:pt x="200494" y="1346"/>
                  </a:lnTo>
                  <a:lnTo>
                    <a:pt x="200494" y="60375"/>
                  </a:lnTo>
                  <a:lnTo>
                    <a:pt x="209854" y="60375"/>
                  </a:lnTo>
                  <a:lnTo>
                    <a:pt x="209854" y="19392"/>
                  </a:lnTo>
                  <a:lnTo>
                    <a:pt x="210096" y="17462"/>
                  </a:lnTo>
                  <a:lnTo>
                    <a:pt x="216319" y="8242"/>
                  </a:lnTo>
                  <a:lnTo>
                    <a:pt x="220319" y="8242"/>
                  </a:lnTo>
                  <a:lnTo>
                    <a:pt x="222084" y="9359"/>
                  </a:lnTo>
                  <a:lnTo>
                    <a:pt x="224129" y="13589"/>
                  </a:lnTo>
                  <a:lnTo>
                    <a:pt x="224243" y="13817"/>
                  </a:lnTo>
                  <a:lnTo>
                    <a:pt x="224663" y="16637"/>
                  </a:lnTo>
                  <a:lnTo>
                    <a:pt x="224777" y="60375"/>
                  </a:lnTo>
                  <a:lnTo>
                    <a:pt x="234137" y="60375"/>
                  </a:lnTo>
                  <a:lnTo>
                    <a:pt x="234137" y="19392"/>
                  </a:lnTo>
                  <a:lnTo>
                    <a:pt x="234378" y="17462"/>
                  </a:lnTo>
                  <a:lnTo>
                    <a:pt x="234492" y="16637"/>
                  </a:lnTo>
                  <a:lnTo>
                    <a:pt x="235051" y="14935"/>
                  </a:lnTo>
                  <a:lnTo>
                    <a:pt x="235902" y="12331"/>
                  </a:lnTo>
                  <a:lnTo>
                    <a:pt x="236842" y="10756"/>
                  </a:lnTo>
                  <a:lnTo>
                    <a:pt x="239217" y="8750"/>
                  </a:lnTo>
                  <a:lnTo>
                    <a:pt x="240601" y="8242"/>
                  </a:lnTo>
                  <a:lnTo>
                    <a:pt x="244538" y="8242"/>
                  </a:lnTo>
                  <a:lnTo>
                    <a:pt x="249059" y="60375"/>
                  </a:lnTo>
                  <a:lnTo>
                    <a:pt x="258419" y="60375"/>
                  </a:lnTo>
                  <a:lnTo>
                    <a:pt x="258419" y="13589"/>
                  </a:lnTo>
                  <a:close/>
                </a:path>
                <a:path w="523875" h="62229">
                  <a:moveTo>
                    <a:pt x="325259" y="60198"/>
                  </a:moveTo>
                  <a:lnTo>
                    <a:pt x="324142" y="60198"/>
                  </a:lnTo>
                  <a:lnTo>
                    <a:pt x="324142" y="52133"/>
                  </a:lnTo>
                  <a:lnTo>
                    <a:pt x="319163" y="52133"/>
                  </a:lnTo>
                  <a:lnTo>
                    <a:pt x="318274" y="51879"/>
                  </a:lnTo>
                  <a:lnTo>
                    <a:pt x="317131" y="50876"/>
                  </a:lnTo>
                  <a:lnTo>
                    <a:pt x="316826" y="50038"/>
                  </a:lnTo>
                  <a:lnTo>
                    <a:pt x="316788" y="48348"/>
                  </a:lnTo>
                  <a:lnTo>
                    <a:pt x="316788" y="31864"/>
                  </a:lnTo>
                  <a:lnTo>
                    <a:pt x="316788" y="16560"/>
                  </a:lnTo>
                  <a:lnTo>
                    <a:pt x="314820" y="10680"/>
                  </a:lnTo>
                  <a:lnTo>
                    <a:pt x="313194" y="8915"/>
                  </a:lnTo>
                  <a:lnTo>
                    <a:pt x="306946" y="2146"/>
                  </a:lnTo>
                  <a:lnTo>
                    <a:pt x="301421" y="0"/>
                  </a:lnTo>
                  <a:lnTo>
                    <a:pt x="287604" y="0"/>
                  </a:lnTo>
                  <a:lnTo>
                    <a:pt x="282168" y="1727"/>
                  </a:lnTo>
                  <a:lnTo>
                    <a:pt x="273773" y="8636"/>
                  </a:lnTo>
                  <a:lnTo>
                    <a:pt x="271119" y="13144"/>
                  </a:lnTo>
                  <a:lnTo>
                    <a:pt x="269989" y="18796"/>
                  </a:lnTo>
                  <a:lnTo>
                    <a:pt x="270941" y="18796"/>
                  </a:lnTo>
                  <a:lnTo>
                    <a:pt x="279920" y="19494"/>
                  </a:lnTo>
                  <a:lnTo>
                    <a:pt x="290207" y="8915"/>
                  </a:lnTo>
                  <a:lnTo>
                    <a:pt x="298513" y="8915"/>
                  </a:lnTo>
                  <a:lnTo>
                    <a:pt x="301764" y="10147"/>
                  </a:lnTo>
                  <a:lnTo>
                    <a:pt x="306298" y="15049"/>
                  </a:lnTo>
                  <a:lnTo>
                    <a:pt x="307428" y="18796"/>
                  </a:lnTo>
                  <a:lnTo>
                    <a:pt x="307428" y="23837"/>
                  </a:lnTo>
                  <a:lnTo>
                    <a:pt x="307428" y="31864"/>
                  </a:lnTo>
                  <a:lnTo>
                    <a:pt x="293395" y="53467"/>
                  </a:lnTo>
                  <a:lnTo>
                    <a:pt x="286042" y="53467"/>
                  </a:lnTo>
                  <a:lnTo>
                    <a:pt x="283679" y="52781"/>
                  </a:lnTo>
                  <a:lnTo>
                    <a:pt x="283514" y="52781"/>
                  </a:lnTo>
                  <a:lnTo>
                    <a:pt x="279641" y="49669"/>
                  </a:lnTo>
                  <a:lnTo>
                    <a:pt x="278688" y="47536"/>
                  </a:lnTo>
                  <a:lnTo>
                    <a:pt x="278688" y="42329"/>
                  </a:lnTo>
                  <a:lnTo>
                    <a:pt x="289382" y="35433"/>
                  </a:lnTo>
                  <a:lnTo>
                    <a:pt x="307428" y="31864"/>
                  </a:lnTo>
                  <a:lnTo>
                    <a:pt x="307428" y="23837"/>
                  </a:lnTo>
                  <a:lnTo>
                    <a:pt x="281139" y="29121"/>
                  </a:lnTo>
                  <a:lnTo>
                    <a:pt x="276402" y="31140"/>
                  </a:lnTo>
                  <a:lnTo>
                    <a:pt x="270395" y="36703"/>
                  </a:lnTo>
                  <a:lnTo>
                    <a:pt x="268998" y="40347"/>
                  </a:lnTo>
                  <a:lnTo>
                    <a:pt x="268884" y="48869"/>
                  </a:lnTo>
                  <a:lnTo>
                    <a:pt x="269748" y="51676"/>
                  </a:lnTo>
                  <a:lnTo>
                    <a:pt x="273164" y="56502"/>
                  </a:lnTo>
                  <a:lnTo>
                    <a:pt x="275501" y="58369"/>
                  </a:lnTo>
                  <a:lnTo>
                    <a:pt x="281647" y="61137"/>
                  </a:lnTo>
                  <a:lnTo>
                    <a:pt x="281901" y="61137"/>
                  </a:lnTo>
                  <a:lnTo>
                    <a:pt x="284784" y="61722"/>
                  </a:lnTo>
                  <a:lnTo>
                    <a:pt x="291909" y="61722"/>
                  </a:lnTo>
                  <a:lnTo>
                    <a:pt x="295109" y="61137"/>
                  </a:lnTo>
                  <a:lnTo>
                    <a:pt x="301040" y="58839"/>
                  </a:lnTo>
                  <a:lnTo>
                    <a:pt x="303517" y="57238"/>
                  </a:lnTo>
                  <a:lnTo>
                    <a:pt x="307022" y="53606"/>
                  </a:lnTo>
                  <a:lnTo>
                    <a:pt x="307149" y="53467"/>
                  </a:lnTo>
                  <a:lnTo>
                    <a:pt x="307454" y="53162"/>
                  </a:lnTo>
                  <a:lnTo>
                    <a:pt x="307657" y="52781"/>
                  </a:lnTo>
                  <a:lnTo>
                    <a:pt x="307594" y="51676"/>
                  </a:lnTo>
                  <a:lnTo>
                    <a:pt x="307682" y="52133"/>
                  </a:lnTo>
                  <a:lnTo>
                    <a:pt x="307771" y="52565"/>
                  </a:lnTo>
                  <a:lnTo>
                    <a:pt x="307987" y="52158"/>
                  </a:lnTo>
                  <a:lnTo>
                    <a:pt x="307987" y="53606"/>
                  </a:lnTo>
                  <a:lnTo>
                    <a:pt x="309765" y="57238"/>
                  </a:lnTo>
                  <a:lnTo>
                    <a:pt x="311086" y="58559"/>
                  </a:lnTo>
                  <a:lnTo>
                    <a:pt x="314579" y="60198"/>
                  </a:lnTo>
                  <a:lnTo>
                    <a:pt x="316712" y="60604"/>
                  </a:lnTo>
                  <a:lnTo>
                    <a:pt x="322795" y="60604"/>
                  </a:lnTo>
                  <a:lnTo>
                    <a:pt x="325259" y="60198"/>
                  </a:lnTo>
                  <a:close/>
                </a:path>
                <a:path w="523875" h="62229">
                  <a:moveTo>
                    <a:pt x="389864" y="1346"/>
                  </a:moveTo>
                  <a:lnTo>
                    <a:pt x="373481" y="1346"/>
                  </a:lnTo>
                  <a:lnTo>
                    <a:pt x="370103" y="2590"/>
                  </a:lnTo>
                  <a:lnTo>
                    <a:pt x="365061" y="7556"/>
                  </a:lnTo>
                  <a:lnTo>
                    <a:pt x="363499" y="11366"/>
                  </a:lnTo>
                  <a:lnTo>
                    <a:pt x="363537" y="12687"/>
                  </a:lnTo>
                  <a:lnTo>
                    <a:pt x="363474" y="11531"/>
                  </a:lnTo>
                  <a:lnTo>
                    <a:pt x="363372" y="9588"/>
                  </a:lnTo>
                  <a:lnTo>
                    <a:pt x="363105" y="5016"/>
                  </a:lnTo>
                  <a:lnTo>
                    <a:pt x="362978" y="2590"/>
                  </a:lnTo>
                  <a:lnTo>
                    <a:pt x="362902" y="1346"/>
                  </a:lnTo>
                  <a:lnTo>
                    <a:pt x="339737" y="1346"/>
                  </a:lnTo>
                  <a:lnTo>
                    <a:pt x="339737" y="9588"/>
                  </a:lnTo>
                  <a:lnTo>
                    <a:pt x="355104" y="9588"/>
                  </a:lnTo>
                  <a:lnTo>
                    <a:pt x="355104" y="52133"/>
                  </a:lnTo>
                  <a:lnTo>
                    <a:pt x="339737" y="52133"/>
                  </a:lnTo>
                  <a:lnTo>
                    <a:pt x="339737" y="60375"/>
                  </a:lnTo>
                  <a:lnTo>
                    <a:pt x="383171" y="60375"/>
                  </a:lnTo>
                  <a:lnTo>
                    <a:pt x="383171" y="56591"/>
                  </a:lnTo>
                  <a:lnTo>
                    <a:pt x="383171" y="52133"/>
                  </a:lnTo>
                  <a:lnTo>
                    <a:pt x="364464" y="52133"/>
                  </a:lnTo>
                  <a:lnTo>
                    <a:pt x="364464" y="21463"/>
                  </a:lnTo>
                  <a:lnTo>
                    <a:pt x="364985" y="18732"/>
                  </a:lnTo>
                  <a:lnTo>
                    <a:pt x="365734" y="17157"/>
                  </a:lnTo>
                  <a:lnTo>
                    <a:pt x="367055" y="14351"/>
                  </a:lnTo>
                  <a:lnTo>
                    <a:pt x="368566" y="12687"/>
                  </a:lnTo>
                  <a:lnTo>
                    <a:pt x="372503" y="10388"/>
                  </a:lnTo>
                  <a:lnTo>
                    <a:pt x="374929" y="9804"/>
                  </a:lnTo>
                  <a:lnTo>
                    <a:pt x="389864" y="9804"/>
                  </a:lnTo>
                  <a:lnTo>
                    <a:pt x="389864" y="1346"/>
                  </a:lnTo>
                  <a:close/>
                </a:path>
                <a:path w="523875" h="62229">
                  <a:moveTo>
                    <a:pt x="456692" y="40106"/>
                  </a:moveTo>
                  <a:lnTo>
                    <a:pt x="446887" y="39433"/>
                  </a:lnTo>
                  <a:lnTo>
                    <a:pt x="445998" y="43891"/>
                  </a:lnTo>
                  <a:lnTo>
                    <a:pt x="444157" y="47231"/>
                  </a:lnTo>
                  <a:lnTo>
                    <a:pt x="438594" y="51689"/>
                  </a:lnTo>
                  <a:lnTo>
                    <a:pt x="435305" y="52806"/>
                  </a:lnTo>
                  <a:lnTo>
                    <a:pt x="426097" y="52806"/>
                  </a:lnTo>
                  <a:lnTo>
                    <a:pt x="421843" y="50850"/>
                  </a:lnTo>
                  <a:lnTo>
                    <a:pt x="415683" y="43053"/>
                  </a:lnTo>
                  <a:lnTo>
                    <a:pt x="414147" y="37693"/>
                  </a:lnTo>
                  <a:lnTo>
                    <a:pt x="414147" y="24028"/>
                  </a:lnTo>
                  <a:lnTo>
                    <a:pt x="415683" y="18669"/>
                  </a:lnTo>
                  <a:lnTo>
                    <a:pt x="421843" y="10871"/>
                  </a:lnTo>
                  <a:lnTo>
                    <a:pt x="426097" y="8915"/>
                  </a:lnTo>
                  <a:lnTo>
                    <a:pt x="435305" y="8915"/>
                  </a:lnTo>
                  <a:lnTo>
                    <a:pt x="438518" y="9969"/>
                  </a:lnTo>
                  <a:lnTo>
                    <a:pt x="443788" y="14211"/>
                  </a:lnTo>
                  <a:lnTo>
                    <a:pt x="445554" y="17233"/>
                  </a:lnTo>
                  <a:lnTo>
                    <a:pt x="446443" y="21170"/>
                  </a:lnTo>
                  <a:lnTo>
                    <a:pt x="456247" y="20497"/>
                  </a:lnTo>
                  <a:lnTo>
                    <a:pt x="435902" y="0"/>
                  </a:lnTo>
                  <a:lnTo>
                    <a:pt x="426021" y="0"/>
                  </a:lnTo>
                  <a:lnTo>
                    <a:pt x="404342" y="24625"/>
                  </a:lnTo>
                  <a:lnTo>
                    <a:pt x="404342" y="37096"/>
                  </a:lnTo>
                  <a:lnTo>
                    <a:pt x="426021" y="61722"/>
                  </a:lnTo>
                  <a:lnTo>
                    <a:pt x="431520" y="61722"/>
                  </a:lnTo>
                  <a:lnTo>
                    <a:pt x="435902" y="61722"/>
                  </a:lnTo>
                  <a:lnTo>
                    <a:pt x="455879" y="44488"/>
                  </a:lnTo>
                  <a:lnTo>
                    <a:pt x="456692" y="40106"/>
                  </a:lnTo>
                  <a:close/>
                </a:path>
                <a:path w="523875" h="62229">
                  <a:moveTo>
                    <a:pt x="523646" y="24028"/>
                  </a:moveTo>
                  <a:lnTo>
                    <a:pt x="522630" y="19088"/>
                  </a:lnTo>
                  <a:lnTo>
                    <a:pt x="518185" y="9880"/>
                  </a:lnTo>
                  <a:lnTo>
                    <a:pt x="517334" y="8915"/>
                  </a:lnTo>
                  <a:lnTo>
                    <a:pt x="515048" y="6311"/>
                  </a:lnTo>
                  <a:lnTo>
                    <a:pt x="513943" y="5626"/>
                  </a:lnTo>
                  <a:lnTo>
                    <a:pt x="513943" y="24028"/>
                  </a:lnTo>
                  <a:lnTo>
                    <a:pt x="513943" y="37693"/>
                  </a:lnTo>
                  <a:lnTo>
                    <a:pt x="512445" y="43053"/>
                  </a:lnTo>
                  <a:lnTo>
                    <a:pt x="506425" y="50850"/>
                  </a:lnTo>
                  <a:lnTo>
                    <a:pt x="502208" y="52806"/>
                  </a:lnTo>
                  <a:lnTo>
                    <a:pt x="491375" y="52806"/>
                  </a:lnTo>
                  <a:lnTo>
                    <a:pt x="487159" y="50850"/>
                  </a:lnTo>
                  <a:lnTo>
                    <a:pt x="481139" y="43053"/>
                  </a:lnTo>
                  <a:lnTo>
                    <a:pt x="479640" y="37693"/>
                  </a:lnTo>
                  <a:lnTo>
                    <a:pt x="479640" y="24028"/>
                  </a:lnTo>
                  <a:lnTo>
                    <a:pt x="481025" y="19088"/>
                  </a:lnTo>
                  <a:lnTo>
                    <a:pt x="481139" y="18669"/>
                  </a:lnTo>
                  <a:lnTo>
                    <a:pt x="487159" y="10871"/>
                  </a:lnTo>
                  <a:lnTo>
                    <a:pt x="491375" y="8915"/>
                  </a:lnTo>
                  <a:lnTo>
                    <a:pt x="502208" y="8915"/>
                  </a:lnTo>
                  <a:lnTo>
                    <a:pt x="506425" y="10871"/>
                  </a:lnTo>
                  <a:lnTo>
                    <a:pt x="512445" y="18669"/>
                  </a:lnTo>
                  <a:lnTo>
                    <a:pt x="513943" y="24028"/>
                  </a:lnTo>
                  <a:lnTo>
                    <a:pt x="513943" y="5626"/>
                  </a:lnTo>
                  <a:lnTo>
                    <a:pt x="506945" y="1270"/>
                  </a:lnTo>
                  <a:lnTo>
                    <a:pt x="502208" y="0"/>
                  </a:lnTo>
                  <a:lnTo>
                    <a:pt x="491375" y="0"/>
                  </a:lnTo>
                  <a:lnTo>
                    <a:pt x="469938" y="24028"/>
                  </a:lnTo>
                  <a:lnTo>
                    <a:pt x="469963" y="37693"/>
                  </a:lnTo>
                  <a:lnTo>
                    <a:pt x="491375" y="61722"/>
                  </a:lnTo>
                  <a:lnTo>
                    <a:pt x="502208" y="61722"/>
                  </a:lnTo>
                  <a:lnTo>
                    <a:pt x="523633" y="37693"/>
                  </a:lnTo>
                  <a:lnTo>
                    <a:pt x="523646" y="2402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7" name="object 207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4818067" y="5309556"/>
            <a:ext cx="184462" cy="80424"/>
          </a:xfrm>
          <a:prstGeom prst="rect">
            <a:avLst/>
          </a:prstGeom>
        </p:spPr>
      </p:pic>
      <p:pic>
        <p:nvPicPr>
          <p:cNvPr id="208" name="object 208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5087185" y="5309445"/>
            <a:ext cx="516850" cy="80534"/>
          </a:xfrm>
          <a:prstGeom prst="rect">
            <a:avLst/>
          </a:prstGeom>
        </p:spPr>
      </p:pic>
      <p:sp>
        <p:nvSpPr>
          <p:cNvPr id="209" name="object 209"/>
          <p:cNvSpPr/>
          <p:nvPr/>
        </p:nvSpPr>
        <p:spPr>
          <a:xfrm>
            <a:off x="5683122" y="5351773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0" name="object 210"/>
          <p:cNvGrpSpPr/>
          <p:nvPr/>
        </p:nvGrpSpPr>
        <p:grpSpPr>
          <a:xfrm>
            <a:off x="5088299" y="5454364"/>
            <a:ext cx="365760" cy="80645"/>
            <a:chOff x="5088299" y="5454364"/>
            <a:chExt cx="365760" cy="80645"/>
          </a:xfrm>
        </p:grpSpPr>
        <p:pic>
          <p:nvPicPr>
            <p:cNvPr id="211" name="object 211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088299" y="5454364"/>
              <a:ext cx="320135" cy="80424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5440070" y="551986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3" name="object 213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5557251" y="5454252"/>
            <a:ext cx="381622" cy="80535"/>
          </a:xfrm>
          <a:prstGeom prst="rect">
            <a:avLst/>
          </a:prstGeom>
        </p:spPr>
      </p:pic>
      <p:grpSp>
        <p:nvGrpSpPr>
          <p:cNvPr id="214" name="object 214"/>
          <p:cNvGrpSpPr/>
          <p:nvPr/>
        </p:nvGrpSpPr>
        <p:grpSpPr>
          <a:xfrm>
            <a:off x="6393791" y="1874289"/>
            <a:ext cx="3743325" cy="2300605"/>
            <a:chOff x="6393791" y="1874289"/>
            <a:chExt cx="3743325" cy="2300605"/>
          </a:xfrm>
        </p:grpSpPr>
        <p:sp>
          <p:nvSpPr>
            <p:cNvPr id="215" name="object 215"/>
            <p:cNvSpPr/>
            <p:nvPr/>
          </p:nvSpPr>
          <p:spPr>
            <a:xfrm>
              <a:off x="6399361" y="1879855"/>
              <a:ext cx="3731895" cy="2289175"/>
            </a:xfrm>
            <a:custGeom>
              <a:avLst/>
              <a:gdLst/>
              <a:ahLst/>
              <a:cxnLst/>
              <a:rect l="l" t="t" r="r" b="b"/>
              <a:pathLst>
                <a:path w="3731895" h="2289175">
                  <a:moveTo>
                    <a:pt x="3688090" y="0"/>
                  </a:moveTo>
                  <a:lnTo>
                    <a:pt x="43478" y="0"/>
                  </a:lnTo>
                  <a:lnTo>
                    <a:pt x="37083" y="1269"/>
                  </a:lnTo>
                  <a:lnTo>
                    <a:pt x="6358" y="24796"/>
                  </a:lnTo>
                  <a:lnTo>
                    <a:pt x="0" y="43477"/>
                  </a:lnTo>
                  <a:lnTo>
                    <a:pt x="0" y="2238941"/>
                  </a:lnTo>
                  <a:lnTo>
                    <a:pt x="0" y="2245584"/>
                  </a:lnTo>
                  <a:lnTo>
                    <a:pt x="19381" y="2279081"/>
                  </a:lnTo>
                  <a:lnTo>
                    <a:pt x="43478" y="2289064"/>
                  </a:lnTo>
                  <a:lnTo>
                    <a:pt x="3688090" y="2289064"/>
                  </a:lnTo>
                  <a:lnTo>
                    <a:pt x="3721585" y="2269679"/>
                  </a:lnTo>
                  <a:lnTo>
                    <a:pt x="3731567" y="2245584"/>
                  </a:lnTo>
                  <a:lnTo>
                    <a:pt x="3731567" y="43477"/>
                  </a:lnTo>
                  <a:lnTo>
                    <a:pt x="3712185" y="9975"/>
                  </a:lnTo>
                  <a:lnTo>
                    <a:pt x="3694483" y="1269"/>
                  </a:lnTo>
                  <a:lnTo>
                    <a:pt x="3688090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6399361" y="1879859"/>
              <a:ext cx="3731895" cy="2289175"/>
            </a:xfrm>
            <a:custGeom>
              <a:avLst/>
              <a:gdLst/>
              <a:ahLst/>
              <a:cxnLst/>
              <a:rect l="l" t="t" r="r" b="b"/>
              <a:pathLst>
                <a:path w="3731895" h="2289175">
                  <a:moveTo>
                    <a:pt x="0" y="2238941"/>
                  </a:moveTo>
                  <a:lnTo>
                    <a:pt x="0" y="50125"/>
                  </a:lnTo>
                  <a:lnTo>
                    <a:pt x="0" y="43475"/>
                  </a:lnTo>
                  <a:lnTo>
                    <a:pt x="1269" y="37081"/>
                  </a:lnTo>
                  <a:lnTo>
                    <a:pt x="3815" y="30938"/>
                  </a:lnTo>
                  <a:lnTo>
                    <a:pt x="6360" y="24795"/>
                  </a:lnTo>
                  <a:lnTo>
                    <a:pt x="9980" y="19376"/>
                  </a:lnTo>
                  <a:lnTo>
                    <a:pt x="14681" y="14675"/>
                  </a:lnTo>
                  <a:lnTo>
                    <a:pt x="19381" y="9974"/>
                  </a:lnTo>
                  <a:lnTo>
                    <a:pt x="24801" y="6354"/>
                  </a:lnTo>
                  <a:lnTo>
                    <a:pt x="30944" y="3815"/>
                  </a:lnTo>
                  <a:lnTo>
                    <a:pt x="37081" y="1269"/>
                  </a:lnTo>
                  <a:lnTo>
                    <a:pt x="43475" y="0"/>
                  </a:lnTo>
                  <a:lnTo>
                    <a:pt x="50125" y="0"/>
                  </a:lnTo>
                  <a:lnTo>
                    <a:pt x="3681442" y="0"/>
                  </a:lnTo>
                  <a:lnTo>
                    <a:pt x="3688087" y="0"/>
                  </a:lnTo>
                  <a:lnTo>
                    <a:pt x="3694481" y="1269"/>
                  </a:lnTo>
                  <a:lnTo>
                    <a:pt x="3700624" y="3815"/>
                  </a:lnTo>
                  <a:lnTo>
                    <a:pt x="3706761" y="6354"/>
                  </a:lnTo>
                  <a:lnTo>
                    <a:pt x="3730292" y="37081"/>
                  </a:lnTo>
                  <a:lnTo>
                    <a:pt x="3731568" y="43475"/>
                  </a:lnTo>
                  <a:lnTo>
                    <a:pt x="3731568" y="50125"/>
                  </a:lnTo>
                  <a:lnTo>
                    <a:pt x="3731568" y="2238941"/>
                  </a:lnTo>
                  <a:lnTo>
                    <a:pt x="3731568" y="2245585"/>
                  </a:lnTo>
                  <a:lnTo>
                    <a:pt x="3730292" y="2251979"/>
                  </a:lnTo>
                  <a:lnTo>
                    <a:pt x="3706761" y="2282700"/>
                  </a:lnTo>
                  <a:lnTo>
                    <a:pt x="3681442" y="2289066"/>
                  </a:lnTo>
                  <a:lnTo>
                    <a:pt x="50125" y="2289066"/>
                  </a:lnTo>
                  <a:lnTo>
                    <a:pt x="43475" y="2289061"/>
                  </a:lnTo>
                  <a:lnTo>
                    <a:pt x="37081" y="2287791"/>
                  </a:lnTo>
                  <a:lnTo>
                    <a:pt x="30944" y="2285245"/>
                  </a:lnTo>
                  <a:lnTo>
                    <a:pt x="24801" y="2282700"/>
                  </a:lnTo>
                  <a:lnTo>
                    <a:pt x="1269" y="2251979"/>
                  </a:lnTo>
                  <a:lnTo>
                    <a:pt x="0" y="2245585"/>
                  </a:lnTo>
                  <a:lnTo>
                    <a:pt x="0" y="2238941"/>
                  </a:lnTo>
                  <a:close/>
                </a:path>
              </a:pathLst>
            </a:custGeom>
            <a:ln w="11139">
              <a:solidFill>
                <a:srgbClr val="0596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6527457" y="2793263"/>
              <a:ext cx="3475990" cy="662940"/>
            </a:xfrm>
            <a:custGeom>
              <a:avLst/>
              <a:gdLst/>
              <a:ahLst/>
              <a:cxnLst/>
              <a:rect l="l" t="t" r="r" b="b"/>
              <a:pathLst>
                <a:path w="3475990" h="662939">
                  <a:moveTo>
                    <a:pt x="3475367" y="657199"/>
                  </a:moveTo>
                  <a:lnTo>
                    <a:pt x="0" y="657199"/>
                  </a:lnTo>
                  <a:lnTo>
                    <a:pt x="0" y="662762"/>
                  </a:lnTo>
                  <a:lnTo>
                    <a:pt x="3475367" y="662762"/>
                  </a:lnTo>
                  <a:lnTo>
                    <a:pt x="3475367" y="657199"/>
                  </a:lnTo>
                  <a:close/>
                </a:path>
                <a:path w="3475990" h="662939">
                  <a:moveTo>
                    <a:pt x="3475367" y="0"/>
                  </a:moveTo>
                  <a:lnTo>
                    <a:pt x="0" y="0"/>
                  </a:lnTo>
                  <a:lnTo>
                    <a:pt x="0" y="5562"/>
                  </a:lnTo>
                  <a:lnTo>
                    <a:pt x="3475367" y="5562"/>
                  </a:lnTo>
                  <a:lnTo>
                    <a:pt x="3475367" y="0"/>
                  </a:lnTo>
                  <a:close/>
                </a:path>
              </a:pathLst>
            </a:custGeom>
            <a:solidFill>
              <a:srgbClr val="A7F3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6535879" y="2040257"/>
              <a:ext cx="53975" cy="79375"/>
            </a:xfrm>
            <a:custGeom>
              <a:avLst/>
              <a:gdLst/>
              <a:ahLst/>
              <a:cxnLst/>
              <a:rect l="l" t="t" r="r" b="b"/>
              <a:pathLst>
                <a:path w="53975" h="79375">
                  <a:moveTo>
                    <a:pt x="32392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35044" y="79086"/>
                  </a:lnTo>
                  <a:lnTo>
                    <a:pt x="41890" y="77216"/>
                  </a:lnTo>
                  <a:lnTo>
                    <a:pt x="51545" y="69730"/>
                  </a:lnTo>
                  <a:lnTo>
                    <a:pt x="52941" y="66611"/>
                  </a:lnTo>
                  <a:lnTo>
                    <a:pt x="13769" y="66611"/>
                  </a:lnTo>
                  <a:lnTo>
                    <a:pt x="13769" y="45067"/>
                  </a:lnTo>
                  <a:lnTo>
                    <a:pt x="50142" y="45067"/>
                  </a:lnTo>
                  <a:lnTo>
                    <a:pt x="49819" y="44510"/>
                  </a:lnTo>
                  <a:lnTo>
                    <a:pt x="47324" y="42268"/>
                  </a:lnTo>
                  <a:lnTo>
                    <a:pt x="40653" y="39000"/>
                  </a:lnTo>
                  <a:lnTo>
                    <a:pt x="39526" y="38764"/>
                  </a:lnTo>
                  <a:lnTo>
                    <a:pt x="31457" y="38764"/>
                  </a:lnTo>
                  <a:lnTo>
                    <a:pt x="31457" y="38228"/>
                  </a:lnTo>
                  <a:lnTo>
                    <a:pt x="36971" y="38228"/>
                  </a:lnTo>
                  <a:lnTo>
                    <a:pt x="39166" y="37687"/>
                  </a:lnTo>
                  <a:lnTo>
                    <a:pt x="44869" y="34627"/>
                  </a:lnTo>
                  <a:lnTo>
                    <a:pt x="46727" y="32859"/>
                  </a:lnTo>
                  <a:lnTo>
                    <a:pt x="13769" y="32859"/>
                  </a:lnTo>
                  <a:lnTo>
                    <a:pt x="13769" y="12475"/>
                  </a:lnTo>
                  <a:lnTo>
                    <a:pt x="49739" y="12475"/>
                  </a:lnTo>
                  <a:lnTo>
                    <a:pt x="48310" y="9208"/>
                  </a:lnTo>
                  <a:lnTo>
                    <a:pt x="39088" y="1841"/>
                  </a:lnTo>
                  <a:lnTo>
                    <a:pt x="32392" y="0"/>
                  </a:lnTo>
                  <a:close/>
                </a:path>
                <a:path w="53975" h="79375">
                  <a:moveTo>
                    <a:pt x="50142" y="45067"/>
                  </a:moveTo>
                  <a:lnTo>
                    <a:pt x="30670" y="45067"/>
                  </a:lnTo>
                  <a:lnTo>
                    <a:pt x="34027" y="46040"/>
                  </a:lnTo>
                  <a:lnTo>
                    <a:pt x="38600" y="49932"/>
                  </a:lnTo>
                  <a:lnTo>
                    <a:pt x="39744" y="52650"/>
                  </a:lnTo>
                  <a:lnTo>
                    <a:pt x="39744" y="59408"/>
                  </a:lnTo>
                  <a:lnTo>
                    <a:pt x="38634" y="61955"/>
                  </a:lnTo>
                  <a:lnTo>
                    <a:pt x="34193" y="65609"/>
                  </a:lnTo>
                  <a:lnTo>
                    <a:pt x="30529" y="66611"/>
                  </a:lnTo>
                  <a:lnTo>
                    <a:pt x="52941" y="66611"/>
                  </a:lnTo>
                  <a:lnTo>
                    <a:pt x="53958" y="64339"/>
                  </a:lnTo>
                  <a:lnTo>
                    <a:pt x="53958" y="53526"/>
                  </a:lnTo>
                  <a:lnTo>
                    <a:pt x="53130" y="50214"/>
                  </a:lnTo>
                  <a:lnTo>
                    <a:pt x="50142" y="45067"/>
                  </a:lnTo>
                  <a:close/>
                </a:path>
                <a:path w="53975" h="79375">
                  <a:moveTo>
                    <a:pt x="36971" y="38228"/>
                  </a:moveTo>
                  <a:lnTo>
                    <a:pt x="31457" y="38228"/>
                  </a:lnTo>
                  <a:lnTo>
                    <a:pt x="31457" y="38764"/>
                  </a:lnTo>
                  <a:lnTo>
                    <a:pt x="35646" y="38555"/>
                  </a:lnTo>
                  <a:lnTo>
                    <a:pt x="36971" y="38228"/>
                  </a:lnTo>
                  <a:close/>
                </a:path>
                <a:path w="53975" h="79375">
                  <a:moveTo>
                    <a:pt x="36971" y="38228"/>
                  </a:moveTo>
                  <a:lnTo>
                    <a:pt x="35646" y="38555"/>
                  </a:lnTo>
                  <a:lnTo>
                    <a:pt x="31457" y="38764"/>
                  </a:lnTo>
                  <a:lnTo>
                    <a:pt x="39526" y="38764"/>
                  </a:lnTo>
                  <a:lnTo>
                    <a:pt x="36971" y="38228"/>
                  </a:lnTo>
                  <a:close/>
                </a:path>
                <a:path w="53975" h="79375">
                  <a:moveTo>
                    <a:pt x="49739" y="12475"/>
                  </a:moveTo>
                  <a:lnTo>
                    <a:pt x="28041" y="12475"/>
                  </a:lnTo>
                  <a:lnTo>
                    <a:pt x="31241" y="13351"/>
                  </a:lnTo>
                  <a:lnTo>
                    <a:pt x="35370" y="16856"/>
                  </a:lnTo>
                  <a:lnTo>
                    <a:pt x="36402" y="19367"/>
                  </a:lnTo>
                  <a:lnTo>
                    <a:pt x="36402" y="25887"/>
                  </a:lnTo>
                  <a:lnTo>
                    <a:pt x="35370" y="28404"/>
                  </a:lnTo>
                  <a:lnTo>
                    <a:pt x="31241" y="31968"/>
                  </a:lnTo>
                  <a:lnTo>
                    <a:pt x="28041" y="32859"/>
                  </a:lnTo>
                  <a:lnTo>
                    <a:pt x="46727" y="32859"/>
                  </a:lnTo>
                  <a:lnTo>
                    <a:pt x="47015" y="32585"/>
                  </a:lnTo>
                  <a:lnTo>
                    <a:pt x="49897" y="27476"/>
                  </a:lnTo>
                  <a:lnTo>
                    <a:pt x="50617" y="24579"/>
                  </a:lnTo>
                  <a:lnTo>
                    <a:pt x="50617" y="14480"/>
                  </a:lnTo>
                  <a:lnTo>
                    <a:pt x="49739" y="1247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6610555" y="2038475"/>
              <a:ext cx="199831" cy="82650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6898829" y="2038475"/>
              <a:ext cx="202727" cy="82650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7126285" y="2040257"/>
              <a:ext cx="50165" cy="79375"/>
            </a:xfrm>
            <a:custGeom>
              <a:avLst/>
              <a:gdLst/>
              <a:ahLst/>
              <a:cxnLst/>
              <a:rect l="l" t="t" r="r" b="b"/>
              <a:pathLst>
                <a:path w="50165" h="79375">
                  <a:moveTo>
                    <a:pt x="49902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13768" y="79086"/>
                  </a:lnTo>
                  <a:lnTo>
                    <a:pt x="13768" y="46560"/>
                  </a:lnTo>
                  <a:lnTo>
                    <a:pt x="47898" y="46560"/>
                  </a:lnTo>
                  <a:lnTo>
                    <a:pt x="47898" y="34218"/>
                  </a:lnTo>
                  <a:lnTo>
                    <a:pt x="13768" y="34218"/>
                  </a:lnTo>
                  <a:lnTo>
                    <a:pt x="13768" y="12520"/>
                  </a:lnTo>
                  <a:lnTo>
                    <a:pt x="8020" y="12520"/>
                  </a:lnTo>
                  <a:lnTo>
                    <a:pt x="13768" y="6705"/>
                  </a:lnTo>
                  <a:lnTo>
                    <a:pt x="49902" y="6705"/>
                  </a:lnTo>
                  <a:lnTo>
                    <a:pt x="49902" y="0"/>
                  </a:lnTo>
                  <a:close/>
                </a:path>
                <a:path w="50165" h="79375">
                  <a:moveTo>
                    <a:pt x="13768" y="6705"/>
                  </a:moveTo>
                  <a:lnTo>
                    <a:pt x="8020" y="12520"/>
                  </a:lnTo>
                  <a:lnTo>
                    <a:pt x="13768" y="12520"/>
                  </a:lnTo>
                  <a:lnTo>
                    <a:pt x="13768" y="6705"/>
                  </a:lnTo>
                  <a:close/>
                </a:path>
                <a:path w="50165" h="79375">
                  <a:moveTo>
                    <a:pt x="49902" y="6705"/>
                  </a:moveTo>
                  <a:lnTo>
                    <a:pt x="13768" y="6705"/>
                  </a:lnTo>
                  <a:lnTo>
                    <a:pt x="13768" y="12520"/>
                  </a:lnTo>
                  <a:lnTo>
                    <a:pt x="49902" y="12520"/>
                  </a:lnTo>
                  <a:lnTo>
                    <a:pt x="49902" y="670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222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7197573" y="2038475"/>
              <a:ext cx="200677" cy="82650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7493867" y="2038475"/>
              <a:ext cx="196935" cy="82650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7711072" y="2040267"/>
              <a:ext cx="129539" cy="79375"/>
            </a:xfrm>
            <a:custGeom>
              <a:avLst/>
              <a:gdLst/>
              <a:ahLst/>
              <a:cxnLst/>
              <a:rect l="l" t="t" r="r" b="b"/>
              <a:pathLst>
                <a:path w="129540" h="79375">
                  <a:moveTo>
                    <a:pt x="52133" y="0"/>
                  </a:moveTo>
                  <a:lnTo>
                    <a:pt x="38798" y="0"/>
                  </a:lnTo>
                  <a:lnTo>
                    <a:pt x="38798" y="56756"/>
                  </a:lnTo>
                  <a:lnTo>
                    <a:pt x="21780" y="16459"/>
                  </a:lnTo>
                  <a:lnTo>
                    <a:pt x="14833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13322" y="79082"/>
                  </a:lnTo>
                  <a:lnTo>
                    <a:pt x="13322" y="22326"/>
                  </a:lnTo>
                  <a:lnTo>
                    <a:pt x="37287" y="79082"/>
                  </a:lnTo>
                  <a:lnTo>
                    <a:pt x="52133" y="79082"/>
                  </a:lnTo>
                  <a:lnTo>
                    <a:pt x="52133" y="62547"/>
                  </a:lnTo>
                  <a:lnTo>
                    <a:pt x="52133" y="0"/>
                  </a:lnTo>
                  <a:close/>
                </a:path>
                <a:path w="129540" h="79375">
                  <a:moveTo>
                    <a:pt x="129108" y="30645"/>
                  </a:moveTo>
                  <a:lnTo>
                    <a:pt x="127812" y="23952"/>
                  </a:lnTo>
                  <a:lnTo>
                    <a:pt x="122440" y="12649"/>
                  </a:lnTo>
                  <a:lnTo>
                    <a:pt x="122212" y="12141"/>
                  </a:lnTo>
                  <a:lnTo>
                    <a:pt x="118211" y="7658"/>
                  </a:lnTo>
                  <a:lnTo>
                    <a:pt x="114998" y="5765"/>
                  </a:lnTo>
                  <a:lnTo>
                    <a:pt x="114998" y="30645"/>
                  </a:lnTo>
                  <a:lnTo>
                    <a:pt x="114998" y="48564"/>
                  </a:lnTo>
                  <a:lnTo>
                    <a:pt x="113207" y="55270"/>
                  </a:lnTo>
                  <a:lnTo>
                    <a:pt x="106070" y="64198"/>
                  </a:lnTo>
                  <a:lnTo>
                    <a:pt x="100952" y="66433"/>
                  </a:lnTo>
                  <a:lnTo>
                    <a:pt x="88353" y="66433"/>
                  </a:lnTo>
                  <a:lnTo>
                    <a:pt x="88353" y="12649"/>
                  </a:lnTo>
                  <a:lnTo>
                    <a:pt x="100952" y="12649"/>
                  </a:lnTo>
                  <a:lnTo>
                    <a:pt x="106070" y="14909"/>
                  </a:lnTo>
                  <a:lnTo>
                    <a:pt x="113220" y="23952"/>
                  </a:lnTo>
                  <a:lnTo>
                    <a:pt x="114998" y="30645"/>
                  </a:lnTo>
                  <a:lnTo>
                    <a:pt x="114998" y="5765"/>
                  </a:lnTo>
                  <a:lnTo>
                    <a:pt x="107797" y="1524"/>
                  </a:lnTo>
                  <a:lnTo>
                    <a:pt x="101587" y="0"/>
                  </a:lnTo>
                  <a:lnTo>
                    <a:pt x="74587" y="0"/>
                  </a:lnTo>
                  <a:lnTo>
                    <a:pt x="74587" y="79082"/>
                  </a:lnTo>
                  <a:lnTo>
                    <a:pt x="101587" y="79082"/>
                  </a:lnTo>
                  <a:lnTo>
                    <a:pt x="107797" y="77546"/>
                  </a:lnTo>
                  <a:lnTo>
                    <a:pt x="118211" y="71437"/>
                  </a:lnTo>
                  <a:lnTo>
                    <a:pt x="122212" y="66967"/>
                  </a:lnTo>
                  <a:lnTo>
                    <a:pt x="122466" y="66433"/>
                  </a:lnTo>
                  <a:lnTo>
                    <a:pt x="127787" y="55270"/>
                  </a:lnTo>
                  <a:lnTo>
                    <a:pt x="129108" y="48564"/>
                  </a:lnTo>
                  <a:lnTo>
                    <a:pt x="129108" y="3064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5" name="object 225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532217" y="2245081"/>
              <a:ext cx="229588" cy="99181"/>
            </a:xfrm>
            <a:prstGeom prst="rect">
              <a:avLst/>
            </a:prstGeom>
          </p:spPr>
        </p:pic>
        <p:sp>
          <p:nvSpPr>
            <p:cNvPr id="226" name="object 226"/>
            <p:cNvSpPr/>
            <p:nvPr/>
          </p:nvSpPr>
          <p:spPr>
            <a:xfrm>
              <a:off x="6850932" y="2294912"/>
              <a:ext cx="74930" cy="16510"/>
            </a:xfrm>
            <a:custGeom>
              <a:avLst/>
              <a:gdLst/>
              <a:ahLst/>
              <a:cxnLst/>
              <a:rect l="l" t="t" r="r" b="b"/>
              <a:pathLst>
                <a:path w="74929" h="16510">
                  <a:moveTo>
                    <a:pt x="74853" y="0"/>
                  </a:moveTo>
                  <a:lnTo>
                    <a:pt x="0" y="0"/>
                  </a:lnTo>
                  <a:lnTo>
                    <a:pt x="0" y="16361"/>
                  </a:lnTo>
                  <a:lnTo>
                    <a:pt x="74853" y="16361"/>
                  </a:lnTo>
                  <a:lnTo>
                    <a:pt x="7485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7" name="object 227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7019084" y="2245081"/>
              <a:ext cx="628658" cy="113028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7739063" y="2245883"/>
              <a:ext cx="784298" cy="116291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535257" y="2446831"/>
              <a:ext cx="186020" cy="80424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6802593" y="2445048"/>
              <a:ext cx="251741" cy="8265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7088632" y="2445054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893"/>
                  </a:moveTo>
                  <a:lnTo>
                    <a:pt x="167309" y="25539"/>
                  </a:lnTo>
                  <a:lnTo>
                    <a:pt x="162852" y="13220"/>
                  </a:lnTo>
                  <a:lnTo>
                    <a:pt x="162509" y="12700"/>
                  </a:lnTo>
                  <a:lnTo>
                    <a:pt x="160274" y="9359"/>
                  </a:lnTo>
                  <a:lnTo>
                    <a:pt x="159664" y="8445"/>
                  </a:lnTo>
                  <a:lnTo>
                    <a:pt x="158407" y="7429"/>
                  </a:lnTo>
                  <a:lnTo>
                    <a:pt x="158407" y="34823"/>
                  </a:lnTo>
                  <a:lnTo>
                    <a:pt x="158407" y="47891"/>
                  </a:lnTo>
                  <a:lnTo>
                    <a:pt x="144297" y="73291"/>
                  </a:lnTo>
                  <a:lnTo>
                    <a:pt x="136944" y="73291"/>
                  </a:lnTo>
                  <a:lnTo>
                    <a:pt x="133781" y="71996"/>
                  </a:lnTo>
                  <a:lnTo>
                    <a:pt x="131686" y="69951"/>
                  </a:lnTo>
                  <a:lnTo>
                    <a:pt x="130225" y="68529"/>
                  </a:lnTo>
                  <a:lnTo>
                    <a:pt x="155613" y="22288"/>
                  </a:lnTo>
                  <a:lnTo>
                    <a:pt x="157683" y="29133"/>
                  </a:lnTo>
                  <a:lnTo>
                    <a:pt x="158407" y="34823"/>
                  </a:lnTo>
                  <a:lnTo>
                    <a:pt x="158407" y="7429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52" y="60363"/>
                  </a:lnTo>
                  <a:lnTo>
                    <a:pt x="123482" y="53517"/>
                  </a:lnTo>
                  <a:lnTo>
                    <a:pt x="122758" y="47891"/>
                  </a:lnTo>
                  <a:lnTo>
                    <a:pt x="122758" y="34823"/>
                  </a:lnTo>
                  <a:lnTo>
                    <a:pt x="136944" y="9359"/>
                  </a:lnTo>
                  <a:lnTo>
                    <a:pt x="144297" y="9359"/>
                  </a:lnTo>
                  <a:lnTo>
                    <a:pt x="147472" y="10655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37" y="32893"/>
                  </a:lnTo>
                  <a:lnTo>
                    <a:pt x="112737" y="49898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51345" y="80975"/>
                  </a:lnTo>
                  <a:lnTo>
                    <a:pt x="159664" y="74295"/>
                  </a:lnTo>
                  <a:lnTo>
                    <a:pt x="160337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27" y="49898"/>
                  </a:lnTo>
                  <a:lnTo>
                    <a:pt x="168427" y="32893"/>
                  </a:lnTo>
                  <a:close/>
                </a:path>
                <a:path w="214629" h="83185">
                  <a:moveTo>
                    <a:pt x="214325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25" y="80873"/>
                  </a:lnTo>
                  <a:lnTo>
                    <a:pt x="214325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232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7335038" y="2445048"/>
              <a:ext cx="189362" cy="82651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8282968" y="2446719"/>
              <a:ext cx="253969" cy="80980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618251" y="2445048"/>
              <a:ext cx="251741" cy="82651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8904300" y="2445054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214629" h="83185">
                  <a:moveTo>
                    <a:pt x="13804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04" y="37871"/>
                  </a:lnTo>
                  <a:lnTo>
                    <a:pt x="13804" y="24282"/>
                  </a:lnTo>
                  <a:close/>
                </a:path>
                <a:path w="214629" h="83185">
                  <a:moveTo>
                    <a:pt x="168414" y="32893"/>
                  </a:moveTo>
                  <a:lnTo>
                    <a:pt x="167309" y="25539"/>
                  </a:lnTo>
                  <a:lnTo>
                    <a:pt x="162852" y="13220"/>
                  </a:lnTo>
                  <a:lnTo>
                    <a:pt x="162496" y="12700"/>
                  </a:lnTo>
                  <a:lnTo>
                    <a:pt x="160261" y="9359"/>
                  </a:lnTo>
                  <a:lnTo>
                    <a:pt x="159651" y="8445"/>
                  </a:lnTo>
                  <a:lnTo>
                    <a:pt x="158394" y="7429"/>
                  </a:lnTo>
                  <a:lnTo>
                    <a:pt x="158394" y="34823"/>
                  </a:lnTo>
                  <a:lnTo>
                    <a:pt x="158394" y="47891"/>
                  </a:lnTo>
                  <a:lnTo>
                    <a:pt x="144284" y="73291"/>
                  </a:lnTo>
                  <a:lnTo>
                    <a:pt x="136931" y="73291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29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23"/>
                  </a:lnTo>
                  <a:lnTo>
                    <a:pt x="158394" y="7429"/>
                  </a:lnTo>
                  <a:lnTo>
                    <a:pt x="151333" y="1689"/>
                  </a:lnTo>
                  <a:lnTo>
                    <a:pt x="150939" y="1562"/>
                  </a:lnTo>
                  <a:lnTo>
                    <a:pt x="150939" y="14097"/>
                  </a:lnTo>
                  <a:lnTo>
                    <a:pt x="125539" y="60363"/>
                  </a:lnTo>
                  <a:lnTo>
                    <a:pt x="123469" y="53517"/>
                  </a:lnTo>
                  <a:lnTo>
                    <a:pt x="122745" y="47891"/>
                  </a:lnTo>
                  <a:lnTo>
                    <a:pt x="122745" y="34823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55"/>
                  </a:lnTo>
                  <a:lnTo>
                    <a:pt x="150939" y="14097"/>
                  </a:lnTo>
                  <a:lnTo>
                    <a:pt x="150939" y="1562"/>
                  </a:lnTo>
                  <a:lnTo>
                    <a:pt x="146367" y="0"/>
                  </a:lnTo>
                  <a:lnTo>
                    <a:pt x="134848" y="0"/>
                  </a:lnTo>
                  <a:lnTo>
                    <a:pt x="112725" y="32893"/>
                  </a:lnTo>
                  <a:lnTo>
                    <a:pt x="112725" y="49898"/>
                  </a:lnTo>
                  <a:lnTo>
                    <a:pt x="134848" y="82651"/>
                  </a:lnTo>
                  <a:lnTo>
                    <a:pt x="146367" y="82651"/>
                  </a:lnTo>
                  <a:lnTo>
                    <a:pt x="151333" y="80975"/>
                  </a:lnTo>
                  <a:lnTo>
                    <a:pt x="159651" y="74295"/>
                  </a:lnTo>
                  <a:lnTo>
                    <a:pt x="160324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14" y="49898"/>
                  </a:lnTo>
                  <a:lnTo>
                    <a:pt x="168414" y="32893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494" y="67284"/>
                  </a:lnTo>
                  <a:lnTo>
                    <a:pt x="200494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6" name="object 236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9151810" y="2445048"/>
              <a:ext cx="187135" cy="80869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6531692" y="2612134"/>
              <a:ext cx="257534" cy="97576"/>
            </a:xfrm>
            <a:prstGeom prst="rect">
              <a:avLst/>
            </a:prstGeom>
          </p:spPr>
        </p:pic>
        <p:pic>
          <p:nvPicPr>
            <p:cNvPr id="238" name="object 238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6869427" y="2612134"/>
              <a:ext cx="251741" cy="82650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7155472" y="2612135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905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496" y="12700"/>
                  </a:lnTo>
                  <a:lnTo>
                    <a:pt x="160261" y="9359"/>
                  </a:lnTo>
                  <a:lnTo>
                    <a:pt x="159664" y="8445"/>
                  </a:lnTo>
                  <a:lnTo>
                    <a:pt x="158394" y="7416"/>
                  </a:lnTo>
                  <a:lnTo>
                    <a:pt x="158394" y="34836"/>
                  </a:lnTo>
                  <a:lnTo>
                    <a:pt x="158394" y="47904"/>
                  </a:lnTo>
                  <a:lnTo>
                    <a:pt x="144284" y="73304"/>
                  </a:lnTo>
                  <a:lnTo>
                    <a:pt x="136931" y="73304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41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36"/>
                  </a:lnTo>
                  <a:lnTo>
                    <a:pt x="158394" y="7416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39" y="60363"/>
                  </a:lnTo>
                  <a:lnTo>
                    <a:pt x="123469" y="53530"/>
                  </a:lnTo>
                  <a:lnTo>
                    <a:pt x="122745" y="47904"/>
                  </a:lnTo>
                  <a:lnTo>
                    <a:pt x="122745" y="34836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55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25" y="32905"/>
                  </a:lnTo>
                  <a:lnTo>
                    <a:pt x="112725" y="49911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68427" y="49911"/>
                  </a:lnTo>
                  <a:lnTo>
                    <a:pt x="168427" y="32905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0" name="object 240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7401872" y="2612134"/>
              <a:ext cx="189363" cy="80868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8278378" y="2613916"/>
              <a:ext cx="190563" cy="80424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8545710" y="2612134"/>
              <a:ext cx="327973" cy="82650"/>
            </a:xfrm>
            <a:prstGeom prst="rect">
              <a:avLst/>
            </a:prstGeom>
          </p:spPr>
        </p:pic>
        <p:sp>
          <p:nvSpPr>
            <p:cNvPr id="243" name="object 243"/>
            <p:cNvSpPr/>
            <p:nvPr/>
          </p:nvSpPr>
          <p:spPr>
            <a:xfrm>
              <a:off x="8902395" y="2612135"/>
              <a:ext cx="218440" cy="83185"/>
            </a:xfrm>
            <a:custGeom>
              <a:avLst/>
              <a:gdLst/>
              <a:ahLst/>
              <a:cxnLst/>
              <a:rect l="l" t="t" r="r" b="b"/>
              <a:pathLst>
                <a:path w="218440" h="83185">
                  <a:moveTo>
                    <a:pt x="17602" y="64058"/>
                  </a:moveTo>
                  <a:lnTo>
                    <a:pt x="0" y="64058"/>
                  </a:lnTo>
                  <a:lnTo>
                    <a:pt x="0" y="80873"/>
                  </a:lnTo>
                  <a:lnTo>
                    <a:pt x="17602" y="80873"/>
                  </a:lnTo>
                  <a:lnTo>
                    <a:pt x="17602" y="64058"/>
                  </a:lnTo>
                  <a:close/>
                </a:path>
                <a:path w="218440" h="83185">
                  <a:moveTo>
                    <a:pt x="17602" y="23279"/>
                  </a:moveTo>
                  <a:lnTo>
                    <a:pt x="0" y="23279"/>
                  </a:lnTo>
                  <a:lnTo>
                    <a:pt x="0" y="40106"/>
                  </a:lnTo>
                  <a:lnTo>
                    <a:pt x="17602" y="40106"/>
                  </a:lnTo>
                  <a:lnTo>
                    <a:pt x="17602" y="23279"/>
                  </a:lnTo>
                  <a:close/>
                </a:path>
                <a:path w="218440" h="83185">
                  <a:moveTo>
                    <a:pt x="170980" y="32905"/>
                  </a:moveTo>
                  <a:lnTo>
                    <a:pt x="169849" y="25539"/>
                  </a:lnTo>
                  <a:lnTo>
                    <a:pt x="165620" y="14033"/>
                  </a:lnTo>
                  <a:lnTo>
                    <a:pt x="165519" y="13766"/>
                  </a:lnTo>
                  <a:lnTo>
                    <a:pt x="165303" y="13169"/>
                  </a:lnTo>
                  <a:lnTo>
                    <a:pt x="162039" y="8394"/>
                  </a:lnTo>
                  <a:lnTo>
                    <a:pt x="154673" y="2578"/>
                  </a:lnTo>
                  <a:lnTo>
                    <a:pt x="154673" y="35318"/>
                  </a:lnTo>
                  <a:lnTo>
                    <a:pt x="154673" y="47459"/>
                  </a:lnTo>
                  <a:lnTo>
                    <a:pt x="145059" y="68618"/>
                  </a:lnTo>
                  <a:lnTo>
                    <a:pt x="139941" y="68618"/>
                  </a:lnTo>
                  <a:lnTo>
                    <a:pt x="137769" y="67627"/>
                  </a:lnTo>
                  <a:lnTo>
                    <a:pt x="134874" y="64465"/>
                  </a:lnTo>
                  <a:lnTo>
                    <a:pt x="153822" y="28740"/>
                  </a:lnTo>
                  <a:lnTo>
                    <a:pt x="154178" y="30238"/>
                  </a:lnTo>
                  <a:lnTo>
                    <a:pt x="154673" y="35318"/>
                  </a:lnTo>
                  <a:lnTo>
                    <a:pt x="154673" y="2578"/>
                  </a:lnTo>
                  <a:lnTo>
                    <a:pt x="153543" y="1676"/>
                  </a:lnTo>
                  <a:lnTo>
                    <a:pt x="150050" y="533"/>
                  </a:lnTo>
                  <a:lnTo>
                    <a:pt x="150050" y="18199"/>
                  </a:lnTo>
                  <a:lnTo>
                    <a:pt x="131089" y="53936"/>
                  </a:lnTo>
                  <a:lnTo>
                    <a:pt x="130746" y="52489"/>
                  </a:lnTo>
                  <a:lnTo>
                    <a:pt x="130251" y="47459"/>
                  </a:lnTo>
                  <a:lnTo>
                    <a:pt x="130251" y="35318"/>
                  </a:lnTo>
                  <a:lnTo>
                    <a:pt x="139941" y="14033"/>
                  </a:lnTo>
                  <a:lnTo>
                    <a:pt x="145059" y="14033"/>
                  </a:lnTo>
                  <a:lnTo>
                    <a:pt x="147256" y="15049"/>
                  </a:lnTo>
                  <a:lnTo>
                    <a:pt x="150050" y="18199"/>
                  </a:lnTo>
                  <a:lnTo>
                    <a:pt x="150050" y="533"/>
                  </a:lnTo>
                  <a:lnTo>
                    <a:pt x="148437" y="0"/>
                  </a:lnTo>
                  <a:lnTo>
                    <a:pt x="136525" y="0"/>
                  </a:lnTo>
                  <a:lnTo>
                    <a:pt x="113944" y="32905"/>
                  </a:lnTo>
                  <a:lnTo>
                    <a:pt x="113944" y="49949"/>
                  </a:lnTo>
                  <a:lnTo>
                    <a:pt x="136525" y="82651"/>
                  </a:lnTo>
                  <a:lnTo>
                    <a:pt x="148437" y="82651"/>
                  </a:lnTo>
                  <a:lnTo>
                    <a:pt x="165658" y="68618"/>
                  </a:lnTo>
                  <a:lnTo>
                    <a:pt x="169849" y="57289"/>
                  </a:lnTo>
                  <a:lnTo>
                    <a:pt x="170980" y="49949"/>
                  </a:lnTo>
                  <a:lnTo>
                    <a:pt x="170980" y="32905"/>
                  </a:lnTo>
                  <a:close/>
                </a:path>
                <a:path w="218440" h="83185">
                  <a:moveTo>
                    <a:pt x="218071" y="64071"/>
                  </a:moveTo>
                  <a:lnTo>
                    <a:pt x="200520" y="64071"/>
                  </a:lnTo>
                  <a:lnTo>
                    <a:pt x="200520" y="80873"/>
                  </a:lnTo>
                  <a:lnTo>
                    <a:pt x="218071" y="80873"/>
                  </a:lnTo>
                  <a:lnTo>
                    <a:pt x="218071" y="6407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4" name="object 244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9149346" y="2612134"/>
              <a:ext cx="191366" cy="82650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6532217" y="2902282"/>
              <a:ext cx="229426" cy="99181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6850926" y="2902292"/>
              <a:ext cx="716915" cy="113030"/>
            </a:xfrm>
            <a:custGeom>
              <a:avLst/>
              <a:gdLst/>
              <a:ahLst/>
              <a:cxnLst/>
              <a:rect l="l" t="t" r="r" b="b"/>
              <a:pathLst>
                <a:path w="716915" h="113030">
                  <a:moveTo>
                    <a:pt x="74853" y="49822"/>
                  </a:moveTo>
                  <a:lnTo>
                    <a:pt x="0" y="49822"/>
                  </a:lnTo>
                  <a:lnTo>
                    <a:pt x="0" y="66192"/>
                  </a:lnTo>
                  <a:lnTo>
                    <a:pt x="74853" y="66192"/>
                  </a:lnTo>
                  <a:lnTo>
                    <a:pt x="74853" y="49822"/>
                  </a:lnTo>
                  <a:close/>
                </a:path>
                <a:path w="716915" h="113030">
                  <a:moveTo>
                    <a:pt x="233006" y="62636"/>
                  </a:moveTo>
                  <a:lnTo>
                    <a:pt x="213626" y="61810"/>
                  </a:lnTo>
                  <a:lnTo>
                    <a:pt x="212712" y="68465"/>
                  </a:lnTo>
                  <a:lnTo>
                    <a:pt x="210896" y="73558"/>
                  </a:lnTo>
                  <a:lnTo>
                    <a:pt x="205422" y="80581"/>
                  </a:lnTo>
                  <a:lnTo>
                    <a:pt x="202171" y="82334"/>
                  </a:lnTo>
                  <a:lnTo>
                    <a:pt x="194779" y="82334"/>
                  </a:lnTo>
                  <a:lnTo>
                    <a:pt x="181571" y="56654"/>
                  </a:lnTo>
                  <a:lnTo>
                    <a:pt x="181571" y="42697"/>
                  </a:lnTo>
                  <a:lnTo>
                    <a:pt x="194779" y="16840"/>
                  </a:lnTo>
                  <a:lnTo>
                    <a:pt x="202120" y="16840"/>
                  </a:lnTo>
                  <a:lnTo>
                    <a:pt x="205270" y="18478"/>
                  </a:lnTo>
                  <a:lnTo>
                    <a:pt x="210477" y="25057"/>
                  </a:lnTo>
                  <a:lnTo>
                    <a:pt x="212267" y="29806"/>
                  </a:lnTo>
                  <a:lnTo>
                    <a:pt x="213258" y="36029"/>
                  </a:lnTo>
                  <a:lnTo>
                    <a:pt x="232689" y="35153"/>
                  </a:lnTo>
                  <a:lnTo>
                    <a:pt x="207645" y="0"/>
                  </a:lnTo>
                  <a:lnTo>
                    <a:pt x="190677" y="0"/>
                  </a:lnTo>
                  <a:lnTo>
                    <a:pt x="164414" y="29044"/>
                  </a:lnTo>
                  <a:lnTo>
                    <a:pt x="162001" y="49720"/>
                  </a:lnTo>
                  <a:lnTo>
                    <a:pt x="162267" y="57111"/>
                  </a:lnTo>
                  <a:lnTo>
                    <a:pt x="184099" y="97180"/>
                  </a:lnTo>
                  <a:lnTo>
                    <a:pt x="190677" y="99174"/>
                  </a:lnTo>
                  <a:lnTo>
                    <a:pt x="198412" y="99174"/>
                  </a:lnTo>
                  <a:lnTo>
                    <a:pt x="207899" y="99174"/>
                  </a:lnTo>
                  <a:lnTo>
                    <a:pt x="231432" y="70840"/>
                  </a:lnTo>
                  <a:lnTo>
                    <a:pt x="233006" y="62636"/>
                  </a:lnTo>
                  <a:close/>
                </a:path>
                <a:path w="716915" h="113030">
                  <a:moveTo>
                    <a:pt x="311975" y="53594"/>
                  </a:moveTo>
                  <a:lnTo>
                    <a:pt x="293154" y="26771"/>
                  </a:lnTo>
                  <a:lnTo>
                    <a:pt x="293154" y="54292"/>
                  </a:lnTo>
                  <a:lnTo>
                    <a:pt x="293154" y="68059"/>
                  </a:lnTo>
                  <a:lnTo>
                    <a:pt x="291846" y="73367"/>
                  </a:lnTo>
                  <a:lnTo>
                    <a:pt x="286613" y="80797"/>
                  </a:lnTo>
                  <a:lnTo>
                    <a:pt x="282879" y="82651"/>
                  </a:lnTo>
                  <a:lnTo>
                    <a:pt x="273177" y="82651"/>
                  </a:lnTo>
                  <a:lnTo>
                    <a:pt x="269443" y="80797"/>
                  </a:lnTo>
                  <a:lnTo>
                    <a:pt x="264198" y="73367"/>
                  </a:lnTo>
                  <a:lnTo>
                    <a:pt x="262890" y="68059"/>
                  </a:lnTo>
                  <a:lnTo>
                    <a:pt x="262890" y="54292"/>
                  </a:lnTo>
                  <a:lnTo>
                    <a:pt x="264198" y="48996"/>
                  </a:lnTo>
                  <a:lnTo>
                    <a:pt x="269443" y="41617"/>
                  </a:lnTo>
                  <a:lnTo>
                    <a:pt x="273177" y="39776"/>
                  </a:lnTo>
                  <a:lnTo>
                    <a:pt x="282879" y="39776"/>
                  </a:lnTo>
                  <a:lnTo>
                    <a:pt x="286613" y="41617"/>
                  </a:lnTo>
                  <a:lnTo>
                    <a:pt x="291846" y="48996"/>
                  </a:lnTo>
                  <a:lnTo>
                    <a:pt x="293154" y="54292"/>
                  </a:lnTo>
                  <a:lnTo>
                    <a:pt x="293154" y="26771"/>
                  </a:lnTo>
                  <a:lnTo>
                    <a:pt x="290728" y="25311"/>
                  </a:lnTo>
                  <a:lnTo>
                    <a:pt x="284797" y="23787"/>
                  </a:lnTo>
                  <a:lnTo>
                    <a:pt x="271259" y="23787"/>
                  </a:lnTo>
                  <a:lnTo>
                    <a:pt x="244068" y="53594"/>
                  </a:lnTo>
                  <a:lnTo>
                    <a:pt x="244068" y="68821"/>
                  </a:lnTo>
                  <a:lnTo>
                    <a:pt x="271259" y="98640"/>
                  </a:lnTo>
                  <a:lnTo>
                    <a:pt x="284797" y="98640"/>
                  </a:lnTo>
                  <a:lnTo>
                    <a:pt x="290728" y="97116"/>
                  </a:lnTo>
                  <a:lnTo>
                    <a:pt x="300926" y="91008"/>
                  </a:lnTo>
                  <a:lnTo>
                    <a:pt x="304888" y="86664"/>
                  </a:lnTo>
                  <a:lnTo>
                    <a:pt x="306908" y="82651"/>
                  </a:lnTo>
                  <a:lnTo>
                    <a:pt x="310565" y="75412"/>
                  </a:lnTo>
                  <a:lnTo>
                    <a:pt x="311975" y="68821"/>
                  </a:lnTo>
                  <a:lnTo>
                    <a:pt x="311975" y="53594"/>
                  </a:lnTo>
                  <a:close/>
                </a:path>
                <a:path w="716915" h="113030">
                  <a:moveTo>
                    <a:pt x="393573" y="25387"/>
                  </a:moveTo>
                  <a:lnTo>
                    <a:pt x="374370" y="25387"/>
                  </a:lnTo>
                  <a:lnTo>
                    <a:pt x="358228" y="77203"/>
                  </a:lnTo>
                  <a:lnTo>
                    <a:pt x="342074" y="25387"/>
                  </a:lnTo>
                  <a:lnTo>
                    <a:pt x="322884" y="25387"/>
                  </a:lnTo>
                  <a:lnTo>
                    <a:pt x="347205" y="97040"/>
                  </a:lnTo>
                  <a:lnTo>
                    <a:pt x="369239" y="97040"/>
                  </a:lnTo>
                  <a:lnTo>
                    <a:pt x="393573" y="25387"/>
                  </a:lnTo>
                  <a:close/>
                </a:path>
                <a:path w="716915" h="113030">
                  <a:moveTo>
                    <a:pt x="451929" y="800"/>
                  </a:moveTo>
                  <a:lnTo>
                    <a:pt x="433476" y="800"/>
                  </a:lnTo>
                  <a:lnTo>
                    <a:pt x="433476" y="16573"/>
                  </a:lnTo>
                  <a:lnTo>
                    <a:pt x="451929" y="16573"/>
                  </a:lnTo>
                  <a:lnTo>
                    <a:pt x="451929" y="800"/>
                  </a:lnTo>
                  <a:close/>
                </a:path>
                <a:path w="716915" h="113030">
                  <a:moveTo>
                    <a:pt x="474776" y="82600"/>
                  </a:moveTo>
                  <a:lnTo>
                    <a:pt x="452196" y="82600"/>
                  </a:lnTo>
                  <a:lnTo>
                    <a:pt x="452196" y="39827"/>
                  </a:lnTo>
                  <a:lnTo>
                    <a:pt x="452196" y="32080"/>
                  </a:lnTo>
                  <a:lnTo>
                    <a:pt x="452196" y="25387"/>
                  </a:lnTo>
                  <a:lnTo>
                    <a:pt x="408749" y="25387"/>
                  </a:lnTo>
                  <a:lnTo>
                    <a:pt x="408749" y="39827"/>
                  </a:lnTo>
                  <a:lnTo>
                    <a:pt x="434009" y="39827"/>
                  </a:lnTo>
                  <a:lnTo>
                    <a:pt x="434009" y="82600"/>
                  </a:lnTo>
                  <a:lnTo>
                    <a:pt x="407416" y="82600"/>
                  </a:lnTo>
                  <a:lnTo>
                    <a:pt x="407416" y="97040"/>
                  </a:lnTo>
                  <a:lnTo>
                    <a:pt x="474776" y="97040"/>
                  </a:lnTo>
                  <a:lnTo>
                    <a:pt x="474776" y="82600"/>
                  </a:lnTo>
                  <a:close/>
                </a:path>
                <a:path w="716915" h="113030">
                  <a:moveTo>
                    <a:pt x="549897" y="2133"/>
                  </a:moveTo>
                  <a:lnTo>
                    <a:pt x="531888" y="2133"/>
                  </a:lnTo>
                  <a:lnTo>
                    <a:pt x="531888" y="82588"/>
                  </a:lnTo>
                  <a:lnTo>
                    <a:pt x="531812" y="80797"/>
                  </a:lnTo>
                  <a:lnTo>
                    <a:pt x="531863" y="81813"/>
                  </a:lnTo>
                  <a:lnTo>
                    <a:pt x="531888" y="82588"/>
                  </a:lnTo>
                  <a:lnTo>
                    <a:pt x="531888" y="2133"/>
                  </a:lnTo>
                  <a:lnTo>
                    <a:pt x="531774" y="35153"/>
                  </a:lnTo>
                  <a:lnTo>
                    <a:pt x="531774" y="56603"/>
                  </a:lnTo>
                  <a:lnTo>
                    <a:pt x="531774" y="65760"/>
                  </a:lnTo>
                  <a:lnTo>
                    <a:pt x="531215" y="69113"/>
                  </a:lnTo>
                  <a:lnTo>
                    <a:pt x="531126" y="69634"/>
                  </a:lnTo>
                  <a:lnTo>
                    <a:pt x="528586" y="75844"/>
                  </a:lnTo>
                  <a:lnTo>
                    <a:pt x="528523" y="76009"/>
                  </a:lnTo>
                  <a:lnTo>
                    <a:pt x="526681" y="78447"/>
                  </a:lnTo>
                  <a:lnTo>
                    <a:pt x="521931" y="81813"/>
                  </a:lnTo>
                  <a:lnTo>
                    <a:pt x="519163" y="82651"/>
                  </a:lnTo>
                  <a:lnTo>
                    <a:pt x="511098" y="82651"/>
                  </a:lnTo>
                  <a:lnTo>
                    <a:pt x="507390" y="80797"/>
                  </a:lnTo>
                  <a:lnTo>
                    <a:pt x="502348" y="73393"/>
                  </a:lnTo>
                  <a:lnTo>
                    <a:pt x="501091" y="68097"/>
                  </a:lnTo>
                  <a:lnTo>
                    <a:pt x="501091" y="54305"/>
                  </a:lnTo>
                  <a:lnTo>
                    <a:pt x="502348" y="48996"/>
                  </a:lnTo>
                  <a:lnTo>
                    <a:pt x="507390" y="41617"/>
                  </a:lnTo>
                  <a:lnTo>
                    <a:pt x="511073" y="39776"/>
                  </a:lnTo>
                  <a:lnTo>
                    <a:pt x="519137" y="39776"/>
                  </a:lnTo>
                  <a:lnTo>
                    <a:pt x="531774" y="56603"/>
                  </a:lnTo>
                  <a:lnTo>
                    <a:pt x="531774" y="35153"/>
                  </a:lnTo>
                  <a:lnTo>
                    <a:pt x="514807" y="23787"/>
                  </a:lnTo>
                  <a:lnTo>
                    <a:pt x="505002" y="23787"/>
                  </a:lnTo>
                  <a:lnTo>
                    <a:pt x="499986" y="25260"/>
                  </a:lnTo>
                  <a:lnTo>
                    <a:pt x="491439" y="31165"/>
                  </a:lnTo>
                  <a:lnTo>
                    <a:pt x="488124" y="35433"/>
                  </a:lnTo>
                  <a:lnTo>
                    <a:pt x="483565" y="46291"/>
                  </a:lnTo>
                  <a:lnTo>
                    <a:pt x="483438" y="46583"/>
                  </a:lnTo>
                  <a:lnTo>
                    <a:pt x="482371" y="52692"/>
                  </a:lnTo>
                  <a:lnTo>
                    <a:pt x="482358" y="69634"/>
                  </a:lnTo>
                  <a:lnTo>
                    <a:pt x="483438" y="75844"/>
                  </a:lnTo>
                  <a:lnTo>
                    <a:pt x="488124" y="87007"/>
                  </a:lnTo>
                  <a:lnTo>
                    <a:pt x="491439" y="91274"/>
                  </a:lnTo>
                  <a:lnTo>
                    <a:pt x="499986" y="97167"/>
                  </a:lnTo>
                  <a:lnTo>
                    <a:pt x="505002" y="98640"/>
                  </a:lnTo>
                  <a:lnTo>
                    <a:pt x="514883" y="98640"/>
                  </a:lnTo>
                  <a:lnTo>
                    <a:pt x="532041" y="85940"/>
                  </a:lnTo>
                  <a:lnTo>
                    <a:pt x="532269" y="91274"/>
                  </a:lnTo>
                  <a:lnTo>
                    <a:pt x="532333" y="92608"/>
                  </a:lnTo>
                  <a:lnTo>
                    <a:pt x="532422" y="94716"/>
                  </a:lnTo>
                  <a:lnTo>
                    <a:pt x="532523" y="97040"/>
                  </a:lnTo>
                  <a:lnTo>
                    <a:pt x="549897" y="97040"/>
                  </a:lnTo>
                  <a:lnTo>
                    <a:pt x="549897" y="78028"/>
                  </a:lnTo>
                  <a:lnTo>
                    <a:pt x="549897" y="43192"/>
                  </a:lnTo>
                  <a:lnTo>
                    <a:pt x="549897" y="2133"/>
                  </a:lnTo>
                  <a:close/>
                </a:path>
                <a:path w="716915" h="113030">
                  <a:moveTo>
                    <a:pt x="634644" y="49720"/>
                  </a:moveTo>
                  <a:lnTo>
                    <a:pt x="628307" y="16840"/>
                  </a:lnTo>
                  <a:lnTo>
                    <a:pt x="627722" y="15265"/>
                  </a:lnTo>
                  <a:lnTo>
                    <a:pt x="623658" y="9639"/>
                  </a:lnTo>
                  <a:lnTo>
                    <a:pt x="615061" y="3441"/>
                  </a:lnTo>
                  <a:lnTo>
                    <a:pt x="615061" y="42049"/>
                  </a:lnTo>
                  <a:lnTo>
                    <a:pt x="614997" y="57797"/>
                  </a:lnTo>
                  <a:lnTo>
                    <a:pt x="608571" y="79705"/>
                  </a:lnTo>
                  <a:lnTo>
                    <a:pt x="604837" y="64528"/>
                  </a:lnTo>
                  <a:lnTo>
                    <a:pt x="592226" y="64528"/>
                  </a:lnTo>
                  <a:lnTo>
                    <a:pt x="596595" y="82334"/>
                  </a:lnTo>
                  <a:lnTo>
                    <a:pt x="595312" y="82334"/>
                  </a:lnTo>
                  <a:lnTo>
                    <a:pt x="582574" y="57797"/>
                  </a:lnTo>
                  <a:lnTo>
                    <a:pt x="582587" y="42049"/>
                  </a:lnTo>
                  <a:lnTo>
                    <a:pt x="595312" y="16840"/>
                  </a:lnTo>
                  <a:lnTo>
                    <a:pt x="602386" y="16840"/>
                  </a:lnTo>
                  <a:lnTo>
                    <a:pt x="615061" y="42049"/>
                  </a:lnTo>
                  <a:lnTo>
                    <a:pt x="615061" y="3441"/>
                  </a:lnTo>
                  <a:lnTo>
                    <a:pt x="612965" y="1930"/>
                  </a:lnTo>
                  <a:lnTo>
                    <a:pt x="606475" y="0"/>
                  </a:lnTo>
                  <a:lnTo>
                    <a:pt x="591185" y="0"/>
                  </a:lnTo>
                  <a:lnTo>
                    <a:pt x="565365" y="28511"/>
                  </a:lnTo>
                  <a:lnTo>
                    <a:pt x="563003" y="49720"/>
                  </a:lnTo>
                  <a:lnTo>
                    <a:pt x="563219" y="56222"/>
                  </a:lnTo>
                  <a:lnTo>
                    <a:pt x="584860" y="97307"/>
                  </a:lnTo>
                  <a:lnTo>
                    <a:pt x="591185" y="99174"/>
                  </a:lnTo>
                  <a:lnTo>
                    <a:pt x="600735" y="99174"/>
                  </a:lnTo>
                  <a:lnTo>
                    <a:pt x="604139" y="113030"/>
                  </a:lnTo>
                  <a:lnTo>
                    <a:pt x="616762" y="113030"/>
                  </a:lnTo>
                  <a:lnTo>
                    <a:pt x="613359" y="99174"/>
                  </a:lnTo>
                  <a:lnTo>
                    <a:pt x="612902" y="97307"/>
                  </a:lnTo>
                  <a:lnTo>
                    <a:pt x="606475" y="99174"/>
                  </a:lnTo>
                  <a:lnTo>
                    <a:pt x="612800" y="97307"/>
                  </a:lnTo>
                  <a:lnTo>
                    <a:pt x="610997" y="89598"/>
                  </a:lnTo>
                  <a:lnTo>
                    <a:pt x="612902" y="97307"/>
                  </a:lnTo>
                  <a:lnTo>
                    <a:pt x="623658" y="89598"/>
                  </a:lnTo>
                  <a:lnTo>
                    <a:pt x="627722" y="83997"/>
                  </a:lnTo>
                  <a:lnTo>
                    <a:pt x="634428" y="56222"/>
                  </a:lnTo>
                  <a:lnTo>
                    <a:pt x="634644" y="49720"/>
                  </a:lnTo>
                  <a:close/>
                </a:path>
                <a:path w="716915" h="113030">
                  <a:moveTo>
                    <a:pt x="716610" y="97040"/>
                  </a:moveTo>
                  <a:lnTo>
                    <a:pt x="711085" y="76860"/>
                  </a:lnTo>
                  <a:lnTo>
                    <a:pt x="706539" y="60248"/>
                  </a:lnTo>
                  <a:lnTo>
                    <a:pt x="696912" y="25069"/>
                  </a:lnTo>
                  <a:lnTo>
                    <a:pt x="690626" y="2133"/>
                  </a:lnTo>
                  <a:lnTo>
                    <a:pt x="688009" y="2133"/>
                  </a:lnTo>
                  <a:lnTo>
                    <a:pt x="688009" y="60248"/>
                  </a:lnTo>
                  <a:lnTo>
                    <a:pt x="670026" y="60248"/>
                  </a:lnTo>
                  <a:lnTo>
                    <a:pt x="679018" y="25069"/>
                  </a:lnTo>
                  <a:lnTo>
                    <a:pt x="688009" y="60248"/>
                  </a:lnTo>
                  <a:lnTo>
                    <a:pt x="688009" y="2133"/>
                  </a:lnTo>
                  <a:lnTo>
                    <a:pt x="667423" y="2133"/>
                  </a:lnTo>
                  <a:lnTo>
                    <a:pt x="641438" y="97040"/>
                  </a:lnTo>
                  <a:lnTo>
                    <a:pt x="660628" y="97040"/>
                  </a:lnTo>
                  <a:lnTo>
                    <a:pt x="665784" y="76860"/>
                  </a:lnTo>
                  <a:lnTo>
                    <a:pt x="692251" y="76860"/>
                  </a:lnTo>
                  <a:lnTo>
                    <a:pt x="697420" y="97040"/>
                  </a:lnTo>
                  <a:lnTo>
                    <a:pt x="716610" y="9704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7658864" y="2903085"/>
              <a:ext cx="784298" cy="116291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535257" y="3104032"/>
              <a:ext cx="186020" cy="80424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6802593" y="3102250"/>
              <a:ext cx="251741" cy="82651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7088632" y="3102254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893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509" y="12700"/>
                  </a:lnTo>
                  <a:lnTo>
                    <a:pt x="160274" y="9359"/>
                  </a:lnTo>
                  <a:lnTo>
                    <a:pt x="159664" y="8445"/>
                  </a:lnTo>
                  <a:lnTo>
                    <a:pt x="158407" y="7429"/>
                  </a:lnTo>
                  <a:lnTo>
                    <a:pt x="158407" y="34836"/>
                  </a:lnTo>
                  <a:lnTo>
                    <a:pt x="158407" y="47904"/>
                  </a:lnTo>
                  <a:lnTo>
                    <a:pt x="144297" y="73291"/>
                  </a:lnTo>
                  <a:lnTo>
                    <a:pt x="136944" y="73291"/>
                  </a:lnTo>
                  <a:lnTo>
                    <a:pt x="133781" y="71996"/>
                  </a:lnTo>
                  <a:lnTo>
                    <a:pt x="131686" y="69951"/>
                  </a:lnTo>
                  <a:lnTo>
                    <a:pt x="130225" y="68529"/>
                  </a:lnTo>
                  <a:lnTo>
                    <a:pt x="155613" y="22288"/>
                  </a:lnTo>
                  <a:lnTo>
                    <a:pt x="157683" y="29133"/>
                  </a:lnTo>
                  <a:lnTo>
                    <a:pt x="158407" y="34836"/>
                  </a:lnTo>
                  <a:lnTo>
                    <a:pt x="158407" y="7429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52" y="60363"/>
                  </a:lnTo>
                  <a:lnTo>
                    <a:pt x="123482" y="53530"/>
                  </a:lnTo>
                  <a:lnTo>
                    <a:pt x="122758" y="47904"/>
                  </a:lnTo>
                  <a:lnTo>
                    <a:pt x="122758" y="34836"/>
                  </a:lnTo>
                  <a:lnTo>
                    <a:pt x="136944" y="9359"/>
                  </a:lnTo>
                  <a:lnTo>
                    <a:pt x="144297" y="9359"/>
                  </a:lnTo>
                  <a:lnTo>
                    <a:pt x="147472" y="10655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37" y="32893"/>
                  </a:lnTo>
                  <a:lnTo>
                    <a:pt x="112737" y="49911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51345" y="80987"/>
                  </a:lnTo>
                  <a:lnTo>
                    <a:pt x="159664" y="74295"/>
                  </a:lnTo>
                  <a:lnTo>
                    <a:pt x="160337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27" y="49911"/>
                  </a:lnTo>
                  <a:lnTo>
                    <a:pt x="168427" y="32893"/>
                  </a:lnTo>
                  <a:close/>
                </a:path>
                <a:path w="214629" h="83185">
                  <a:moveTo>
                    <a:pt x="214325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25" y="80873"/>
                  </a:lnTo>
                  <a:lnTo>
                    <a:pt x="214325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1" name="object 251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7335038" y="3102250"/>
              <a:ext cx="189362" cy="82651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8282968" y="3103921"/>
              <a:ext cx="253969" cy="80980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8618251" y="3102250"/>
              <a:ext cx="251741" cy="82651"/>
            </a:xfrm>
            <a:prstGeom prst="rect">
              <a:avLst/>
            </a:prstGeom>
          </p:spPr>
        </p:pic>
        <p:sp>
          <p:nvSpPr>
            <p:cNvPr id="254" name="object 254"/>
            <p:cNvSpPr/>
            <p:nvPr/>
          </p:nvSpPr>
          <p:spPr>
            <a:xfrm>
              <a:off x="8904300" y="3102254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214629" h="83185">
                  <a:moveTo>
                    <a:pt x="13804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04" y="37871"/>
                  </a:lnTo>
                  <a:lnTo>
                    <a:pt x="13804" y="24282"/>
                  </a:lnTo>
                  <a:close/>
                </a:path>
                <a:path w="214629" h="83185">
                  <a:moveTo>
                    <a:pt x="168414" y="32893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496" y="12700"/>
                  </a:lnTo>
                  <a:lnTo>
                    <a:pt x="160261" y="9359"/>
                  </a:lnTo>
                  <a:lnTo>
                    <a:pt x="159651" y="8445"/>
                  </a:lnTo>
                  <a:lnTo>
                    <a:pt x="158394" y="7429"/>
                  </a:lnTo>
                  <a:lnTo>
                    <a:pt x="158394" y="34836"/>
                  </a:lnTo>
                  <a:lnTo>
                    <a:pt x="158394" y="47904"/>
                  </a:lnTo>
                  <a:lnTo>
                    <a:pt x="144284" y="73291"/>
                  </a:lnTo>
                  <a:lnTo>
                    <a:pt x="136931" y="73291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29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36"/>
                  </a:lnTo>
                  <a:lnTo>
                    <a:pt x="158394" y="7429"/>
                  </a:lnTo>
                  <a:lnTo>
                    <a:pt x="151333" y="1689"/>
                  </a:lnTo>
                  <a:lnTo>
                    <a:pt x="150939" y="1562"/>
                  </a:lnTo>
                  <a:lnTo>
                    <a:pt x="150939" y="14097"/>
                  </a:lnTo>
                  <a:lnTo>
                    <a:pt x="125539" y="60363"/>
                  </a:lnTo>
                  <a:lnTo>
                    <a:pt x="123469" y="53530"/>
                  </a:lnTo>
                  <a:lnTo>
                    <a:pt x="122745" y="47904"/>
                  </a:lnTo>
                  <a:lnTo>
                    <a:pt x="122745" y="34836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55"/>
                  </a:lnTo>
                  <a:lnTo>
                    <a:pt x="150939" y="14097"/>
                  </a:lnTo>
                  <a:lnTo>
                    <a:pt x="150939" y="1562"/>
                  </a:lnTo>
                  <a:lnTo>
                    <a:pt x="146367" y="0"/>
                  </a:lnTo>
                  <a:lnTo>
                    <a:pt x="134848" y="0"/>
                  </a:lnTo>
                  <a:lnTo>
                    <a:pt x="112725" y="32893"/>
                  </a:lnTo>
                  <a:lnTo>
                    <a:pt x="112725" y="49911"/>
                  </a:lnTo>
                  <a:lnTo>
                    <a:pt x="134848" y="82651"/>
                  </a:lnTo>
                  <a:lnTo>
                    <a:pt x="146367" y="82651"/>
                  </a:lnTo>
                  <a:lnTo>
                    <a:pt x="151333" y="80987"/>
                  </a:lnTo>
                  <a:lnTo>
                    <a:pt x="159651" y="74295"/>
                  </a:lnTo>
                  <a:lnTo>
                    <a:pt x="160324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14" y="49911"/>
                  </a:lnTo>
                  <a:lnTo>
                    <a:pt x="168414" y="32893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494" y="67284"/>
                  </a:lnTo>
                  <a:lnTo>
                    <a:pt x="200494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5" name="object 255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9151810" y="3102250"/>
              <a:ext cx="188249" cy="82651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6531692" y="3269335"/>
              <a:ext cx="257534" cy="97577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6869427" y="3269335"/>
              <a:ext cx="251741" cy="82651"/>
            </a:xfrm>
            <a:prstGeom prst="rect">
              <a:avLst/>
            </a:prstGeom>
          </p:spPr>
        </p:pic>
        <p:sp>
          <p:nvSpPr>
            <p:cNvPr id="258" name="object 258"/>
            <p:cNvSpPr/>
            <p:nvPr/>
          </p:nvSpPr>
          <p:spPr>
            <a:xfrm>
              <a:off x="7155472" y="3269335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95"/>
                  </a:moveTo>
                  <a:lnTo>
                    <a:pt x="0" y="24295"/>
                  </a:lnTo>
                  <a:lnTo>
                    <a:pt x="0" y="37884"/>
                  </a:lnTo>
                  <a:lnTo>
                    <a:pt x="13817" y="37884"/>
                  </a:lnTo>
                  <a:lnTo>
                    <a:pt x="13817" y="24295"/>
                  </a:lnTo>
                  <a:close/>
                </a:path>
                <a:path w="214629" h="83185">
                  <a:moveTo>
                    <a:pt x="168427" y="32905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509" y="12700"/>
                  </a:lnTo>
                  <a:lnTo>
                    <a:pt x="160261" y="9359"/>
                  </a:lnTo>
                  <a:lnTo>
                    <a:pt x="159664" y="8458"/>
                  </a:lnTo>
                  <a:lnTo>
                    <a:pt x="158394" y="7429"/>
                  </a:lnTo>
                  <a:lnTo>
                    <a:pt x="158394" y="34836"/>
                  </a:lnTo>
                  <a:lnTo>
                    <a:pt x="158394" y="47904"/>
                  </a:lnTo>
                  <a:lnTo>
                    <a:pt x="144284" y="73304"/>
                  </a:lnTo>
                  <a:lnTo>
                    <a:pt x="136931" y="73304"/>
                  </a:lnTo>
                  <a:lnTo>
                    <a:pt x="133781" y="71996"/>
                  </a:lnTo>
                  <a:lnTo>
                    <a:pt x="131673" y="69964"/>
                  </a:lnTo>
                  <a:lnTo>
                    <a:pt x="130213" y="68541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36"/>
                  </a:lnTo>
                  <a:lnTo>
                    <a:pt x="158394" y="7429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39" y="60375"/>
                  </a:lnTo>
                  <a:lnTo>
                    <a:pt x="123469" y="53530"/>
                  </a:lnTo>
                  <a:lnTo>
                    <a:pt x="122745" y="47904"/>
                  </a:lnTo>
                  <a:lnTo>
                    <a:pt x="122745" y="34836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68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25" y="32905"/>
                  </a:lnTo>
                  <a:lnTo>
                    <a:pt x="112725" y="49911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68427" y="49911"/>
                  </a:lnTo>
                  <a:lnTo>
                    <a:pt x="168427" y="32905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9" name="object 259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7400758" y="3269335"/>
              <a:ext cx="190477" cy="82651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8278378" y="3271117"/>
              <a:ext cx="190563" cy="80424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8545710" y="3269335"/>
              <a:ext cx="327973" cy="82651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8902395" y="3269335"/>
              <a:ext cx="218440" cy="83185"/>
            </a:xfrm>
            <a:custGeom>
              <a:avLst/>
              <a:gdLst/>
              <a:ahLst/>
              <a:cxnLst/>
              <a:rect l="l" t="t" r="r" b="b"/>
              <a:pathLst>
                <a:path w="218440" h="83185">
                  <a:moveTo>
                    <a:pt x="17602" y="64058"/>
                  </a:moveTo>
                  <a:lnTo>
                    <a:pt x="0" y="64058"/>
                  </a:lnTo>
                  <a:lnTo>
                    <a:pt x="0" y="80873"/>
                  </a:lnTo>
                  <a:lnTo>
                    <a:pt x="17602" y="80873"/>
                  </a:lnTo>
                  <a:lnTo>
                    <a:pt x="17602" y="64058"/>
                  </a:lnTo>
                  <a:close/>
                </a:path>
                <a:path w="218440" h="83185">
                  <a:moveTo>
                    <a:pt x="17602" y="23291"/>
                  </a:moveTo>
                  <a:lnTo>
                    <a:pt x="0" y="23291"/>
                  </a:lnTo>
                  <a:lnTo>
                    <a:pt x="0" y="40106"/>
                  </a:lnTo>
                  <a:lnTo>
                    <a:pt x="17602" y="40106"/>
                  </a:lnTo>
                  <a:lnTo>
                    <a:pt x="17602" y="23291"/>
                  </a:lnTo>
                  <a:close/>
                </a:path>
                <a:path w="218440" h="83185">
                  <a:moveTo>
                    <a:pt x="170980" y="32905"/>
                  </a:moveTo>
                  <a:lnTo>
                    <a:pt x="169849" y="25539"/>
                  </a:lnTo>
                  <a:lnTo>
                    <a:pt x="165620" y="14046"/>
                  </a:lnTo>
                  <a:lnTo>
                    <a:pt x="165519" y="13766"/>
                  </a:lnTo>
                  <a:lnTo>
                    <a:pt x="165303" y="13169"/>
                  </a:lnTo>
                  <a:lnTo>
                    <a:pt x="162039" y="8394"/>
                  </a:lnTo>
                  <a:lnTo>
                    <a:pt x="154673" y="2590"/>
                  </a:lnTo>
                  <a:lnTo>
                    <a:pt x="154673" y="35318"/>
                  </a:lnTo>
                  <a:lnTo>
                    <a:pt x="154673" y="47459"/>
                  </a:lnTo>
                  <a:lnTo>
                    <a:pt x="145059" y="68618"/>
                  </a:lnTo>
                  <a:lnTo>
                    <a:pt x="139941" y="68618"/>
                  </a:lnTo>
                  <a:lnTo>
                    <a:pt x="137769" y="67627"/>
                  </a:lnTo>
                  <a:lnTo>
                    <a:pt x="134874" y="64465"/>
                  </a:lnTo>
                  <a:lnTo>
                    <a:pt x="153822" y="28740"/>
                  </a:lnTo>
                  <a:lnTo>
                    <a:pt x="154178" y="30238"/>
                  </a:lnTo>
                  <a:lnTo>
                    <a:pt x="154673" y="35318"/>
                  </a:lnTo>
                  <a:lnTo>
                    <a:pt x="154673" y="2590"/>
                  </a:lnTo>
                  <a:lnTo>
                    <a:pt x="153543" y="1689"/>
                  </a:lnTo>
                  <a:lnTo>
                    <a:pt x="150050" y="546"/>
                  </a:lnTo>
                  <a:lnTo>
                    <a:pt x="150050" y="18199"/>
                  </a:lnTo>
                  <a:lnTo>
                    <a:pt x="131089" y="53936"/>
                  </a:lnTo>
                  <a:lnTo>
                    <a:pt x="130746" y="52489"/>
                  </a:lnTo>
                  <a:lnTo>
                    <a:pt x="130251" y="47459"/>
                  </a:lnTo>
                  <a:lnTo>
                    <a:pt x="130251" y="35318"/>
                  </a:lnTo>
                  <a:lnTo>
                    <a:pt x="139941" y="14046"/>
                  </a:lnTo>
                  <a:lnTo>
                    <a:pt x="145059" y="14046"/>
                  </a:lnTo>
                  <a:lnTo>
                    <a:pt x="147256" y="15049"/>
                  </a:lnTo>
                  <a:lnTo>
                    <a:pt x="150050" y="18199"/>
                  </a:lnTo>
                  <a:lnTo>
                    <a:pt x="150050" y="546"/>
                  </a:lnTo>
                  <a:lnTo>
                    <a:pt x="148437" y="0"/>
                  </a:lnTo>
                  <a:lnTo>
                    <a:pt x="136525" y="0"/>
                  </a:lnTo>
                  <a:lnTo>
                    <a:pt x="113944" y="32905"/>
                  </a:lnTo>
                  <a:lnTo>
                    <a:pt x="113944" y="49949"/>
                  </a:lnTo>
                  <a:lnTo>
                    <a:pt x="136525" y="82651"/>
                  </a:lnTo>
                  <a:lnTo>
                    <a:pt x="148437" y="82651"/>
                  </a:lnTo>
                  <a:lnTo>
                    <a:pt x="165658" y="68618"/>
                  </a:lnTo>
                  <a:lnTo>
                    <a:pt x="169849" y="57289"/>
                  </a:lnTo>
                  <a:lnTo>
                    <a:pt x="170980" y="49949"/>
                  </a:lnTo>
                  <a:lnTo>
                    <a:pt x="170980" y="32905"/>
                  </a:lnTo>
                  <a:close/>
                </a:path>
                <a:path w="218440" h="83185">
                  <a:moveTo>
                    <a:pt x="218071" y="64071"/>
                  </a:moveTo>
                  <a:lnTo>
                    <a:pt x="200520" y="64071"/>
                  </a:lnTo>
                  <a:lnTo>
                    <a:pt x="200520" y="80873"/>
                  </a:lnTo>
                  <a:lnTo>
                    <a:pt x="218071" y="80873"/>
                  </a:lnTo>
                  <a:lnTo>
                    <a:pt x="218071" y="6407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3" name="object 263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9149346" y="3269335"/>
              <a:ext cx="192034" cy="82651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6532217" y="3559484"/>
              <a:ext cx="229426" cy="99181"/>
            </a:xfrm>
            <a:prstGeom prst="rect">
              <a:avLst/>
            </a:prstGeom>
          </p:spPr>
        </p:pic>
        <p:sp>
          <p:nvSpPr>
            <p:cNvPr id="265" name="object 265"/>
            <p:cNvSpPr/>
            <p:nvPr/>
          </p:nvSpPr>
          <p:spPr>
            <a:xfrm>
              <a:off x="6850932" y="3609315"/>
              <a:ext cx="74930" cy="16510"/>
            </a:xfrm>
            <a:custGeom>
              <a:avLst/>
              <a:gdLst/>
              <a:ahLst/>
              <a:cxnLst/>
              <a:rect l="l" t="t" r="r" b="b"/>
              <a:pathLst>
                <a:path w="74929" h="16510">
                  <a:moveTo>
                    <a:pt x="74853" y="0"/>
                  </a:moveTo>
                  <a:lnTo>
                    <a:pt x="0" y="0"/>
                  </a:lnTo>
                  <a:lnTo>
                    <a:pt x="0" y="16361"/>
                  </a:lnTo>
                  <a:lnTo>
                    <a:pt x="74853" y="16361"/>
                  </a:lnTo>
                  <a:lnTo>
                    <a:pt x="7485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6" name="object 266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7012934" y="3559484"/>
              <a:ext cx="388113" cy="99181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7424893" y="3609315"/>
              <a:ext cx="50165" cy="16510"/>
            </a:xfrm>
            <a:custGeom>
              <a:avLst/>
              <a:gdLst/>
              <a:ahLst/>
              <a:cxnLst/>
              <a:rect l="l" t="t" r="r" b="b"/>
              <a:pathLst>
                <a:path w="50165" h="16510">
                  <a:moveTo>
                    <a:pt x="49725" y="0"/>
                  </a:moveTo>
                  <a:lnTo>
                    <a:pt x="0" y="0"/>
                  </a:lnTo>
                  <a:lnTo>
                    <a:pt x="0" y="16413"/>
                  </a:lnTo>
                  <a:lnTo>
                    <a:pt x="49725" y="16413"/>
                  </a:lnTo>
                  <a:lnTo>
                    <a:pt x="49725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8" name="object 268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7493688" y="3560286"/>
              <a:ext cx="467742" cy="97845"/>
            </a:xfrm>
            <a:prstGeom prst="rect">
              <a:avLst/>
            </a:prstGeom>
          </p:spPr>
        </p:pic>
        <p:sp>
          <p:nvSpPr>
            <p:cNvPr id="269" name="object 269"/>
            <p:cNvSpPr/>
            <p:nvPr/>
          </p:nvSpPr>
          <p:spPr>
            <a:xfrm>
              <a:off x="8069432" y="3556276"/>
              <a:ext cx="44450" cy="115570"/>
            </a:xfrm>
            <a:custGeom>
              <a:avLst/>
              <a:gdLst/>
              <a:ahLst/>
              <a:cxnLst/>
              <a:rect l="l" t="t" r="r" b="b"/>
              <a:pathLst>
                <a:path w="44450" h="115570">
                  <a:moveTo>
                    <a:pt x="43842" y="0"/>
                  </a:moveTo>
                  <a:lnTo>
                    <a:pt x="25557" y="0"/>
                  </a:lnTo>
                  <a:lnTo>
                    <a:pt x="18926" y="6256"/>
                  </a:lnTo>
                  <a:lnTo>
                    <a:pt x="748" y="44582"/>
                  </a:lnTo>
                  <a:lnTo>
                    <a:pt x="0" y="51024"/>
                  </a:lnTo>
                  <a:lnTo>
                    <a:pt x="0" y="63929"/>
                  </a:lnTo>
                  <a:lnTo>
                    <a:pt x="13757" y="102384"/>
                  </a:lnTo>
                  <a:lnTo>
                    <a:pt x="25557" y="114954"/>
                  </a:lnTo>
                  <a:lnTo>
                    <a:pt x="43842" y="114954"/>
                  </a:lnTo>
                  <a:lnTo>
                    <a:pt x="37641" y="108538"/>
                  </a:lnTo>
                  <a:lnTo>
                    <a:pt x="32788" y="102144"/>
                  </a:lnTo>
                  <a:lnTo>
                    <a:pt x="25783" y="89401"/>
                  </a:lnTo>
                  <a:lnTo>
                    <a:pt x="23314" y="83030"/>
                  </a:lnTo>
                  <a:lnTo>
                    <a:pt x="20445" y="70286"/>
                  </a:lnTo>
                  <a:lnTo>
                    <a:pt x="19728" y="63893"/>
                  </a:lnTo>
                  <a:lnTo>
                    <a:pt x="19728" y="51061"/>
                  </a:lnTo>
                  <a:lnTo>
                    <a:pt x="32788" y="12698"/>
                  </a:lnTo>
                  <a:lnTo>
                    <a:pt x="37641" y="6327"/>
                  </a:lnTo>
                  <a:lnTo>
                    <a:pt x="43842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0" name="object 270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8138938" y="3561623"/>
              <a:ext cx="464891" cy="114954"/>
            </a:xfrm>
            <a:prstGeom prst="rect">
              <a:avLst/>
            </a:prstGeom>
          </p:spPr>
        </p:pic>
        <p:sp>
          <p:nvSpPr>
            <p:cNvPr id="271" name="object 271"/>
            <p:cNvSpPr/>
            <p:nvPr/>
          </p:nvSpPr>
          <p:spPr>
            <a:xfrm>
              <a:off x="8630829" y="3556276"/>
              <a:ext cx="44450" cy="115570"/>
            </a:xfrm>
            <a:custGeom>
              <a:avLst/>
              <a:gdLst/>
              <a:ahLst/>
              <a:cxnLst/>
              <a:rect l="l" t="t" r="r" b="b"/>
              <a:pathLst>
                <a:path w="44450" h="115570">
                  <a:moveTo>
                    <a:pt x="18285" y="0"/>
                  </a:moveTo>
                  <a:lnTo>
                    <a:pt x="0" y="0"/>
                  </a:lnTo>
                  <a:lnTo>
                    <a:pt x="6256" y="6327"/>
                  </a:lnTo>
                  <a:lnTo>
                    <a:pt x="11121" y="12698"/>
                  </a:lnTo>
                  <a:lnTo>
                    <a:pt x="18072" y="25530"/>
                  </a:lnTo>
                  <a:lnTo>
                    <a:pt x="20527" y="31923"/>
                  </a:lnTo>
                  <a:lnTo>
                    <a:pt x="23397" y="44667"/>
                  </a:lnTo>
                  <a:lnTo>
                    <a:pt x="24114" y="51061"/>
                  </a:lnTo>
                  <a:lnTo>
                    <a:pt x="24114" y="63893"/>
                  </a:lnTo>
                  <a:lnTo>
                    <a:pt x="11121" y="102144"/>
                  </a:lnTo>
                  <a:lnTo>
                    <a:pt x="0" y="114954"/>
                  </a:lnTo>
                  <a:lnTo>
                    <a:pt x="18285" y="114954"/>
                  </a:lnTo>
                  <a:lnTo>
                    <a:pt x="40101" y="83239"/>
                  </a:lnTo>
                  <a:lnTo>
                    <a:pt x="43842" y="63929"/>
                  </a:lnTo>
                  <a:lnTo>
                    <a:pt x="43842" y="51024"/>
                  </a:lnTo>
                  <a:lnTo>
                    <a:pt x="30085" y="12569"/>
                  </a:lnTo>
                  <a:lnTo>
                    <a:pt x="24916" y="6256"/>
                  </a:lnTo>
                  <a:lnTo>
                    <a:pt x="18285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2" name="object 272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535257" y="3761234"/>
              <a:ext cx="186020" cy="80424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6802593" y="3759452"/>
              <a:ext cx="251741" cy="82650"/>
            </a:xfrm>
            <a:prstGeom prst="rect">
              <a:avLst/>
            </a:prstGeom>
          </p:spPr>
        </p:pic>
        <p:sp>
          <p:nvSpPr>
            <p:cNvPr id="274" name="object 274"/>
            <p:cNvSpPr/>
            <p:nvPr/>
          </p:nvSpPr>
          <p:spPr>
            <a:xfrm>
              <a:off x="7088632" y="3759453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17" y="80873"/>
                  </a:lnTo>
                  <a:lnTo>
                    <a:pt x="13817" y="67284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905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509" y="12700"/>
                  </a:lnTo>
                  <a:lnTo>
                    <a:pt x="160274" y="9359"/>
                  </a:lnTo>
                  <a:lnTo>
                    <a:pt x="159664" y="8445"/>
                  </a:lnTo>
                  <a:lnTo>
                    <a:pt x="158407" y="7429"/>
                  </a:lnTo>
                  <a:lnTo>
                    <a:pt x="158407" y="34836"/>
                  </a:lnTo>
                  <a:lnTo>
                    <a:pt x="158407" y="47904"/>
                  </a:lnTo>
                  <a:lnTo>
                    <a:pt x="144297" y="73304"/>
                  </a:lnTo>
                  <a:lnTo>
                    <a:pt x="136944" y="73304"/>
                  </a:lnTo>
                  <a:lnTo>
                    <a:pt x="133781" y="71996"/>
                  </a:lnTo>
                  <a:lnTo>
                    <a:pt x="131686" y="69951"/>
                  </a:lnTo>
                  <a:lnTo>
                    <a:pt x="130225" y="68529"/>
                  </a:lnTo>
                  <a:lnTo>
                    <a:pt x="155613" y="22288"/>
                  </a:lnTo>
                  <a:lnTo>
                    <a:pt x="157683" y="29133"/>
                  </a:lnTo>
                  <a:lnTo>
                    <a:pt x="158407" y="34836"/>
                  </a:lnTo>
                  <a:lnTo>
                    <a:pt x="158407" y="7429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97"/>
                  </a:lnTo>
                  <a:lnTo>
                    <a:pt x="125552" y="60363"/>
                  </a:lnTo>
                  <a:lnTo>
                    <a:pt x="123482" y="53530"/>
                  </a:lnTo>
                  <a:lnTo>
                    <a:pt x="122758" y="47904"/>
                  </a:lnTo>
                  <a:lnTo>
                    <a:pt x="122758" y="34836"/>
                  </a:lnTo>
                  <a:lnTo>
                    <a:pt x="136944" y="9359"/>
                  </a:lnTo>
                  <a:lnTo>
                    <a:pt x="144297" y="9359"/>
                  </a:lnTo>
                  <a:lnTo>
                    <a:pt x="147472" y="10655"/>
                  </a:lnTo>
                  <a:lnTo>
                    <a:pt x="150952" y="14097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37" y="32905"/>
                  </a:lnTo>
                  <a:lnTo>
                    <a:pt x="112737" y="49911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68427" y="49911"/>
                  </a:lnTo>
                  <a:lnTo>
                    <a:pt x="168427" y="32905"/>
                  </a:lnTo>
                  <a:close/>
                </a:path>
                <a:path w="214629" h="83185">
                  <a:moveTo>
                    <a:pt x="214325" y="67284"/>
                  </a:moveTo>
                  <a:lnTo>
                    <a:pt x="200507" y="67284"/>
                  </a:lnTo>
                  <a:lnTo>
                    <a:pt x="200507" y="80873"/>
                  </a:lnTo>
                  <a:lnTo>
                    <a:pt x="214325" y="80873"/>
                  </a:lnTo>
                  <a:lnTo>
                    <a:pt x="214325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5" name="object 275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7335038" y="3759452"/>
              <a:ext cx="188248" cy="82650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8282968" y="3761122"/>
              <a:ext cx="253969" cy="80980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8618251" y="3759452"/>
              <a:ext cx="251741" cy="82650"/>
            </a:xfrm>
            <a:prstGeom prst="rect">
              <a:avLst/>
            </a:prstGeom>
          </p:spPr>
        </p:pic>
        <p:sp>
          <p:nvSpPr>
            <p:cNvPr id="278" name="object 278"/>
            <p:cNvSpPr/>
            <p:nvPr/>
          </p:nvSpPr>
          <p:spPr>
            <a:xfrm>
              <a:off x="8904300" y="3759453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214629" h="83185">
                  <a:moveTo>
                    <a:pt x="13804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04" y="37871"/>
                  </a:lnTo>
                  <a:lnTo>
                    <a:pt x="13804" y="24282"/>
                  </a:lnTo>
                  <a:close/>
                </a:path>
                <a:path w="214629" h="83185">
                  <a:moveTo>
                    <a:pt x="168414" y="32905"/>
                  </a:moveTo>
                  <a:lnTo>
                    <a:pt x="167309" y="25552"/>
                  </a:lnTo>
                  <a:lnTo>
                    <a:pt x="162852" y="13220"/>
                  </a:lnTo>
                  <a:lnTo>
                    <a:pt x="162496" y="12700"/>
                  </a:lnTo>
                  <a:lnTo>
                    <a:pt x="160261" y="9359"/>
                  </a:lnTo>
                  <a:lnTo>
                    <a:pt x="159651" y="8445"/>
                  </a:lnTo>
                  <a:lnTo>
                    <a:pt x="158394" y="7429"/>
                  </a:lnTo>
                  <a:lnTo>
                    <a:pt x="158394" y="34836"/>
                  </a:lnTo>
                  <a:lnTo>
                    <a:pt x="158394" y="47904"/>
                  </a:lnTo>
                  <a:lnTo>
                    <a:pt x="144284" y="73304"/>
                  </a:lnTo>
                  <a:lnTo>
                    <a:pt x="136931" y="73304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41"/>
                  </a:lnTo>
                  <a:lnTo>
                    <a:pt x="155600" y="22288"/>
                  </a:lnTo>
                  <a:lnTo>
                    <a:pt x="157670" y="29133"/>
                  </a:lnTo>
                  <a:lnTo>
                    <a:pt x="158394" y="34836"/>
                  </a:lnTo>
                  <a:lnTo>
                    <a:pt x="158394" y="7429"/>
                  </a:lnTo>
                  <a:lnTo>
                    <a:pt x="151333" y="1689"/>
                  </a:lnTo>
                  <a:lnTo>
                    <a:pt x="150939" y="1562"/>
                  </a:lnTo>
                  <a:lnTo>
                    <a:pt x="150939" y="14097"/>
                  </a:lnTo>
                  <a:lnTo>
                    <a:pt x="125539" y="60363"/>
                  </a:lnTo>
                  <a:lnTo>
                    <a:pt x="123469" y="53530"/>
                  </a:lnTo>
                  <a:lnTo>
                    <a:pt x="122745" y="47904"/>
                  </a:lnTo>
                  <a:lnTo>
                    <a:pt x="122745" y="34836"/>
                  </a:lnTo>
                  <a:lnTo>
                    <a:pt x="136931" y="9359"/>
                  </a:lnTo>
                  <a:lnTo>
                    <a:pt x="144284" y="9359"/>
                  </a:lnTo>
                  <a:lnTo>
                    <a:pt x="147459" y="10655"/>
                  </a:lnTo>
                  <a:lnTo>
                    <a:pt x="150939" y="14097"/>
                  </a:lnTo>
                  <a:lnTo>
                    <a:pt x="150939" y="1562"/>
                  </a:lnTo>
                  <a:lnTo>
                    <a:pt x="146367" y="0"/>
                  </a:lnTo>
                  <a:lnTo>
                    <a:pt x="134848" y="0"/>
                  </a:lnTo>
                  <a:lnTo>
                    <a:pt x="112725" y="32905"/>
                  </a:lnTo>
                  <a:lnTo>
                    <a:pt x="112725" y="49911"/>
                  </a:lnTo>
                  <a:lnTo>
                    <a:pt x="134848" y="82651"/>
                  </a:lnTo>
                  <a:lnTo>
                    <a:pt x="146367" y="82651"/>
                  </a:lnTo>
                  <a:lnTo>
                    <a:pt x="168414" y="49911"/>
                  </a:lnTo>
                  <a:lnTo>
                    <a:pt x="168414" y="32905"/>
                  </a:lnTo>
                  <a:close/>
                </a:path>
                <a:path w="214629" h="83185">
                  <a:moveTo>
                    <a:pt x="214312" y="67284"/>
                  </a:moveTo>
                  <a:lnTo>
                    <a:pt x="200494" y="67284"/>
                  </a:lnTo>
                  <a:lnTo>
                    <a:pt x="200494" y="80873"/>
                  </a:lnTo>
                  <a:lnTo>
                    <a:pt x="214312" y="80873"/>
                  </a:lnTo>
                  <a:lnTo>
                    <a:pt x="214312" y="67284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9" name="object 279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9151810" y="3759452"/>
              <a:ext cx="188249" cy="82650"/>
            </a:xfrm>
            <a:prstGeom prst="rect">
              <a:avLst/>
            </a:prstGeom>
          </p:spPr>
        </p:pic>
        <p:pic>
          <p:nvPicPr>
            <p:cNvPr id="280" name="object 280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6531692" y="3926537"/>
              <a:ext cx="257534" cy="97577"/>
            </a:xfrm>
            <a:prstGeom prst="rect">
              <a:avLst/>
            </a:prstGeom>
          </p:spPr>
        </p:pic>
        <p:pic>
          <p:nvPicPr>
            <p:cNvPr id="281" name="object 281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6869427" y="3926537"/>
              <a:ext cx="251741" cy="82651"/>
            </a:xfrm>
            <a:prstGeom prst="rect">
              <a:avLst/>
            </a:prstGeom>
          </p:spPr>
        </p:pic>
        <p:sp>
          <p:nvSpPr>
            <p:cNvPr id="282" name="object 282"/>
            <p:cNvSpPr/>
            <p:nvPr/>
          </p:nvSpPr>
          <p:spPr>
            <a:xfrm>
              <a:off x="7155472" y="3926547"/>
              <a:ext cx="214629" cy="83185"/>
            </a:xfrm>
            <a:custGeom>
              <a:avLst/>
              <a:gdLst/>
              <a:ahLst/>
              <a:cxnLst/>
              <a:rect l="l" t="t" r="r" b="b"/>
              <a:pathLst>
                <a:path w="214629" h="83185">
                  <a:moveTo>
                    <a:pt x="13817" y="67271"/>
                  </a:moveTo>
                  <a:lnTo>
                    <a:pt x="0" y="67271"/>
                  </a:lnTo>
                  <a:lnTo>
                    <a:pt x="0" y="80860"/>
                  </a:lnTo>
                  <a:lnTo>
                    <a:pt x="13817" y="80860"/>
                  </a:lnTo>
                  <a:lnTo>
                    <a:pt x="13817" y="67271"/>
                  </a:lnTo>
                  <a:close/>
                </a:path>
                <a:path w="214629" h="83185">
                  <a:moveTo>
                    <a:pt x="13817" y="24282"/>
                  </a:moveTo>
                  <a:lnTo>
                    <a:pt x="0" y="24282"/>
                  </a:lnTo>
                  <a:lnTo>
                    <a:pt x="0" y="37871"/>
                  </a:lnTo>
                  <a:lnTo>
                    <a:pt x="13817" y="37871"/>
                  </a:lnTo>
                  <a:lnTo>
                    <a:pt x="13817" y="24282"/>
                  </a:lnTo>
                  <a:close/>
                </a:path>
                <a:path w="214629" h="83185">
                  <a:moveTo>
                    <a:pt x="168427" y="32893"/>
                  </a:moveTo>
                  <a:lnTo>
                    <a:pt x="167309" y="25539"/>
                  </a:lnTo>
                  <a:lnTo>
                    <a:pt x="162852" y="13208"/>
                  </a:lnTo>
                  <a:lnTo>
                    <a:pt x="162509" y="12700"/>
                  </a:lnTo>
                  <a:lnTo>
                    <a:pt x="160261" y="9347"/>
                  </a:lnTo>
                  <a:lnTo>
                    <a:pt x="159664" y="8445"/>
                  </a:lnTo>
                  <a:lnTo>
                    <a:pt x="158394" y="7416"/>
                  </a:lnTo>
                  <a:lnTo>
                    <a:pt x="158394" y="34823"/>
                  </a:lnTo>
                  <a:lnTo>
                    <a:pt x="158394" y="47891"/>
                  </a:lnTo>
                  <a:lnTo>
                    <a:pt x="144284" y="73291"/>
                  </a:lnTo>
                  <a:lnTo>
                    <a:pt x="136931" y="73291"/>
                  </a:lnTo>
                  <a:lnTo>
                    <a:pt x="133781" y="71996"/>
                  </a:lnTo>
                  <a:lnTo>
                    <a:pt x="131673" y="69951"/>
                  </a:lnTo>
                  <a:lnTo>
                    <a:pt x="130213" y="68529"/>
                  </a:lnTo>
                  <a:lnTo>
                    <a:pt x="155600" y="22288"/>
                  </a:lnTo>
                  <a:lnTo>
                    <a:pt x="157670" y="29121"/>
                  </a:lnTo>
                  <a:lnTo>
                    <a:pt x="158394" y="34823"/>
                  </a:lnTo>
                  <a:lnTo>
                    <a:pt x="158394" y="7416"/>
                  </a:lnTo>
                  <a:lnTo>
                    <a:pt x="151345" y="1689"/>
                  </a:lnTo>
                  <a:lnTo>
                    <a:pt x="150952" y="1562"/>
                  </a:lnTo>
                  <a:lnTo>
                    <a:pt x="150952" y="14084"/>
                  </a:lnTo>
                  <a:lnTo>
                    <a:pt x="125539" y="60363"/>
                  </a:lnTo>
                  <a:lnTo>
                    <a:pt x="123469" y="53517"/>
                  </a:lnTo>
                  <a:lnTo>
                    <a:pt x="122745" y="47891"/>
                  </a:lnTo>
                  <a:lnTo>
                    <a:pt x="122745" y="34823"/>
                  </a:lnTo>
                  <a:lnTo>
                    <a:pt x="136931" y="9347"/>
                  </a:lnTo>
                  <a:lnTo>
                    <a:pt x="144284" y="9347"/>
                  </a:lnTo>
                  <a:lnTo>
                    <a:pt x="147459" y="10655"/>
                  </a:lnTo>
                  <a:lnTo>
                    <a:pt x="150952" y="14084"/>
                  </a:lnTo>
                  <a:lnTo>
                    <a:pt x="150952" y="1562"/>
                  </a:lnTo>
                  <a:lnTo>
                    <a:pt x="146367" y="0"/>
                  </a:lnTo>
                  <a:lnTo>
                    <a:pt x="134861" y="0"/>
                  </a:lnTo>
                  <a:lnTo>
                    <a:pt x="112725" y="32893"/>
                  </a:lnTo>
                  <a:lnTo>
                    <a:pt x="112725" y="49898"/>
                  </a:lnTo>
                  <a:lnTo>
                    <a:pt x="134861" y="82651"/>
                  </a:lnTo>
                  <a:lnTo>
                    <a:pt x="146367" y="82651"/>
                  </a:lnTo>
                  <a:lnTo>
                    <a:pt x="151345" y="80975"/>
                  </a:lnTo>
                  <a:lnTo>
                    <a:pt x="159664" y="74295"/>
                  </a:lnTo>
                  <a:lnTo>
                    <a:pt x="160337" y="73291"/>
                  </a:lnTo>
                  <a:lnTo>
                    <a:pt x="162852" y="69545"/>
                  </a:lnTo>
                  <a:lnTo>
                    <a:pt x="167309" y="57213"/>
                  </a:lnTo>
                  <a:lnTo>
                    <a:pt x="168427" y="49898"/>
                  </a:lnTo>
                  <a:lnTo>
                    <a:pt x="168427" y="32893"/>
                  </a:lnTo>
                  <a:close/>
                </a:path>
                <a:path w="214629" h="83185">
                  <a:moveTo>
                    <a:pt x="214312" y="67271"/>
                  </a:moveTo>
                  <a:lnTo>
                    <a:pt x="200507" y="67271"/>
                  </a:lnTo>
                  <a:lnTo>
                    <a:pt x="200507" y="80860"/>
                  </a:lnTo>
                  <a:lnTo>
                    <a:pt x="214312" y="80860"/>
                  </a:lnTo>
                  <a:lnTo>
                    <a:pt x="214312" y="6727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3" name="object 283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7401872" y="3926537"/>
              <a:ext cx="189363" cy="82651"/>
            </a:xfrm>
            <a:prstGeom prst="rect">
              <a:avLst/>
            </a:prstGeom>
          </p:spPr>
        </p:pic>
        <p:pic>
          <p:nvPicPr>
            <p:cNvPr id="284" name="object 284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8278378" y="3928319"/>
              <a:ext cx="190563" cy="80424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8545710" y="3926537"/>
              <a:ext cx="327973" cy="82651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8902395" y="3926547"/>
              <a:ext cx="218440" cy="83185"/>
            </a:xfrm>
            <a:custGeom>
              <a:avLst/>
              <a:gdLst/>
              <a:ahLst/>
              <a:cxnLst/>
              <a:rect l="l" t="t" r="r" b="b"/>
              <a:pathLst>
                <a:path w="218440" h="83185">
                  <a:moveTo>
                    <a:pt x="17602" y="64046"/>
                  </a:moveTo>
                  <a:lnTo>
                    <a:pt x="0" y="64046"/>
                  </a:lnTo>
                  <a:lnTo>
                    <a:pt x="0" y="80860"/>
                  </a:lnTo>
                  <a:lnTo>
                    <a:pt x="17602" y="80860"/>
                  </a:lnTo>
                  <a:lnTo>
                    <a:pt x="17602" y="64046"/>
                  </a:lnTo>
                  <a:close/>
                </a:path>
                <a:path w="218440" h="83185">
                  <a:moveTo>
                    <a:pt x="17602" y="23279"/>
                  </a:moveTo>
                  <a:lnTo>
                    <a:pt x="0" y="23279"/>
                  </a:lnTo>
                  <a:lnTo>
                    <a:pt x="0" y="40093"/>
                  </a:lnTo>
                  <a:lnTo>
                    <a:pt x="17602" y="40093"/>
                  </a:lnTo>
                  <a:lnTo>
                    <a:pt x="17602" y="23279"/>
                  </a:lnTo>
                  <a:close/>
                </a:path>
                <a:path w="218440" h="83185">
                  <a:moveTo>
                    <a:pt x="170980" y="32893"/>
                  </a:moveTo>
                  <a:lnTo>
                    <a:pt x="169849" y="25527"/>
                  </a:lnTo>
                  <a:lnTo>
                    <a:pt x="165620" y="14033"/>
                  </a:lnTo>
                  <a:lnTo>
                    <a:pt x="165519" y="13766"/>
                  </a:lnTo>
                  <a:lnTo>
                    <a:pt x="165303" y="13157"/>
                  </a:lnTo>
                  <a:lnTo>
                    <a:pt x="162039" y="8382"/>
                  </a:lnTo>
                  <a:lnTo>
                    <a:pt x="154673" y="2578"/>
                  </a:lnTo>
                  <a:lnTo>
                    <a:pt x="154673" y="35318"/>
                  </a:lnTo>
                  <a:lnTo>
                    <a:pt x="154673" y="47447"/>
                  </a:lnTo>
                  <a:lnTo>
                    <a:pt x="145059" y="68605"/>
                  </a:lnTo>
                  <a:lnTo>
                    <a:pt x="139941" y="68605"/>
                  </a:lnTo>
                  <a:lnTo>
                    <a:pt x="137769" y="67614"/>
                  </a:lnTo>
                  <a:lnTo>
                    <a:pt x="134874" y="64452"/>
                  </a:lnTo>
                  <a:lnTo>
                    <a:pt x="153822" y="28727"/>
                  </a:lnTo>
                  <a:lnTo>
                    <a:pt x="154178" y="30226"/>
                  </a:lnTo>
                  <a:lnTo>
                    <a:pt x="154673" y="35318"/>
                  </a:lnTo>
                  <a:lnTo>
                    <a:pt x="154673" y="2578"/>
                  </a:lnTo>
                  <a:lnTo>
                    <a:pt x="153543" y="1676"/>
                  </a:lnTo>
                  <a:lnTo>
                    <a:pt x="150050" y="533"/>
                  </a:lnTo>
                  <a:lnTo>
                    <a:pt x="150050" y="18199"/>
                  </a:lnTo>
                  <a:lnTo>
                    <a:pt x="131089" y="53936"/>
                  </a:lnTo>
                  <a:lnTo>
                    <a:pt x="130746" y="52476"/>
                  </a:lnTo>
                  <a:lnTo>
                    <a:pt x="130251" y="47447"/>
                  </a:lnTo>
                  <a:lnTo>
                    <a:pt x="130251" y="35318"/>
                  </a:lnTo>
                  <a:lnTo>
                    <a:pt x="139941" y="14033"/>
                  </a:lnTo>
                  <a:lnTo>
                    <a:pt x="145059" y="14033"/>
                  </a:lnTo>
                  <a:lnTo>
                    <a:pt x="147256" y="15036"/>
                  </a:lnTo>
                  <a:lnTo>
                    <a:pt x="150050" y="18199"/>
                  </a:lnTo>
                  <a:lnTo>
                    <a:pt x="150050" y="533"/>
                  </a:lnTo>
                  <a:lnTo>
                    <a:pt x="148437" y="0"/>
                  </a:lnTo>
                  <a:lnTo>
                    <a:pt x="136525" y="0"/>
                  </a:lnTo>
                  <a:lnTo>
                    <a:pt x="113944" y="32893"/>
                  </a:lnTo>
                  <a:lnTo>
                    <a:pt x="113944" y="49936"/>
                  </a:lnTo>
                  <a:lnTo>
                    <a:pt x="136525" y="82651"/>
                  </a:lnTo>
                  <a:lnTo>
                    <a:pt x="148437" y="82651"/>
                  </a:lnTo>
                  <a:lnTo>
                    <a:pt x="165658" y="68605"/>
                  </a:lnTo>
                  <a:lnTo>
                    <a:pt x="169849" y="57277"/>
                  </a:lnTo>
                  <a:lnTo>
                    <a:pt x="170980" y="49936"/>
                  </a:lnTo>
                  <a:lnTo>
                    <a:pt x="170980" y="32893"/>
                  </a:lnTo>
                  <a:close/>
                </a:path>
                <a:path w="218440" h="83185">
                  <a:moveTo>
                    <a:pt x="218071" y="64071"/>
                  </a:moveTo>
                  <a:lnTo>
                    <a:pt x="200520" y="64071"/>
                  </a:lnTo>
                  <a:lnTo>
                    <a:pt x="200520" y="80860"/>
                  </a:lnTo>
                  <a:lnTo>
                    <a:pt x="218071" y="80860"/>
                  </a:lnTo>
                  <a:lnTo>
                    <a:pt x="218071" y="6407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7" name="object 287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9149346" y="3926537"/>
              <a:ext cx="191366" cy="82651"/>
            </a:xfrm>
            <a:prstGeom prst="rect">
              <a:avLst/>
            </a:prstGeom>
          </p:spPr>
        </p:pic>
      </p:grpSp>
      <p:pic>
        <p:nvPicPr>
          <p:cNvPr id="288" name="object 288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6393791" y="4263607"/>
            <a:ext cx="3742707" cy="12531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5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059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7"/>
            <a:ext cx="913765" cy="200660"/>
            <a:chOff x="556950" y="972027"/>
            <a:chExt cx="913765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7"/>
              <a:ext cx="913765" cy="200660"/>
            </a:xfrm>
            <a:custGeom>
              <a:avLst/>
              <a:gdLst/>
              <a:ahLst/>
              <a:cxnLst/>
              <a:rect l="l" t="t" r="r" b="b"/>
              <a:pathLst>
                <a:path w="913765" h="200659">
                  <a:moveTo>
                    <a:pt x="894075" y="0"/>
                  </a:moveTo>
                  <a:lnTo>
                    <a:pt x="19323" y="0"/>
                  </a:lnTo>
                  <a:lnTo>
                    <a:pt x="16481" y="566"/>
                  </a:lnTo>
                  <a:lnTo>
                    <a:pt x="0" y="19321"/>
                  </a:lnTo>
                  <a:lnTo>
                    <a:pt x="0" y="178224"/>
                  </a:lnTo>
                  <a:lnTo>
                    <a:pt x="0" y="181175"/>
                  </a:lnTo>
                  <a:lnTo>
                    <a:pt x="19323" y="200499"/>
                  </a:lnTo>
                  <a:lnTo>
                    <a:pt x="894075" y="200499"/>
                  </a:lnTo>
                  <a:lnTo>
                    <a:pt x="913398" y="181175"/>
                  </a:lnTo>
                  <a:lnTo>
                    <a:pt x="913398" y="19321"/>
                  </a:lnTo>
                  <a:lnTo>
                    <a:pt x="896916" y="566"/>
                  </a:lnTo>
                  <a:lnTo>
                    <a:pt x="894075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2531" y="1032179"/>
              <a:ext cx="127000" cy="79375"/>
            </a:xfrm>
            <a:custGeom>
              <a:avLst/>
              <a:gdLst/>
              <a:ahLst/>
              <a:cxnLst/>
              <a:rect l="l" t="t" r="r" b="b"/>
              <a:pathLst>
                <a:path w="127000" h="79375">
                  <a:moveTo>
                    <a:pt x="54991" y="53708"/>
                  </a:moveTo>
                  <a:lnTo>
                    <a:pt x="54178" y="50406"/>
                  </a:lnTo>
                  <a:lnTo>
                    <a:pt x="51600" y="45834"/>
                  </a:lnTo>
                  <a:lnTo>
                    <a:pt x="50952" y="44678"/>
                  </a:lnTo>
                  <a:lnTo>
                    <a:pt x="48475" y="42405"/>
                  </a:lnTo>
                  <a:lnTo>
                    <a:pt x="41783" y="39065"/>
                  </a:lnTo>
                  <a:lnTo>
                    <a:pt x="40220" y="38773"/>
                  </a:lnTo>
                  <a:lnTo>
                    <a:pt x="38684" y="38481"/>
                  </a:lnTo>
                  <a:lnTo>
                    <a:pt x="38684" y="52578"/>
                  </a:lnTo>
                  <a:lnTo>
                    <a:pt x="38684" y="58597"/>
                  </a:lnTo>
                  <a:lnTo>
                    <a:pt x="37693" y="60858"/>
                  </a:lnTo>
                  <a:lnTo>
                    <a:pt x="33743" y="64109"/>
                  </a:lnTo>
                  <a:lnTo>
                    <a:pt x="30365" y="65062"/>
                  </a:lnTo>
                  <a:lnTo>
                    <a:pt x="15862" y="65062"/>
                  </a:lnTo>
                  <a:lnTo>
                    <a:pt x="15862" y="45834"/>
                  </a:lnTo>
                  <a:lnTo>
                    <a:pt x="30670" y="45834"/>
                  </a:lnTo>
                  <a:lnTo>
                    <a:pt x="33629" y="46697"/>
                  </a:lnTo>
                  <a:lnTo>
                    <a:pt x="37668" y="50152"/>
                  </a:lnTo>
                  <a:lnTo>
                    <a:pt x="38684" y="52578"/>
                  </a:lnTo>
                  <a:lnTo>
                    <a:pt x="38684" y="38481"/>
                  </a:lnTo>
                  <a:lnTo>
                    <a:pt x="37515" y="38239"/>
                  </a:lnTo>
                  <a:lnTo>
                    <a:pt x="37858" y="38163"/>
                  </a:lnTo>
                  <a:lnTo>
                    <a:pt x="38608" y="37960"/>
                  </a:lnTo>
                  <a:lnTo>
                    <a:pt x="40335" y="37528"/>
                  </a:lnTo>
                  <a:lnTo>
                    <a:pt x="46062" y="34417"/>
                  </a:lnTo>
                  <a:lnTo>
                    <a:pt x="48196" y="32372"/>
                  </a:lnTo>
                  <a:lnTo>
                    <a:pt x="48285" y="32194"/>
                  </a:lnTo>
                  <a:lnTo>
                    <a:pt x="50952" y="27317"/>
                  </a:lnTo>
                  <a:lnTo>
                    <a:pt x="51650" y="24434"/>
                  </a:lnTo>
                  <a:lnTo>
                    <a:pt x="51549" y="14033"/>
                  </a:lnTo>
                  <a:lnTo>
                    <a:pt x="49288" y="8991"/>
                  </a:lnTo>
                  <a:lnTo>
                    <a:pt x="39878" y="1803"/>
                  </a:lnTo>
                  <a:lnTo>
                    <a:pt x="35344" y="596"/>
                  </a:lnTo>
                  <a:lnTo>
                    <a:pt x="35344" y="20142"/>
                  </a:lnTo>
                  <a:lnTo>
                    <a:pt x="35344" y="25946"/>
                  </a:lnTo>
                  <a:lnTo>
                    <a:pt x="34417" y="28206"/>
                  </a:lnTo>
                  <a:lnTo>
                    <a:pt x="30759" y="31394"/>
                  </a:lnTo>
                  <a:lnTo>
                    <a:pt x="27952" y="32194"/>
                  </a:lnTo>
                  <a:lnTo>
                    <a:pt x="15862" y="32194"/>
                  </a:lnTo>
                  <a:lnTo>
                    <a:pt x="15862" y="14033"/>
                  </a:lnTo>
                  <a:lnTo>
                    <a:pt x="27952" y="14033"/>
                  </a:lnTo>
                  <a:lnTo>
                    <a:pt x="30759" y="14820"/>
                  </a:lnTo>
                  <a:lnTo>
                    <a:pt x="34417" y="17919"/>
                  </a:lnTo>
                  <a:lnTo>
                    <a:pt x="35344" y="20142"/>
                  </a:lnTo>
                  <a:lnTo>
                    <a:pt x="35344" y="596"/>
                  </a:lnTo>
                  <a:lnTo>
                    <a:pt x="33108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35839" y="79095"/>
                  </a:lnTo>
                  <a:lnTo>
                    <a:pt x="42824" y="77266"/>
                  </a:lnTo>
                  <a:lnTo>
                    <a:pt x="52552" y="69977"/>
                  </a:lnTo>
                  <a:lnTo>
                    <a:pt x="54775" y="65062"/>
                  </a:lnTo>
                  <a:lnTo>
                    <a:pt x="54991" y="64579"/>
                  </a:lnTo>
                  <a:lnTo>
                    <a:pt x="54991" y="53708"/>
                  </a:lnTo>
                  <a:close/>
                </a:path>
                <a:path w="127000" h="79375">
                  <a:moveTo>
                    <a:pt x="126720" y="0"/>
                  </a:moveTo>
                  <a:lnTo>
                    <a:pt x="76377" y="0"/>
                  </a:lnTo>
                  <a:lnTo>
                    <a:pt x="76377" y="14300"/>
                  </a:lnTo>
                  <a:lnTo>
                    <a:pt x="93611" y="14300"/>
                  </a:lnTo>
                  <a:lnTo>
                    <a:pt x="93611" y="64795"/>
                  </a:lnTo>
                  <a:lnTo>
                    <a:pt x="76377" y="64795"/>
                  </a:lnTo>
                  <a:lnTo>
                    <a:pt x="76377" y="79095"/>
                  </a:lnTo>
                  <a:lnTo>
                    <a:pt x="126720" y="79095"/>
                  </a:lnTo>
                  <a:lnTo>
                    <a:pt x="126720" y="64795"/>
                  </a:lnTo>
                  <a:lnTo>
                    <a:pt x="109474" y="64795"/>
                  </a:lnTo>
                  <a:lnTo>
                    <a:pt x="109474" y="14300"/>
                  </a:lnTo>
                  <a:lnTo>
                    <a:pt x="126720" y="14300"/>
                  </a:lnTo>
                  <a:lnTo>
                    <a:pt x="126720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76" y="1030396"/>
              <a:ext cx="134112" cy="826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7254" y="1032179"/>
              <a:ext cx="201295" cy="79375"/>
            </a:xfrm>
            <a:custGeom>
              <a:avLst/>
              <a:gdLst/>
              <a:ahLst/>
              <a:cxnLst/>
              <a:rect l="l" t="t" r="r" b="b"/>
              <a:pathLst>
                <a:path w="201294" h="79375">
                  <a:moveTo>
                    <a:pt x="50342" y="64795"/>
                  </a:moveTo>
                  <a:lnTo>
                    <a:pt x="15862" y="64795"/>
                  </a:lnTo>
                  <a:lnTo>
                    <a:pt x="15862" y="46405"/>
                  </a:lnTo>
                  <a:lnTo>
                    <a:pt x="48120" y="46405"/>
                  </a:lnTo>
                  <a:lnTo>
                    <a:pt x="48120" y="32461"/>
                  </a:lnTo>
                  <a:lnTo>
                    <a:pt x="15862" y="32461"/>
                  </a:lnTo>
                  <a:lnTo>
                    <a:pt x="15862" y="14300"/>
                  </a:lnTo>
                  <a:lnTo>
                    <a:pt x="49453" y="14300"/>
                  </a:lnTo>
                  <a:lnTo>
                    <a:pt x="49453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50342" y="79095"/>
                  </a:lnTo>
                  <a:lnTo>
                    <a:pt x="50342" y="64795"/>
                  </a:lnTo>
                  <a:close/>
                </a:path>
                <a:path w="201294" h="79375">
                  <a:moveTo>
                    <a:pt x="129654" y="31165"/>
                  </a:moveTo>
                  <a:lnTo>
                    <a:pt x="113347" y="4610"/>
                  </a:lnTo>
                  <a:lnTo>
                    <a:pt x="113347" y="31165"/>
                  </a:lnTo>
                  <a:lnTo>
                    <a:pt x="113334" y="48056"/>
                  </a:lnTo>
                  <a:lnTo>
                    <a:pt x="111734" y="54317"/>
                  </a:lnTo>
                  <a:lnTo>
                    <a:pt x="105283" y="62699"/>
                  </a:lnTo>
                  <a:lnTo>
                    <a:pt x="100622" y="64795"/>
                  </a:lnTo>
                  <a:lnTo>
                    <a:pt x="89865" y="64795"/>
                  </a:lnTo>
                  <a:lnTo>
                    <a:pt x="89865" y="14300"/>
                  </a:lnTo>
                  <a:lnTo>
                    <a:pt x="100622" y="14300"/>
                  </a:lnTo>
                  <a:lnTo>
                    <a:pt x="105283" y="16421"/>
                  </a:lnTo>
                  <a:lnTo>
                    <a:pt x="111734" y="24853"/>
                  </a:lnTo>
                  <a:lnTo>
                    <a:pt x="113347" y="31165"/>
                  </a:lnTo>
                  <a:lnTo>
                    <a:pt x="113347" y="4610"/>
                  </a:lnTo>
                  <a:lnTo>
                    <a:pt x="108064" y="1536"/>
                  </a:lnTo>
                  <a:lnTo>
                    <a:pt x="101727" y="0"/>
                  </a:lnTo>
                  <a:lnTo>
                    <a:pt x="74002" y="0"/>
                  </a:lnTo>
                  <a:lnTo>
                    <a:pt x="74002" y="79095"/>
                  </a:lnTo>
                  <a:lnTo>
                    <a:pt x="101727" y="79095"/>
                  </a:lnTo>
                  <a:lnTo>
                    <a:pt x="129654" y="48056"/>
                  </a:lnTo>
                  <a:lnTo>
                    <a:pt x="129654" y="31165"/>
                  </a:lnTo>
                  <a:close/>
                </a:path>
                <a:path w="201294" h="79375">
                  <a:moveTo>
                    <a:pt x="200723" y="0"/>
                  </a:moveTo>
                  <a:lnTo>
                    <a:pt x="150368" y="0"/>
                  </a:lnTo>
                  <a:lnTo>
                    <a:pt x="150368" y="14300"/>
                  </a:lnTo>
                  <a:lnTo>
                    <a:pt x="167614" y="14300"/>
                  </a:lnTo>
                  <a:lnTo>
                    <a:pt x="167614" y="64795"/>
                  </a:lnTo>
                  <a:lnTo>
                    <a:pt x="150368" y="64795"/>
                  </a:lnTo>
                  <a:lnTo>
                    <a:pt x="150368" y="79095"/>
                  </a:lnTo>
                  <a:lnTo>
                    <a:pt x="200723" y="79095"/>
                  </a:lnTo>
                  <a:lnTo>
                    <a:pt x="200723" y="64795"/>
                  </a:lnTo>
                  <a:lnTo>
                    <a:pt x="183476" y="64795"/>
                  </a:lnTo>
                  <a:lnTo>
                    <a:pt x="183476" y="14300"/>
                  </a:lnTo>
                  <a:lnTo>
                    <a:pt x="200723" y="14300"/>
                  </a:lnTo>
                  <a:lnTo>
                    <a:pt x="20072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8697" y="1030396"/>
              <a:ext cx="136919" cy="826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27091" y="1032178"/>
              <a:ext cx="50800" cy="79375"/>
            </a:xfrm>
            <a:custGeom>
              <a:avLst/>
              <a:gdLst/>
              <a:ahLst/>
              <a:cxnLst/>
              <a:rect l="l" t="t" r="r" b="b"/>
              <a:pathLst>
                <a:path w="50800" h="79375">
                  <a:moveTo>
                    <a:pt x="15861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50349" y="79086"/>
                  </a:lnTo>
                  <a:lnTo>
                    <a:pt x="50349" y="74565"/>
                  </a:lnTo>
                  <a:lnTo>
                    <a:pt x="15861" y="74565"/>
                  </a:lnTo>
                  <a:lnTo>
                    <a:pt x="4188" y="64785"/>
                  </a:lnTo>
                  <a:lnTo>
                    <a:pt x="15861" y="64785"/>
                  </a:lnTo>
                  <a:lnTo>
                    <a:pt x="15861" y="0"/>
                  </a:lnTo>
                  <a:close/>
                </a:path>
                <a:path w="50800" h="79375">
                  <a:moveTo>
                    <a:pt x="15861" y="64785"/>
                  </a:moveTo>
                  <a:lnTo>
                    <a:pt x="4188" y="64785"/>
                  </a:lnTo>
                  <a:lnTo>
                    <a:pt x="15861" y="74565"/>
                  </a:lnTo>
                  <a:lnTo>
                    <a:pt x="15861" y="64785"/>
                  </a:lnTo>
                  <a:close/>
                </a:path>
                <a:path w="50800" h="79375">
                  <a:moveTo>
                    <a:pt x="50349" y="64785"/>
                  </a:moveTo>
                  <a:lnTo>
                    <a:pt x="15861" y="64785"/>
                  </a:lnTo>
                  <a:lnTo>
                    <a:pt x="15861" y="74565"/>
                  </a:lnTo>
                  <a:lnTo>
                    <a:pt x="50349" y="74565"/>
                  </a:lnTo>
                  <a:lnTo>
                    <a:pt x="50349" y="64785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2752" y="1030396"/>
            <a:ext cx="188249" cy="8265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831030" y="1070607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3757" y="1030396"/>
            <a:ext cx="187914" cy="8265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232035" y="1070607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4761" y="1030396"/>
            <a:ext cx="188249" cy="8265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608756" y="1074394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90">
                <a:moveTo>
                  <a:pt x="62378" y="0"/>
                </a:moveTo>
                <a:lnTo>
                  <a:pt x="0" y="0"/>
                </a:lnTo>
                <a:lnTo>
                  <a:pt x="0" y="8689"/>
                </a:lnTo>
                <a:lnTo>
                  <a:pt x="62378" y="8689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44651" y="1032178"/>
            <a:ext cx="190477" cy="95794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3013101" y="1030396"/>
            <a:ext cx="55880" cy="83185"/>
          </a:xfrm>
          <a:custGeom>
            <a:avLst/>
            <a:gdLst/>
            <a:ahLst/>
            <a:cxnLst/>
            <a:rect l="l" t="t" r="r" b="b"/>
            <a:pathLst>
              <a:path w="55880" h="83184">
                <a:moveTo>
                  <a:pt x="9914" y="59815"/>
                </a:moveTo>
                <a:lnTo>
                  <a:pt x="0" y="60483"/>
                </a:lnTo>
                <a:lnTo>
                  <a:pt x="107" y="62377"/>
                </a:lnTo>
                <a:lnTo>
                  <a:pt x="192" y="63863"/>
                </a:lnTo>
                <a:lnTo>
                  <a:pt x="269" y="65218"/>
                </a:lnTo>
                <a:lnTo>
                  <a:pt x="372" y="67019"/>
                </a:lnTo>
                <a:lnTo>
                  <a:pt x="2860" y="72346"/>
                </a:lnTo>
                <a:lnTo>
                  <a:pt x="12067" y="80590"/>
                </a:lnTo>
                <a:lnTo>
                  <a:pt x="18639" y="82650"/>
                </a:lnTo>
                <a:lnTo>
                  <a:pt x="32674" y="82650"/>
                </a:lnTo>
                <a:lnTo>
                  <a:pt x="37576" y="81723"/>
                </a:lnTo>
                <a:lnTo>
                  <a:pt x="46189" y="78009"/>
                </a:lnTo>
                <a:lnTo>
                  <a:pt x="49569" y="75299"/>
                </a:lnTo>
                <a:lnTo>
                  <a:pt x="50947" y="73294"/>
                </a:lnTo>
                <a:lnTo>
                  <a:pt x="22426" y="73294"/>
                </a:lnTo>
                <a:lnTo>
                  <a:pt x="18825" y="72346"/>
                </a:lnTo>
                <a:lnTo>
                  <a:pt x="18614" y="72346"/>
                </a:lnTo>
                <a:lnTo>
                  <a:pt x="12272" y="68169"/>
                </a:lnTo>
                <a:lnTo>
                  <a:pt x="11598" y="67019"/>
                </a:lnTo>
                <a:lnTo>
                  <a:pt x="10359" y="64642"/>
                </a:lnTo>
                <a:lnTo>
                  <a:pt x="9976" y="60483"/>
                </a:lnTo>
                <a:lnTo>
                  <a:pt x="9914" y="59815"/>
                </a:lnTo>
                <a:close/>
              </a:path>
              <a:path w="55880" h="83184">
                <a:moveTo>
                  <a:pt x="49419" y="9356"/>
                </a:moveTo>
                <a:lnTo>
                  <a:pt x="32637" y="9356"/>
                </a:lnTo>
                <a:lnTo>
                  <a:pt x="36388" y="10414"/>
                </a:lnTo>
                <a:lnTo>
                  <a:pt x="41586" y="14646"/>
                </a:lnTo>
                <a:lnTo>
                  <a:pt x="42885" y="17746"/>
                </a:lnTo>
                <a:lnTo>
                  <a:pt x="42885" y="24801"/>
                </a:lnTo>
                <a:lnTo>
                  <a:pt x="30483" y="34196"/>
                </a:lnTo>
                <a:lnTo>
                  <a:pt x="21498" y="34196"/>
                </a:lnTo>
                <a:lnTo>
                  <a:pt x="21498" y="43553"/>
                </a:lnTo>
                <a:lnTo>
                  <a:pt x="31153" y="43553"/>
                </a:lnTo>
                <a:lnTo>
                  <a:pt x="34216" y="44091"/>
                </a:lnTo>
                <a:lnTo>
                  <a:pt x="39636" y="46244"/>
                </a:lnTo>
                <a:lnTo>
                  <a:pt x="41771" y="47915"/>
                </a:lnTo>
                <a:lnTo>
                  <a:pt x="44890" y="52445"/>
                </a:lnTo>
                <a:lnTo>
                  <a:pt x="45670" y="55323"/>
                </a:lnTo>
                <a:lnTo>
                  <a:pt x="45670" y="62377"/>
                </a:lnTo>
                <a:lnTo>
                  <a:pt x="30373" y="73294"/>
                </a:lnTo>
                <a:lnTo>
                  <a:pt x="50947" y="73294"/>
                </a:lnTo>
                <a:lnTo>
                  <a:pt x="54470" y="68169"/>
                </a:lnTo>
                <a:lnTo>
                  <a:pt x="55695" y="63863"/>
                </a:lnTo>
                <a:lnTo>
                  <a:pt x="55695" y="53021"/>
                </a:lnTo>
                <a:lnTo>
                  <a:pt x="53802" y="48193"/>
                </a:lnTo>
                <a:lnTo>
                  <a:pt x="46227" y="40471"/>
                </a:lnTo>
                <a:lnTo>
                  <a:pt x="43913" y="39430"/>
                </a:lnTo>
                <a:lnTo>
                  <a:pt x="34643" y="39430"/>
                </a:lnTo>
                <a:lnTo>
                  <a:pt x="34643" y="37426"/>
                </a:lnTo>
                <a:lnTo>
                  <a:pt x="42623" y="37426"/>
                </a:lnTo>
                <a:lnTo>
                  <a:pt x="45206" y="36257"/>
                </a:lnTo>
                <a:lnTo>
                  <a:pt x="51370" y="30241"/>
                </a:lnTo>
                <a:lnTo>
                  <a:pt x="52910" y="26287"/>
                </a:lnTo>
                <a:lnTo>
                  <a:pt x="52910" y="17115"/>
                </a:lnTo>
                <a:lnTo>
                  <a:pt x="51889" y="13218"/>
                </a:lnTo>
                <a:lnTo>
                  <a:pt x="49419" y="9356"/>
                </a:lnTo>
                <a:close/>
              </a:path>
              <a:path w="55880" h="83184">
                <a:moveTo>
                  <a:pt x="34643" y="37426"/>
                </a:moveTo>
                <a:lnTo>
                  <a:pt x="34643" y="39430"/>
                </a:lnTo>
                <a:lnTo>
                  <a:pt x="40657" y="38317"/>
                </a:lnTo>
                <a:lnTo>
                  <a:pt x="40985" y="38168"/>
                </a:lnTo>
                <a:lnTo>
                  <a:pt x="34643" y="37426"/>
                </a:lnTo>
                <a:close/>
              </a:path>
              <a:path w="55880" h="83184">
                <a:moveTo>
                  <a:pt x="41103" y="38168"/>
                </a:moveTo>
                <a:lnTo>
                  <a:pt x="40657" y="38317"/>
                </a:lnTo>
                <a:lnTo>
                  <a:pt x="34643" y="39430"/>
                </a:lnTo>
                <a:lnTo>
                  <a:pt x="43913" y="39430"/>
                </a:lnTo>
                <a:lnTo>
                  <a:pt x="41103" y="38168"/>
                </a:lnTo>
                <a:close/>
              </a:path>
              <a:path w="55880" h="83184">
                <a:moveTo>
                  <a:pt x="42623" y="37426"/>
                </a:moveTo>
                <a:lnTo>
                  <a:pt x="34643" y="37426"/>
                </a:lnTo>
                <a:lnTo>
                  <a:pt x="41103" y="38168"/>
                </a:lnTo>
                <a:lnTo>
                  <a:pt x="42623" y="37426"/>
                </a:lnTo>
                <a:close/>
              </a:path>
              <a:path w="55880" h="83184">
                <a:moveTo>
                  <a:pt x="32861" y="0"/>
                </a:moveTo>
                <a:lnTo>
                  <a:pt x="20087" y="0"/>
                </a:lnTo>
                <a:lnTo>
                  <a:pt x="14036" y="1837"/>
                </a:lnTo>
                <a:lnTo>
                  <a:pt x="5124" y="9188"/>
                </a:lnTo>
                <a:lnTo>
                  <a:pt x="2526" y="13997"/>
                </a:lnTo>
                <a:lnTo>
                  <a:pt x="1783" y="19937"/>
                </a:lnTo>
                <a:lnTo>
                  <a:pt x="11808" y="20607"/>
                </a:lnTo>
                <a:lnTo>
                  <a:pt x="12233" y="17746"/>
                </a:lnTo>
                <a:lnTo>
                  <a:pt x="12327" y="17115"/>
                </a:lnTo>
                <a:lnTo>
                  <a:pt x="13868" y="14368"/>
                </a:lnTo>
                <a:lnTo>
                  <a:pt x="18921" y="10414"/>
                </a:lnTo>
                <a:lnTo>
                  <a:pt x="18782" y="10414"/>
                </a:lnTo>
                <a:lnTo>
                  <a:pt x="22760" y="9356"/>
                </a:lnTo>
                <a:lnTo>
                  <a:pt x="49419" y="9356"/>
                </a:lnTo>
                <a:lnTo>
                  <a:pt x="47805" y="6831"/>
                </a:lnTo>
                <a:lnTo>
                  <a:pt x="44890" y="4362"/>
                </a:lnTo>
                <a:lnTo>
                  <a:pt x="37316" y="872"/>
                </a:lnTo>
                <a:lnTo>
                  <a:pt x="32861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48998" y="1032066"/>
            <a:ext cx="918968" cy="97243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72099" y="1360169"/>
            <a:ext cx="652780" cy="326390"/>
            <a:chOff x="572099" y="1360169"/>
            <a:chExt cx="652780" cy="326390"/>
          </a:xfrm>
        </p:grpSpPr>
        <p:sp>
          <p:nvSpPr>
            <p:cNvPr id="20" name="object 20"/>
            <p:cNvSpPr/>
            <p:nvPr/>
          </p:nvSpPr>
          <p:spPr>
            <a:xfrm>
              <a:off x="572096" y="1360169"/>
              <a:ext cx="197485" cy="269240"/>
            </a:xfrm>
            <a:custGeom>
              <a:avLst/>
              <a:gdLst/>
              <a:ahLst/>
              <a:cxnLst/>
              <a:rect l="l" t="t" r="r" b="b"/>
              <a:pathLst>
                <a:path w="197484" h="269239">
                  <a:moveTo>
                    <a:pt x="196938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71501" y="48260"/>
                  </a:lnTo>
                  <a:lnTo>
                    <a:pt x="71501" y="269240"/>
                  </a:lnTo>
                  <a:lnTo>
                    <a:pt x="125437" y="269240"/>
                  </a:lnTo>
                  <a:lnTo>
                    <a:pt x="125437" y="48260"/>
                  </a:lnTo>
                  <a:lnTo>
                    <a:pt x="196938" y="48260"/>
                  </a:lnTo>
                  <a:lnTo>
                    <a:pt x="19693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1604" y="1421687"/>
              <a:ext cx="192391" cy="21208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32623" y="1421687"/>
              <a:ext cx="191770" cy="264795"/>
            </a:xfrm>
            <a:custGeom>
              <a:avLst/>
              <a:gdLst/>
              <a:ahLst/>
              <a:cxnLst/>
              <a:rect l="l" t="t" r="r" b="b"/>
              <a:pathLst>
                <a:path w="191769" h="264794">
                  <a:moveTo>
                    <a:pt x="49536" y="4544"/>
                  </a:moveTo>
                  <a:lnTo>
                    <a:pt x="0" y="4544"/>
                  </a:lnTo>
                  <a:lnTo>
                    <a:pt x="0" y="264350"/>
                  </a:lnTo>
                  <a:lnTo>
                    <a:pt x="51352" y="264350"/>
                  </a:lnTo>
                  <a:lnTo>
                    <a:pt x="51352" y="179341"/>
                  </a:lnTo>
                  <a:lnTo>
                    <a:pt x="48853" y="174546"/>
                  </a:lnTo>
                  <a:lnTo>
                    <a:pt x="45902" y="167396"/>
                  </a:lnTo>
                  <a:lnTo>
                    <a:pt x="51352" y="162319"/>
                  </a:lnTo>
                  <a:lnTo>
                    <a:pt x="75672" y="162319"/>
                  </a:lnTo>
                  <a:lnTo>
                    <a:pt x="65835" y="155934"/>
                  </a:lnTo>
                  <a:lnTo>
                    <a:pt x="51700" y="115965"/>
                  </a:lnTo>
                  <a:lnTo>
                    <a:pt x="51352" y="106043"/>
                  </a:lnTo>
                  <a:lnTo>
                    <a:pt x="51705" y="96121"/>
                  </a:lnTo>
                  <a:lnTo>
                    <a:pt x="65963" y="56151"/>
                  </a:lnTo>
                  <a:lnTo>
                    <a:pt x="73300" y="51352"/>
                  </a:lnTo>
                  <a:lnTo>
                    <a:pt x="50974" y="51352"/>
                  </a:lnTo>
                  <a:lnTo>
                    <a:pt x="46204" y="49080"/>
                  </a:lnTo>
                  <a:lnTo>
                    <a:pt x="50567" y="38098"/>
                  </a:lnTo>
                  <a:lnTo>
                    <a:pt x="49640" y="7925"/>
                  </a:lnTo>
                  <a:lnTo>
                    <a:pt x="49536" y="4544"/>
                  </a:lnTo>
                  <a:close/>
                </a:path>
                <a:path w="191769" h="264794">
                  <a:moveTo>
                    <a:pt x="75672" y="162319"/>
                  </a:moveTo>
                  <a:lnTo>
                    <a:pt x="51352" y="162319"/>
                  </a:lnTo>
                  <a:lnTo>
                    <a:pt x="51352" y="179341"/>
                  </a:lnTo>
                  <a:lnTo>
                    <a:pt x="82337" y="207124"/>
                  </a:lnTo>
                  <a:lnTo>
                    <a:pt x="111191" y="212086"/>
                  </a:lnTo>
                  <a:lnTo>
                    <a:pt x="124106" y="211205"/>
                  </a:lnTo>
                  <a:lnTo>
                    <a:pt x="164410" y="190327"/>
                  </a:lnTo>
                  <a:lnTo>
                    <a:pt x="179724" y="166792"/>
                  </a:lnTo>
                  <a:lnTo>
                    <a:pt x="86854" y="166792"/>
                  </a:lnTo>
                  <a:lnTo>
                    <a:pt x="79217" y="164621"/>
                  </a:lnTo>
                  <a:lnTo>
                    <a:pt x="75672" y="162319"/>
                  </a:lnTo>
                  <a:close/>
                </a:path>
                <a:path w="191769" h="264794">
                  <a:moveTo>
                    <a:pt x="51352" y="162319"/>
                  </a:moveTo>
                  <a:lnTo>
                    <a:pt x="45902" y="167396"/>
                  </a:lnTo>
                  <a:lnTo>
                    <a:pt x="48853" y="174546"/>
                  </a:lnTo>
                  <a:lnTo>
                    <a:pt x="51352" y="179341"/>
                  </a:lnTo>
                  <a:lnTo>
                    <a:pt x="51352" y="162319"/>
                  </a:lnTo>
                  <a:close/>
                </a:path>
                <a:path w="191769" h="264794">
                  <a:moveTo>
                    <a:pt x="179761" y="45293"/>
                  </a:moveTo>
                  <a:lnTo>
                    <a:pt x="95439" y="45293"/>
                  </a:lnTo>
                  <a:lnTo>
                    <a:pt x="105087" y="46218"/>
                  </a:lnTo>
                  <a:lnTo>
                    <a:pt x="113714" y="49080"/>
                  </a:lnTo>
                  <a:lnTo>
                    <a:pt x="137611" y="91497"/>
                  </a:lnTo>
                  <a:lnTo>
                    <a:pt x="138312" y="106043"/>
                  </a:lnTo>
                  <a:lnTo>
                    <a:pt x="137611" y="120589"/>
                  </a:lnTo>
                  <a:lnTo>
                    <a:pt x="120918" y="158463"/>
                  </a:lnTo>
                  <a:lnTo>
                    <a:pt x="95439" y="166792"/>
                  </a:lnTo>
                  <a:lnTo>
                    <a:pt x="179724" y="166792"/>
                  </a:lnTo>
                  <a:lnTo>
                    <a:pt x="191075" y="120589"/>
                  </a:lnTo>
                  <a:lnTo>
                    <a:pt x="191635" y="106043"/>
                  </a:lnTo>
                  <a:lnTo>
                    <a:pt x="191083" y="91497"/>
                  </a:lnTo>
                  <a:lnTo>
                    <a:pt x="189420" y="77610"/>
                  </a:lnTo>
                  <a:lnTo>
                    <a:pt x="186650" y="64509"/>
                  </a:lnTo>
                  <a:lnTo>
                    <a:pt x="182773" y="52151"/>
                  </a:lnTo>
                  <a:lnTo>
                    <a:pt x="179761" y="45293"/>
                  </a:lnTo>
                  <a:close/>
                </a:path>
                <a:path w="191769" h="264794">
                  <a:moveTo>
                    <a:pt x="50567" y="38098"/>
                  </a:moveTo>
                  <a:lnTo>
                    <a:pt x="46204" y="49080"/>
                  </a:lnTo>
                  <a:lnTo>
                    <a:pt x="50974" y="51352"/>
                  </a:lnTo>
                  <a:lnTo>
                    <a:pt x="50649" y="40782"/>
                  </a:lnTo>
                  <a:lnTo>
                    <a:pt x="50567" y="38098"/>
                  </a:lnTo>
                  <a:close/>
                </a:path>
                <a:path w="191769" h="264794">
                  <a:moveTo>
                    <a:pt x="111191" y="0"/>
                  </a:moveTo>
                  <a:lnTo>
                    <a:pt x="98170" y="880"/>
                  </a:lnTo>
                  <a:lnTo>
                    <a:pt x="99071" y="880"/>
                  </a:lnTo>
                  <a:lnTo>
                    <a:pt x="88753" y="3171"/>
                  </a:lnTo>
                  <a:lnTo>
                    <a:pt x="56144" y="28129"/>
                  </a:lnTo>
                  <a:lnTo>
                    <a:pt x="50649" y="40782"/>
                  </a:lnTo>
                  <a:lnTo>
                    <a:pt x="50788" y="45293"/>
                  </a:lnTo>
                  <a:lnTo>
                    <a:pt x="50854" y="47464"/>
                  </a:lnTo>
                  <a:lnTo>
                    <a:pt x="50974" y="51352"/>
                  </a:lnTo>
                  <a:lnTo>
                    <a:pt x="73300" y="51352"/>
                  </a:lnTo>
                  <a:lnTo>
                    <a:pt x="79242" y="47464"/>
                  </a:lnTo>
                  <a:lnTo>
                    <a:pt x="86854" y="45293"/>
                  </a:lnTo>
                  <a:lnTo>
                    <a:pt x="179761" y="45293"/>
                  </a:lnTo>
                  <a:lnTo>
                    <a:pt x="177779" y="40782"/>
                  </a:lnTo>
                  <a:lnTo>
                    <a:pt x="146528" y="7925"/>
                  </a:lnTo>
                  <a:lnTo>
                    <a:pt x="124106" y="880"/>
                  </a:lnTo>
                  <a:lnTo>
                    <a:pt x="11119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1482543" y="1354273"/>
            <a:ext cx="194310" cy="281305"/>
          </a:xfrm>
          <a:custGeom>
            <a:avLst/>
            <a:gdLst/>
            <a:ahLst/>
            <a:cxnLst/>
            <a:rect l="l" t="t" r="r" b="b"/>
            <a:pathLst>
              <a:path w="194310" h="281305">
                <a:moveTo>
                  <a:pt x="54382" y="198151"/>
                </a:moveTo>
                <a:lnTo>
                  <a:pt x="0" y="200879"/>
                </a:lnTo>
                <a:lnTo>
                  <a:pt x="2387" y="218214"/>
                </a:lnTo>
                <a:lnTo>
                  <a:pt x="7311" y="233343"/>
                </a:lnTo>
                <a:lnTo>
                  <a:pt x="38604" y="268744"/>
                </a:lnTo>
                <a:lnTo>
                  <a:pt x="95138" y="281015"/>
                </a:lnTo>
                <a:lnTo>
                  <a:pt x="109780" y="280402"/>
                </a:lnTo>
                <a:lnTo>
                  <a:pt x="147629" y="271207"/>
                </a:lnTo>
                <a:lnTo>
                  <a:pt x="181866" y="242991"/>
                </a:lnTo>
                <a:lnTo>
                  <a:pt x="187134" y="233343"/>
                </a:lnTo>
                <a:lnTo>
                  <a:pt x="96798" y="233343"/>
                </a:lnTo>
                <a:lnTo>
                  <a:pt x="88097" y="232804"/>
                </a:lnTo>
                <a:lnTo>
                  <a:pt x="56000" y="207127"/>
                </a:lnTo>
                <a:lnTo>
                  <a:pt x="54382" y="198151"/>
                </a:lnTo>
                <a:close/>
              </a:path>
              <a:path w="194310" h="281305">
                <a:moveTo>
                  <a:pt x="181195" y="47264"/>
                </a:moveTo>
                <a:lnTo>
                  <a:pt x="95895" y="47264"/>
                </a:lnTo>
                <a:lnTo>
                  <a:pt x="103427" y="47775"/>
                </a:lnTo>
                <a:lnTo>
                  <a:pt x="110116" y="49309"/>
                </a:lnTo>
                <a:lnTo>
                  <a:pt x="130134" y="80592"/>
                </a:lnTo>
                <a:lnTo>
                  <a:pt x="130134" y="88270"/>
                </a:lnTo>
                <a:lnTo>
                  <a:pt x="100691" y="113317"/>
                </a:lnTo>
                <a:lnTo>
                  <a:pt x="73319" y="113317"/>
                </a:lnTo>
                <a:lnTo>
                  <a:pt x="73319" y="156036"/>
                </a:lnTo>
                <a:lnTo>
                  <a:pt x="102965" y="156036"/>
                </a:lnTo>
                <a:lnTo>
                  <a:pt x="110994" y="157525"/>
                </a:lnTo>
                <a:lnTo>
                  <a:pt x="124426" y="163482"/>
                </a:lnTo>
                <a:lnTo>
                  <a:pt x="129565" y="167874"/>
                </a:lnTo>
                <a:lnTo>
                  <a:pt x="136686" y="179489"/>
                </a:lnTo>
                <a:lnTo>
                  <a:pt x="138466" y="186735"/>
                </a:lnTo>
                <a:lnTo>
                  <a:pt x="138466" y="204209"/>
                </a:lnTo>
                <a:lnTo>
                  <a:pt x="111220" y="231983"/>
                </a:lnTo>
                <a:lnTo>
                  <a:pt x="103767" y="233343"/>
                </a:lnTo>
                <a:lnTo>
                  <a:pt x="187134" y="233343"/>
                </a:lnTo>
                <a:lnTo>
                  <a:pt x="190897" y="222804"/>
                </a:lnTo>
                <a:lnTo>
                  <a:pt x="193150" y="211405"/>
                </a:lnTo>
                <a:lnTo>
                  <a:pt x="193797" y="200879"/>
                </a:lnTo>
                <a:lnTo>
                  <a:pt x="193836" y="198151"/>
                </a:lnTo>
                <a:lnTo>
                  <a:pt x="192786" y="184945"/>
                </a:lnTo>
                <a:lnTo>
                  <a:pt x="175957" y="150506"/>
                </a:lnTo>
                <a:lnTo>
                  <a:pt x="153457" y="134980"/>
                </a:lnTo>
                <a:lnTo>
                  <a:pt x="125512" y="134980"/>
                </a:lnTo>
                <a:lnTo>
                  <a:pt x="125512" y="127708"/>
                </a:lnTo>
                <a:lnTo>
                  <a:pt x="150353" y="127708"/>
                </a:lnTo>
                <a:lnTo>
                  <a:pt x="151199" y="127395"/>
                </a:lnTo>
                <a:lnTo>
                  <a:pt x="181704" y="96719"/>
                </a:lnTo>
                <a:lnTo>
                  <a:pt x="185518" y="72658"/>
                </a:lnTo>
                <a:lnTo>
                  <a:pt x="184903" y="62420"/>
                </a:lnTo>
                <a:lnTo>
                  <a:pt x="182887" y="52056"/>
                </a:lnTo>
                <a:lnTo>
                  <a:pt x="181195" y="47264"/>
                </a:lnTo>
                <a:close/>
              </a:path>
              <a:path w="194310" h="281305">
                <a:moveTo>
                  <a:pt x="125512" y="127708"/>
                </a:moveTo>
                <a:lnTo>
                  <a:pt x="125512" y="134980"/>
                </a:lnTo>
                <a:lnTo>
                  <a:pt x="139205" y="131834"/>
                </a:lnTo>
                <a:lnTo>
                  <a:pt x="141782" y="130880"/>
                </a:lnTo>
                <a:lnTo>
                  <a:pt x="140850" y="130553"/>
                </a:lnTo>
                <a:lnTo>
                  <a:pt x="125512" y="127708"/>
                </a:lnTo>
                <a:close/>
              </a:path>
              <a:path w="194310" h="281305">
                <a:moveTo>
                  <a:pt x="141782" y="130880"/>
                </a:moveTo>
                <a:lnTo>
                  <a:pt x="139205" y="131834"/>
                </a:lnTo>
                <a:lnTo>
                  <a:pt x="125512" y="134980"/>
                </a:lnTo>
                <a:lnTo>
                  <a:pt x="153457" y="134980"/>
                </a:lnTo>
                <a:lnTo>
                  <a:pt x="141782" y="130880"/>
                </a:lnTo>
                <a:close/>
              </a:path>
              <a:path w="194310" h="281305">
                <a:moveTo>
                  <a:pt x="150353" y="127708"/>
                </a:moveTo>
                <a:lnTo>
                  <a:pt x="125512" y="127708"/>
                </a:lnTo>
                <a:lnTo>
                  <a:pt x="140850" y="130553"/>
                </a:lnTo>
                <a:lnTo>
                  <a:pt x="141782" y="130880"/>
                </a:lnTo>
                <a:lnTo>
                  <a:pt x="150353" y="127708"/>
                </a:lnTo>
                <a:close/>
              </a:path>
              <a:path w="194310" h="281305">
                <a:moveTo>
                  <a:pt x="96351" y="0"/>
                </a:moveTo>
                <a:lnTo>
                  <a:pt x="44331" y="11375"/>
                </a:lnTo>
                <a:lnTo>
                  <a:pt x="13075" y="43988"/>
                </a:lnTo>
                <a:lnTo>
                  <a:pt x="4243" y="74834"/>
                </a:lnTo>
                <a:lnTo>
                  <a:pt x="58779" y="77562"/>
                </a:lnTo>
                <a:lnTo>
                  <a:pt x="59940" y="68271"/>
                </a:lnTo>
                <a:lnTo>
                  <a:pt x="63473" y="60899"/>
                </a:lnTo>
                <a:lnTo>
                  <a:pt x="95895" y="47264"/>
                </a:lnTo>
                <a:lnTo>
                  <a:pt x="181195" y="47264"/>
                </a:lnTo>
                <a:lnTo>
                  <a:pt x="179526" y="42535"/>
                </a:lnTo>
                <a:lnTo>
                  <a:pt x="153425" y="13498"/>
                </a:lnTo>
                <a:lnTo>
                  <a:pt x="109636" y="542"/>
                </a:lnTo>
                <a:lnTo>
                  <a:pt x="9635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32463" y="1354273"/>
            <a:ext cx="3144744" cy="336309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556945" y="1852015"/>
            <a:ext cx="9579610" cy="245110"/>
          </a:xfrm>
          <a:custGeom>
            <a:avLst/>
            <a:gdLst/>
            <a:ahLst/>
            <a:cxnLst/>
            <a:rect l="l" t="t" r="r" b="b"/>
            <a:pathLst>
              <a:path w="9579610" h="245110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245059"/>
                </a:lnTo>
                <a:lnTo>
                  <a:pt x="9579546" y="245059"/>
                </a:lnTo>
                <a:lnTo>
                  <a:pt x="9579546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56950" y="2336556"/>
            <a:ext cx="9579610" cy="250825"/>
            <a:chOff x="556950" y="2336556"/>
            <a:chExt cx="9579610" cy="250825"/>
          </a:xfrm>
        </p:grpSpPr>
        <p:sp>
          <p:nvSpPr>
            <p:cNvPr id="27" name="object 27"/>
            <p:cNvSpPr/>
            <p:nvPr/>
          </p:nvSpPr>
          <p:spPr>
            <a:xfrm>
              <a:off x="556945" y="2342133"/>
              <a:ext cx="9579610" cy="245110"/>
            </a:xfrm>
            <a:custGeom>
              <a:avLst/>
              <a:gdLst/>
              <a:ahLst/>
              <a:cxnLst/>
              <a:rect l="l" t="t" r="r" b="b"/>
              <a:pathLst>
                <a:path w="9579610" h="245110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9579546" y="245059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6945" y="2336558"/>
              <a:ext cx="9579610" cy="250825"/>
            </a:xfrm>
            <a:custGeom>
              <a:avLst/>
              <a:gdLst/>
              <a:ahLst/>
              <a:cxnLst/>
              <a:rect l="l" t="t" r="r" b="b"/>
              <a:pathLst>
                <a:path w="9579610" h="250825">
                  <a:moveTo>
                    <a:pt x="9579546" y="245059"/>
                  </a:moveTo>
                  <a:lnTo>
                    <a:pt x="9579546" y="245059"/>
                  </a:lnTo>
                  <a:lnTo>
                    <a:pt x="0" y="245059"/>
                  </a:lnTo>
                  <a:lnTo>
                    <a:pt x="0" y="250634"/>
                  </a:lnTo>
                  <a:lnTo>
                    <a:pt x="9579546" y="250634"/>
                  </a:lnTo>
                  <a:lnTo>
                    <a:pt x="9579546" y="245059"/>
                  </a:lnTo>
                  <a:close/>
                </a:path>
                <a:path w="9579610" h="250825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5575"/>
                  </a:lnTo>
                  <a:lnTo>
                    <a:pt x="9579546" y="5575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556945" y="2826676"/>
            <a:ext cx="9579610" cy="5715"/>
          </a:xfrm>
          <a:custGeom>
            <a:avLst/>
            <a:gdLst/>
            <a:ahLst/>
            <a:cxnLst/>
            <a:rect l="l" t="t" r="r" b="b"/>
            <a:pathLst>
              <a:path w="9579610" h="5714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5575"/>
                </a:lnTo>
                <a:lnTo>
                  <a:pt x="9579546" y="5575"/>
                </a:lnTo>
                <a:lnTo>
                  <a:pt x="9579546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633141" y="1932655"/>
            <a:ext cx="413384" cy="99060"/>
            <a:chOff x="633141" y="1932655"/>
            <a:chExt cx="413384" cy="99060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3141" y="1932655"/>
              <a:ext cx="197158" cy="8265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0571" y="1934438"/>
              <a:ext cx="52705" cy="79375"/>
            </a:xfrm>
            <a:custGeom>
              <a:avLst/>
              <a:gdLst/>
              <a:ahLst/>
              <a:cxnLst/>
              <a:rect l="l" t="t" r="r" b="b"/>
              <a:pathLst>
                <a:path w="52705" h="79375">
                  <a:moveTo>
                    <a:pt x="52130" y="0"/>
                  </a:moveTo>
                  <a:lnTo>
                    <a:pt x="26704" y="0"/>
                  </a:lnTo>
                  <a:lnTo>
                    <a:pt x="22318" y="1428"/>
                  </a:lnTo>
                  <a:lnTo>
                    <a:pt x="16690" y="7147"/>
                  </a:lnTo>
                  <a:lnTo>
                    <a:pt x="15332" y="11313"/>
                  </a:lnTo>
                  <a:lnTo>
                    <a:pt x="15283" y="79086"/>
                  </a:lnTo>
                  <a:lnTo>
                    <a:pt x="28472" y="79086"/>
                  </a:lnTo>
                  <a:lnTo>
                    <a:pt x="28472" y="15237"/>
                  </a:lnTo>
                  <a:lnTo>
                    <a:pt x="29003" y="13615"/>
                  </a:lnTo>
                  <a:lnTo>
                    <a:pt x="31126" y="11313"/>
                  </a:lnTo>
                  <a:lnTo>
                    <a:pt x="32763" y="10737"/>
                  </a:lnTo>
                  <a:lnTo>
                    <a:pt x="52130" y="10737"/>
                  </a:lnTo>
                  <a:lnTo>
                    <a:pt x="52130" y="0"/>
                  </a:lnTo>
                  <a:close/>
                </a:path>
                <a:path w="52705" h="79375">
                  <a:moveTo>
                    <a:pt x="15283" y="19603"/>
                  </a:moveTo>
                  <a:lnTo>
                    <a:pt x="0" y="19603"/>
                  </a:lnTo>
                  <a:lnTo>
                    <a:pt x="0" y="30342"/>
                  </a:lnTo>
                  <a:lnTo>
                    <a:pt x="15283" y="30342"/>
                  </a:lnTo>
                  <a:lnTo>
                    <a:pt x="15283" y="19603"/>
                  </a:lnTo>
                  <a:close/>
                </a:path>
                <a:path w="52705" h="79375">
                  <a:moveTo>
                    <a:pt x="51462" y="19603"/>
                  </a:moveTo>
                  <a:lnTo>
                    <a:pt x="28472" y="19603"/>
                  </a:lnTo>
                  <a:lnTo>
                    <a:pt x="28472" y="30342"/>
                  </a:lnTo>
                  <a:lnTo>
                    <a:pt x="51462" y="30342"/>
                  </a:lnTo>
                  <a:lnTo>
                    <a:pt x="51462" y="19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2528" y="1933658"/>
              <a:ext cx="123641" cy="9791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24348" y="1932655"/>
            <a:ext cx="341360" cy="9757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76744" y="1934438"/>
            <a:ext cx="199252" cy="95794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3560831" y="1932655"/>
            <a:ext cx="483870" cy="99060"/>
            <a:chOff x="3560831" y="1932655"/>
            <a:chExt cx="483870" cy="99060"/>
          </a:xfrm>
        </p:grpSpPr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60831" y="1932655"/>
              <a:ext cx="267956" cy="8265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49281" y="1933658"/>
              <a:ext cx="194931" cy="97911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21650" y="1934438"/>
            <a:ext cx="196444" cy="8042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106805" y="1932655"/>
            <a:ext cx="266172" cy="82651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6459481" y="1936220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39" y="67368"/>
                </a:lnTo>
                <a:lnTo>
                  <a:pt x="24505" y="67368"/>
                </a:lnTo>
                <a:lnTo>
                  <a:pt x="24505" y="55160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60"/>
                </a:moveTo>
                <a:lnTo>
                  <a:pt x="24505" y="67368"/>
                </a:lnTo>
                <a:lnTo>
                  <a:pt x="35511" y="67368"/>
                </a:lnTo>
                <a:lnTo>
                  <a:pt x="35511" y="60551"/>
                </a:lnTo>
                <a:lnTo>
                  <a:pt x="29897" y="60551"/>
                </a:lnTo>
                <a:lnTo>
                  <a:pt x="24505" y="55160"/>
                </a:lnTo>
                <a:close/>
              </a:path>
              <a:path w="60325" h="75564">
                <a:moveTo>
                  <a:pt x="60017" y="30655"/>
                </a:moveTo>
                <a:lnTo>
                  <a:pt x="35511" y="54957"/>
                </a:lnTo>
                <a:lnTo>
                  <a:pt x="35511" y="67368"/>
                </a:lnTo>
                <a:lnTo>
                  <a:pt x="37939" y="67368"/>
                </a:lnTo>
                <a:lnTo>
                  <a:pt x="59905" y="45402"/>
                </a:lnTo>
                <a:lnTo>
                  <a:pt x="60017" y="30655"/>
                </a:lnTo>
                <a:close/>
              </a:path>
              <a:path w="60325" h="75564">
                <a:moveTo>
                  <a:pt x="35511" y="0"/>
                </a:moveTo>
                <a:lnTo>
                  <a:pt x="24505" y="0"/>
                </a:lnTo>
                <a:lnTo>
                  <a:pt x="24505" y="55160"/>
                </a:lnTo>
                <a:lnTo>
                  <a:pt x="29897" y="60551"/>
                </a:lnTo>
                <a:lnTo>
                  <a:pt x="35511" y="54957"/>
                </a:lnTo>
                <a:lnTo>
                  <a:pt x="35511" y="0"/>
                </a:lnTo>
                <a:close/>
              </a:path>
              <a:path w="60325" h="75564">
                <a:moveTo>
                  <a:pt x="35511" y="54957"/>
                </a:moveTo>
                <a:lnTo>
                  <a:pt x="29897" y="60551"/>
                </a:lnTo>
                <a:lnTo>
                  <a:pt x="35511" y="60551"/>
                </a:lnTo>
                <a:lnTo>
                  <a:pt x="35511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6854727" y="1933658"/>
            <a:ext cx="269240" cy="81915"/>
            <a:chOff x="6854727" y="1933658"/>
            <a:chExt cx="269240" cy="81915"/>
          </a:xfrm>
        </p:grpSpPr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54727" y="1934392"/>
              <a:ext cx="123864" cy="8091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99086" y="1933658"/>
              <a:ext cx="124310" cy="79866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212106" y="1932655"/>
            <a:ext cx="266174" cy="82651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7564783" y="1936220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10" y="75299"/>
                </a:lnTo>
                <a:lnTo>
                  <a:pt x="37941" y="67368"/>
                </a:lnTo>
                <a:lnTo>
                  <a:pt x="24505" y="67368"/>
                </a:lnTo>
                <a:lnTo>
                  <a:pt x="24505" y="55159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59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8" y="60551"/>
                </a:lnTo>
                <a:lnTo>
                  <a:pt x="24505" y="55159"/>
                </a:lnTo>
                <a:close/>
              </a:path>
              <a:path w="60325" h="75564">
                <a:moveTo>
                  <a:pt x="60018" y="30655"/>
                </a:moveTo>
                <a:lnTo>
                  <a:pt x="35513" y="54957"/>
                </a:lnTo>
                <a:lnTo>
                  <a:pt x="35513" y="67368"/>
                </a:lnTo>
                <a:lnTo>
                  <a:pt x="37941" y="67368"/>
                </a:lnTo>
                <a:lnTo>
                  <a:pt x="59907" y="45402"/>
                </a:lnTo>
                <a:lnTo>
                  <a:pt x="60018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59"/>
                </a:lnTo>
                <a:lnTo>
                  <a:pt x="29898" y="60551"/>
                </a:lnTo>
                <a:lnTo>
                  <a:pt x="35513" y="54957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7"/>
                </a:moveTo>
                <a:lnTo>
                  <a:pt x="29898" y="60551"/>
                </a:lnTo>
                <a:lnTo>
                  <a:pt x="35513" y="60551"/>
                </a:lnTo>
                <a:lnTo>
                  <a:pt x="35513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972356" y="1932655"/>
            <a:ext cx="272124" cy="9757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332186" y="1932655"/>
            <a:ext cx="266172" cy="82651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8684862" y="1936220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39" y="67368"/>
                </a:lnTo>
                <a:lnTo>
                  <a:pt x="24505" y="67368"/>
                </a:lnTo>
                <a:lnTo>
                  <a:pt x="24505" y="55160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60"/>
                </a:moveTo>
                <a:lnTo>
                  <a:pt x="24505" y="67368"/>
                </a:lnTo>
                <a:lnTo>
                  <a:pt x="35511" y="67368"/>
                </a:lnTo>
                <a:lnTo>
                  <a:pt x="35511" y="60551"/>
                </a:lnTo>
                <a:lnTo>
                  <a:pt x="29897" y="60551"/>
                </a:lnTo>
                <a:lnTo>
                  <a:pt x="24505" y="55160"/>
                </a:lnTo>
                <a:close/>
              </a:path>
              <a:path w="60325" h="75564">
                <a:moveTo>
                  <a:pt x="60017" y="30655"/>
                </a:moveTo>
                <a:lnTo>
                  <a:pt x="35511" y="54957"/>
                </a:lnTo>
                <a:lnTo>
                  <a:pt x="35511" y="67368"/>
                </a:lnTo>
                <a:lnTo>
                  <a:pt x="37939" y="67368"/>
                </a:lnTo>
                <a:lnTo>
                  <a:pt x="59905" y="45402"/>
                </a:lnTo>
                <a:lnTo>
                  <a:pt x="60017" y="30655"/>
                </a:lnTo>
                <a:close/>
              </a:path>
              <a:path w="60325" h="75564">
                <a:moveTo>
                  <a:pt x="35511" y="0"/>
                </a:moveTo>
                <a:lnTo>
                  <a:pt x="24505" y="0"/>
                </a:lnTo>
                <a:lnTo>
                  <a:pt x="24505" y="55160"/>
                </a:lnTo>
                <a:lnTo>
                  <a:pt x="29897" y="60551"/>
                </a:lnTo>
                <a:lnTo>
                  <a:pt x="35511" y="54957"/>
                </a:lnTo>
                <a:lnTo>
                  <a:pt x="35511" y="0"/>
                </a:lnTo>
                <a:close/>
              </a:path>
              <a:path w="60325" h="75564">
                <a:moveTo>
                  <a:pt x="35511" y="54957"/>
                </a:moveTo>
                <a:lnTo>
                  <a:pt x="29897" y="60551"/>
                </a:lnTo>
                <a:lnTo>
                  <a:pt x="35511" y="60551"/>
                </a:lnTo>
                <a:lnTo>
                  <a:pt x="35511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9091010" y="1934438"/>
            <a:ext cx="199390" cy="80645"/>
            <a:chOff x="9091010" y="1934438"/>
            <a:chExt cx="199390" cy="80645"/>
          </a:xfrm>
        </p:grpSpPr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091010" y="1934438"/>
              <a:ext cx="127518" cy="8042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9240759" y="1934438"/>
              <a:ext cx="49530" cy="79375"/>
            </a:xfrm>
            <a:custGeom>
              <a:avLst/>
              <a:gdLst/>
              <a:ahLst/>
              <a:cxnLst/>
              <a:rect l="l" t="t" r="r" b="b"/>
              <a:pathLst>
                <a:path w="49529" h="79375">
                  <a:moveTo>
                    <a:pt x="13190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13190" y="79086"/>
                  </a:lnTo>
                  <a:lnTo>
                    <a:pt x="13190" y="39519"/>
                  </a:lnTo>
                  <a:lnTo>
                    <a:pt x="14366" y="35815"/>
                  </a:lnTo>
                  <a:lnTo>
                    <a:pt x="17513" y="32459"/>
                  </a:lnTo>
                  <a:lnTo>
                    <a:pt x="13190" y="32459"/>
                  </a:lnTo>
                  <a:lnTo>
                    <a:pt x="11987" y="31657"/>
                  </a:lnTo>
                  <a:lnTo>
                    <a:pt x="12848" y="28538"/>
                  </a:lnTo>
                  <a:lnTo>
                    <a:pt x="13190" y="27870"/>
                  </a:lnTo>
                  <a:lnTo>
                    <a:pt x="13190" y="0"/>
                  </a:lnTo>
                  <a:close/>
                </a:path>
                <a:path w="49529" h="79375">
                  <a:moveTo>
                    <a:pt x="47271" y="29540"/>
                  </a:moveTo>
                  <a:lnTo>
                    <a:pt x="29132" y="29540"/>
                  </a:lnTo>
                  <a:lnTo>
                    <a:pt x="31624" y="30653"/>
                  </a:lnTo>
                  <a:lnTo>
                    <a:pt x="35055" y="35110"/>
                  </a:lnTo>
                  <a:lnTo>
                    <a:pt x="35913" y="38726"/>
                  </a:lnTo>
                  <a:lnTo>
                    <a:pt x="35913" y="79086"/>
                  </a:lnTo>
                  <a:lnTo>
                    <a:pt x="49102" y="79086"/>
                  </a:lnTo>
                  <a:lnTo>
                    <a:pt x="49026" y="35815"/>
                  </a:lnTo>
                  <a:lnTo>
                    <a:pt x="48435" y="32459"/>
                  </a:lnTo>
                  <a:lnTo>
                    <a:pt x="48408" y="32306"/>
                  </a:lnTo>
                  <a:lnTo>
                    <a:pt x="47271" y="29540"/>
                  </a:lnTo>
                  <a:close/>
                </a:path>
                <a:path w="49529" h="79375">
                  <a:moveTo>
                    <a:pt x="13190" y="27870"/>
                  </a:moveTo>
                  <a:lnTo>
                    <a:pt x="12848" y="28538"/>
                  </a:lnTo>
                  <a:lnTo>
                    <a:pt x="11987" y="31657"/>
                  </a:lnTo>
                  <a:lnTo>
                    <a:pt x="13190" y="32459"/>
                  </a:lnTo>
                  <a:lnTo>
                    <a:pt x="13190" y="27870"/>
                  </a:lnTo>
                  <a:close/>
                </a:path>
                <a:path w="49529" h="79375">
                  <a:moveTo>
                    <a:pt x="34554" y="18267"/>
                  </a:moveTo>
                  <a:lnTo>
                    <a:pt x="27425" y="18267"/>
                  </a:lnTo>
                  <a:lnTo>
                    <a:pt x="24692" y="18738"/>
                  </a:lnTo>
                  <a:lnTo>
                    <a:pt x="19731" y="20626"/>
                  </a:lnTo>
                  <a:lnTo>
                    <a:pt x="17622" y="22077"/>
                  </a:lnTo>
                  <a:lnTo>
                    <a:pt x="14147" y="25998"/>
                  </a:lnTo>
                  <a:lnTo>
                    <a:pt x="13190" y="27870"/>
                  </a:lnTo>
                  <a:lnTo>
                    <a:pt x="13190" y="32459"/>
                  </a:lnTo>
                  <a:lnTo>
                    <a:pt x="17513" y="32459"/>
                  </a:lnTo>
                  <a:lnTo>
                    <a:pt x="19075" y="30794"/>
                  </a:lnTo>
                  <a:lnTo>
                    <a:pt x="22123" y="29540"/>
                  </a:lnTo>
                  <a:lnTo>
                    <a:pt x="47271" y="29540"/>
                  </a:lnTo>
                  <a:lnTo>
                    <a:pt x="45629" y="25548"/>
                  </a:lnTo>
                  <a:lnTo>
                    <a:pt x="43550" y="22927"/>
                  </a:lnTo>
                  <a:lnTo>
                    <a:pt x="38011" y="19199"/>
                  </a:lnTo>
                  <a:lnTo>
                    <a:pt x="34554" y="18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3" name="object 5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376164" y="1932655"/>
            <a:ext cx="345259" cy="82651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9804942" y="1936220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8" y="14748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2"/>
                </a:lnTo>
                <a:lnTo>
                  <a:pt x="29898" y="14748"/>
                </a:lnTo>
                <a:close/>
              </a:path>
              <a:path w="60325" h="75564">
                <a:moveTo>
                  <a:pt x="30010" y="0"/>
                </a:moveTo>
                <a:lnTo>
                  <a:pt x="9591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41" y="7931"/>
                </a:lnTo>
                <a:lnTo>
                  <a:pt x="30010" y="0"/>
                </a:lnTo>
                <a:close/>
              </a:path>
              <a:path w="60325" h="75564">
                <a:moveTo>
                  <a:pt x="37941" y="7931"/>
                </a:moveTo>
                <a:lnTo>
                  <a:pt x="35513" y="7931"/>
                </a:lnTo>
                <a:lnTo>
                  <a:pt x="35513" y="20342"/>
                </a:lnTo>
                <a:lnTo>
                  <a:pt x="60018" y="44756"/>
                </a:lnTo>
                <a:lnTo>
                  <a:pt x="60018" y="30008"/>
                </a:lnTo>
                <a:lnTo>
                  <a:pt x="37941" y="7931"/>
                </a:lnTo>
                <a:close/>
              </a:path>
              <a:path w="60325" h="75564">
                <a:moveTo>
                  <a:pt x="35513" y="14748"/>
                </a:moveTo>
                <a:lnTo>
                  <a:pt x="29898" y="14748"/>
                </a:lnTo>
                <a:lnTo>
                  <a:pt x="35513" y="20342"/>
                </a:lnTo>
                <a:lnTo>
                  <a:pt x="35513" y="14748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8" y="14748"/>
                </a:lnTo>
                <a:lnTo>
                  <a:pt x="35513" y="14748"/>
                </a:lnTo>
                <a:lnTo>
                  <a:pt x="35513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object 5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33517" y="2173671"/>
            <a:ext cx="200888" cy="8678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330150" y="2173671"/>
            <a:ext cx="547838" cy="9883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957989" y="2175541"/>
            <a:ext cx="267837" cy="100585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276800" y="2175541"/>
            <a:ext cx="196960" cy="83041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3558439" y="2195191"/>
            <a:ext cx="175895" cy="82550"/>
            <a:chOff x="3558439" y="2195191"/>
            <a:chExt cx="175895" cy="82550"/>
          </a:xfrm>
        </p:grpSpPr>
        <p:pic>
          <p:nvPicPr>
            <p:cNvPr id="60" name="object 6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58439" y="2195191"/>
              <a:ext cx="123742" cy="6479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720077" y="2244314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4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5" y="14268"/>
                  </a:lnTo>
                  <a:lnTo>
                    <a:pt x="0" y="33215"/>
                  </a:lnTo>
                  <a:lnTo>
                    <a:pt x="7018" y="33215"/>
                  </a:lnTo>
                  <a:lnTo>
                    <a:pt x="14034" y="13098"/>
                  </a:lnTo>
                  <a:lnTo>
                    <a:pt x="1403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3838206" y="2173671"/>
            <a:ext cx="738505" cy="104139"/>
            <a:chOff x="3838206" y="2173671"/>
            <a:chExt cx="738505" cy="104139"/>
          </a:xfrm>
        </p:grpSpPr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38206" y="2182092"/>
              <a:ext cx="265498" cy="9403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123588" y="2175547"/>
              <a:ext cx="120650" cy="92710"/>
            </a:xfrm>
            <a:custGeom>
              <a:avLst/>
              <a:gdLst/>
              <a:ahLst/>
              <a:cxnLst/>
              <a:rect l="l" t="t" r="r" b="b"/>
              <a:pathLst>
                <a:path w="120650" h="92710">
                  <a:moveTo>
                    <a:pt x="54267" y="83045"/>
                  </a:moveTo>
                  <a:lnTo>
                    <a:pt x="28651" y="47371"/>
                  </a:lnTo>
                  <a:lnTo>
                    <a:pt x="53098" y="21056"/>
                  </a:lnTo>
                  <a:lnTo>
                    <a:pt x="39992" y="21056"/>
                  </a:lnTo>
                  <a:lnTo>
                    <a:pt x="9817" y="54381"/>
                  </a:lnTo>
                  <a:lnTo>
                    <a:pt x="9817" y="0"/>
                  </a:lnTo>
                  <a:lnTo>
                    <a:pt x="0" y="0"/>
                  </a:lnTo>
                  <a:lnTo>
                    <a:pt x="0" y="83045"/>
                  </a:lnTo>
                  <a:lnTo>
                    <a:pt x="9817" y="83045"/>
                  </a:lnTo>
                  <a:lnTo>
                    <a:pt x="9817" y="66903"/>
                  </a:lnTo>
                  <a:lnTo>
                    <a:pt x="21983" y="54038"/>
                  </a:lnTo>
                  <a:lnTo>
                    <a:pt x="42329" y="83045"/>
                  </a:lnTo>
                  <a:lnTo>
                    <a:pt x="54267" y="83045"/>
                  </a:lnTo>
                  <a:close/>
                </a:path>
                <a:path w="120650" h="92710">
                  <a:moveTo>
                    <a:pt x="120459" y="83045"/>
                  </a:moveTo>
                  <a:lnTo>
                    <a:pt x="68999" y="83045"/>
                  </a:lnTo>
                  <a:lnTo>
                    <a:pt x="68999" y="92163"/>
                  </a:lnTo>
                  <a:lnTo>
                    <a:pt x="120459" y="92163"/>
                  </a:lnTo>
                  <a:lnTo>
                    <a:pt x="120459" y="8304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63938" y="2173671"/>
              <a:ext cx="264328" cy="8678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562185" y="2244314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6" y="14268"/>
                  </a:lnTo>
                  <a:lnTo>
                    <a:pt x="0" y="33215"/>
                  </a:lnTo>
                  <a:lnTo>
                    <a:pt x="7018" y="33215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4683823" y="2173671"/>
            <a:ext cx="476250" cy="86360"/>
            <a:chOff x="4683823" y="2173671"/>
            <a:chExt cx="476250" cy="86360"/>
          </a:xfrm>
        </p:grpSpPr>
        <p:pic>
          <p:nvPicPr>
            <p:cNvPr id="68" name="object 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683823" y="2175541"/>
              <a:ext cx="260819" cy="8444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64526" y="2173671"/>
              <a:ext cx="195322" cy="84912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5820323" y="2173671"/>
            <a:ext cx="339725" cy="86995"/>
            <a:chOff x="5820323" y="2173671"/>
            <a:chExt cx="339725" cy="86995"/>
          </a:xfrm>
        </p:grpSpPr>
        <p:sp>
          <p:nvSpPr>
            <p:cNvPr id="71" name="object 71"/>
            <p:cNvSpPr/>
            <p:nvPr/>
          </p:nvSpPr>
          <p:spPr>
            <a:xfrm>
              <a:off x="5820321" y="217368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02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960675" y="2173671"/>
              <a:ext cx="198831" cy="86784"/>
            </a:xfrm>
            <a:prstGeom prst="rect">
              <a:avLst/>
            </a:prstGeom>
          </p:spPr>
        </p:pic>
      </p:grpSp>
      <p:grpSp>
        <p:nvGrpSpPr>
          <p:cNvPr id="73" name="object 73"/>
          <p:cNvGrpSpPr/>
          <p:nvPr/>
        </p:nvGrpSpPr>
        <p:grpSpPr>
          <a:xfrm>
            <a:off x="6853635" y="2173671"/>
            <a:ext cx="340360" cy="86995"/>
            <a:chOff x="6853635" y="2173671"/>
            <a:chExt cx="340360" cy="86995"/>
          </a:xfrm>
        </p:grpSpPr>
        <p:sp>
          <p:nvSpPr>
            <p:cNvPr id="74" name="object 74"/>
            <p:cNvSpPr/>
            <p:nvPr/>
          </p:nvSpPr>
          <p:spPr>
            <a:xfrm>
              <a:off x="6853631" y="2173680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11" y="13817"/>
                  </a:lnTo>
                  <a:lnTo>
                    <a:pt x="50495" y="8801"/>
                  </a:lnTo>
                  <a:lnTo>
                    <a:pt x="42760" y="2692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62"/>
                  </a:lnTo>
                  <a:lnTo>
                    <a:pt x="42240" y="31737"/>
                  </a:lnTo>
                  <a:lnTo>
                    <a:pt x="42760" y="37084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64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994452" y="2173671"/>
              <a:ext cx="199297" cy="84912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7973715" y="2173671"/>
            <a:ext cx="340995" cy="86995"/>
            <a:chOff x="7973715" y="2173671"/>
            <a:chExt cx="340995" cy="86995"/>
          </a:xfrm>
        </p:grpSpPr>
        <p:sp>
          <p:nvSpPr>
            <p:cNvPr id="77" name="object 77"/>
            <p:cNvSpPr/>
            <p:nvPr/>
          </p:nvSpPr>
          <p:spPr>
            <a:xfrm>
              <a:off x="7973708" y="2173680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24" y="13817"/>
                  </a:lnTo>
                  <a:lnTo>
                    <a:pt x="50495" y="8801"/>
                  </a:lnTo>
                  <a:lnTo>
                    <a:pt x="42760" y="2692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75"/>
                  </a:lnTo>
                  <a:lnTo>
                    <a:pt x="42252" y="31737"/>
                  </a:lnTo>
                  <a:lnTo>
                    <a:pt x="42760" y="37084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77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710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710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906" y="67271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114064" y="2173671"/>
              <a:ext cx="200233" cy="84912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9094496" y="2173671"/>
            <a:ext cx="339725" cy="86995"/>
            <a:chOff x="9094496" y="2173671"/>
            <a:chExt cx="339725" cy="86995"/>
          </a:xfrm>
        </p:grpSpPr>
        <p:sp>
          <p:nvSpPr>
            <p:cNvPr id="80" name="object 80"/>
            <p:cNvSpPr/>
            <p:nvPr/>
          </p:nvSpPr>
          <p:spPr>
            <a:xfrm>
              <a:off x="9094495" y="217368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31"/>
                  </a:moveTo>
                  <a:lnTo>
                    <a:pt x="57302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73"/>
                  </a:lnTo>
                  <a:lnTo>
                    <a:pt x="11277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61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70" y="52387"/>
                  </a:lnTo>
                  <a:lnTo>
                    <a:pt x="58470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234848" y="2173671"/>
              <a:ext cx="198831" cy="86784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33517" y="2418728"/>
            <a:ext cx="200748" cy="86784"/>
          </a:xfrm>
          <a:prstGeom prst="rect">
            <a:avLst/>
          </a:prstGeom>
        </p:spPr>
      </p:pic>
      <p:grpSp>
        <p:nvGrpSpPr>
          <p:cNvPr id="83" name="object 83"/>
          <p:cNvGrpSpPr/>
          <p:nvPr/>
        </p:nvGrpSpPr>
        <p:grpSpPr>
          <a:xfrm>
            <a:off x="1330150" y="2420599"/>
            <a:ext cx="260985" cy="84455"/>
            <a:chOff x="1330150" y="2420599"/>
            <a:chExt cx="260985" cy="84455"/>
          </a:xfrm>
        </p:grpSpPr>
        <p:pic>
          <p:nvPicPr>
            <p:cNvPr id="84" name="object 8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30150" y="2420599"/>
              <a:ext cx="190643" cy="84444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541847" y="2420599"/>
              <a:ext cx="49530" cy="83185"/>
            </a:xfrm>
            <a:custGeom>
              <a:avLst/>
              <a:gdLst/>
              <a:ahLst/>
              <a:cxnLst/>
              <a:rect l="l" t="t" r="r" b="b"/>
              <a:pathLst>
                <a:path w="49530" h="83185">
                  <a:moveTo>
                    <a:pt x="9824" y="0"/>
                  </a:moveTo>
                  <a:lnTo>
                    <a:pt x="0" y="0"/>
                  </a:lnTo>
                  <a:lnTo>
                    <a:pt x="0" y="83041"/>
                  </a:lnTo>
                  <a:lnTo>
                    <a:pt x="9824" y="83041"/>
                  </a:lnTo>
                  <a:lnTo>
                    <a:pt x="9944" y="39961"/>
                  </a:lnTo>
                  <a:lnTo>
                    <a:pt x="11325" y="35906"/>
                  </a:lnTo>
                  <a:lnTo>
                    <a:pt x="12480" y="34737"/>
                  </a:lnTo>
                  <a:lnTo>
                    <a:pt x="9824" y="34737"/>
                  </a:lnTo>
                  <a:lnTo>
                    <a:pt x="8655" y="34503"/>
                  </a:lnTo>
                  <a:lnTo>
                    <a:pt x="9434" y="31073"/>
                  </a:lnTo>
                  <a:lnTo>
                    <a:pt x="9824" y="30247"/>
                  </a:lnTo>
                  <a:lnTo>
                    <a:pt x="9824" y="0"/>
                  </a:lnTo>
                  <a:close/>
                </a:path>
                <a:path w="49530" h="83185">
                  <a:moveTo>
                    <a:pt x="45539" y="28304"/>
                  </a:moveTo>
                  <a:lnTo>
                    <a:pt x="30683" y="28304"/>
                  </a:lnTo>
                  <a:lnTo>
                    <a:pt x="33995" y="29824"/>
                  </a:lnTo>
                  <a:lnTo>
                    <a:pt x="38227" y="35516"/>
                  </a:lnTo>
                  <a:lnTo>
                    <a:pt x="39298" y="39961"/>
                  </a:lnTo>
                  <a:lnTo>
                    <a:pt x="39298" y="83041"/>
                  </a:lnTo>
                  <a:lnTo>
                    <a:pt x="49123" y="83041"/>
                  </a:lnTo>
                  <a:lnTo>
                    <a:pt x="49123" y="38558"/>
                  </a:lnTo>
                  <a:lnTo>
                    <a:pt x="48374" y="34737"/>
                  </a:lnTo>
                  <a:lnTo>
                    <a:pt x="48328" y="34503"/>
                  </a:lnTo>
                  <a:lnTo>
                    <a:pt x="45539" y="28304"/>
                  </a:lnTo>
                  <a:close/>
                </a:path>
                <a:path w="49530" h="83185">
                  <a:moveTo>
                    <a:pt x="9824" y="30247"/>
                  </a:moveTo>
                  <a:lnTo>
                    <a:pt x="9434" y="31073"/>
                  </a:lnTo>
                  <a:lnTo>
                    <a:pt x="8655" y="34503"/>
                  </a:lnTo>
                  <a:lnTo>
                    <a:pt x="9824" y="34737"/>
                  </a:lnTo>
                  <a:lnTo>
                    <a:pt x="9824" y="30247"/>
                  </a:lnTo>
                  <a:close/>
                </a:path>
                <a:path w="49530" h="83185">
                  <a:moveTo>
                    <a:pt x="32866" y="19649"/>
                  </a:moveTo>
                  <a:lnTo>
                    <a:pt x="25224" y="19649"/>
                  </a:lnTo>
                  <a:lnTo>
                    <a:pt x="22261" y="20176"/>
                  </a:lnTo>
                  <a:lnTo>
                    <a:pt x="16803" y="22280"/>
                  </a:lnTo>
                  <a:lnTo>
                    <a:pt x="14503" y="23898"/>
                  </a:lnTo>
                  <a:lnTo>
                    <a:pt x="10742" y="28304"/>
                  </a:lnTo>
                  <a:lnTo>
                    <a:pt x="9824" y="30247"/>
                  </a:lnTo>
                  <a:lnTo>
                    <a:pt x="9824" y="34737"/>
                  </a:lnTo>
                  <a:lnTo>
                    <a:pt x="12480" y="34737"/>
                  </a:lnTo>
                  <a:lnTo>
                    <a:pt x="17330" y="29824"/>
                  </a:lnTo>
                  <a:lnTo>
                    <a:pt x="21325" y="28304"/>
                  </a:lnTo>
                  <a:lnTo>
                    <a:pt x="45539" y="28304"/>
                  </a:lnTo>
                  <a:lnTo>
                    <a:pt x="45126" y="27388"/>
                  </a:lnTo>
                  <a:lnTo>
                    <a:pt x="42787" y="24620"/>
                  </a:lnTo>
                  <a:lnTo>
                    <a:pt x="36628" y="20643"/>
                  </a:lnTo>
                  <a:lnTo>
                    <a:pt x="32866" y="19649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6" name="object 8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675269" y="2420482"/>
            <a:ext cx="477107" cy="84561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2250622" y="2415922"/>
            <a:ext cx="524510" cy="105410"/>
            <a:chOff x="2250622" y="2415922"/>
            <a:chExt cx="524510" cy="105410"/>
          </a:xfrm>
        </p:grpSpPr>
        <p:sp>
          <p:nvSpPr>
            <p:cNvPr id="88" name="object 88"/>
            <p:cNvSpPr/>
            <p:nvPr/>
          </p:nvSpPr>
          <p:spPr>
            <a:xfrm>
              <a:off x="2250622" y="2415922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32748" y="0"/>
                  </a:moveTo>
                  <a:lnTo>
                    <a:pt x="22923" y="0"/>
                  </a:lnTo>
                  <a:lnTo>
                    <a:pt x="16841" y="5379"/>
                  </a:lnTo>
                  <a:lnTo>
                    <a:pt x="0" y="44599"/>
                  </a:lnTo>
                  <a:lnTo>
                    <a:pt x="0" y="55984"/>
                  </a:lnTo>
                  <a:lnTo>
                    <a:pt x="16841" y="95204"/>
                  </a:lnTo>
                  <a:lnTo>
                    <a:pt x="22923" y="100585"/>
                  </a:lnTo>
                  <a:lnTo>
                    <a:pt x="32748" y="100585"/>
                  </a:lnTo>
                  <a:lnTo>
                    <a:pt x="26899" y="94970"/>
                  </a:lnTo>
                  <a:lnTo>
                    <a:pt x="22339" y="89376"/>
                  </a:lnTo>
                  <a:lnTo>
                    <a:pt x="15788" y="78225"/>
                  </a:lnTo>
                  <a:lnTo>
                    <a:pt x="13488" y="72651"/>
                  </a:lnTo>
                  <a:lnTo>
                    <a:pt x="10838" y="61501"/>
                  </a:lnTo>
                  <a:lnTo>
                    <a:pt x="10175" y="55906"/>
                  </a:lnTo>
                  <a:lnTo>
                    <a:pt x="10175" y="44678"/>
                  </a:lnTo>
                  <a:lnTo>
                    <a:pt x="26899" y="5535"/>
                  </a:lnTo>
                  <a:lnTo>
                    <a:pt x="327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311441" y="2420599"/>
              <a:ext cx="401170" cy="100585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2741852" y="2415922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9824" y="0"/>
                  </a:moveTo>
                  <a:lnTo>
                    <a:pt x="0" y="0"/>
                  </a:lnTo>
                  <a:lnTo>
                    <a:pt x="5848" y="5535"/>
                  </a:lnTo>
                  <a:lnTo>
                    <a:pt x="10408" y="11111"/>
                  </a:lnTo>
                  <a:lnTo>
                    <a:pt x="16959" y="22339"/>
                  </a:lnTo>
                  <a:lnTo>
                    <a:pt x="19259" y="27933"/>
                  </a:lnTo>
                  <a:lnTo>
                    <a:pt x="21910" y="39082"/>
                  </a:lnTo>
                  <a:lnTo>
                    <a:pt x="22572" y="44678"/>
                  </a:lnTo>
                  <a:lnTo>
                    <a:pt x="22572" y="55906"/>
                  </a:lnTo>
                  <a:lnTo>
                    <a:pt x="5848" y="94970"/>
                  </a:lnTo>
                  <a:lnTo>
                    <a:pt x="0" y="100585"/>
                  </a:lnTo>
                  <a:lnTo>
                    <a:pt x="9824" y="100585"/>
                  </a:lnTo>
                  <a:lnTo>
                    <a:pt x="32105" y="61657"/>
                  </a:lnTo>
                  <a:lnTo>
                    <a:pt x="32748" y="55984"/>
                  </a:lnTo>
                  <a:lnTo>
                    <a:pt x="32748" y="44599"/>
                  </a:lnTo>
                  <a:lnTo>
                    <a:pt x="15906" y="5379"/>
                  </a:lnTo>
                  <a:lnTo>
                    <a:pt x="982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1" name="object 9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276099" y="2418728"/>
            <a:ext cx="268187" cy="86784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628147" y="2440249"/>
            <a:ext cx="124678" cy="64795"/>
          </a:xfrm>
          <a:prstGeom prst="rect">
            <a:avLst/>
          </a:prstGeom>
        </p:spPr>
      </p:pic>
      <p:grpSp>
        <p:nvGrpSpPr>
          <p:cNvPr id="93" name="object 93"/>
          <p:cNvGrpSpPr/>
          <p:nvPr/>
        </p:nvGrpSpPr>
        <p:grpSpPr>
          <a:xfrm>
            <a:off x="3838206" y="2418728"/>
            <a:ext cx="247015" cy="104139"/>
            <a:chOff x="3838206" y="2418728"/>
            <a:chExt cx="247015" cy="104139"/>
          </a:xfrm>
        </p:grpSpPr>
        <p:pic>
          <p:nvPicPr>
            <p:cNvPr id="94" name="object 9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838206" y="2418728"/>
              <a:ext cx="197661" cy="8678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4070955" y="2489372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5" y="14268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6" name="object 9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88002" y="2420482"/>
            <a:ext cx="477107" cy="84561"/>
          </a:xfrm>
          <a:prstGeom prst="rect">
            <a:avLst/>
          </a:prstGeom>
        </p:spPr>
      </p:pic>
      <p:pic>
        <p:nvPicPr>
          <p:cNvPr id="97" name="object 9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746981" y="2420482"/>
            <a:ext cx="478364" cy="84561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5820323" y="2418728"/>
            <a:ext cx="338455" cy="86995"/>
            <a:chOff x="5820323" y="2418728"/>
            <a:chExt cx="338455" cy="86995"/>
          </a:xfrm>
        </p:grpSpPr>
        <p:sp>
          <p:nvSpPr>
            <p:cNvPr id="99" name="object 99"/>
            <p:cNvSpPr/>
            <p:nvPr/>
          </p:nvSpPr>
          <p:spPr>
            <a:xfrm>
              <a:off x="5820321" y="241874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02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960675" y="2418728"/>
              <a:ext cx="197661" cy="86784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6854337" y="2418728"/>
            <a:ext cx="339725" cy="86995"/>
            <a:chOff x="6854337" y="2418728"/>
            <a:chExt cx="339725" cy="86995"/>
          </a:xfrm>
        </p:grpSpPr>
        <p:sp>
          <p:nvSpPr>
            <p:cNvPr id="102" name="object 102"/>
            <p:cNvSpPr/>
            <p:nvPr/>
          </p:nvSpPr>
          <p:spPr>
            <a:xfrm>
              <a:off x="6854330" y="241874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45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995858" y="2418728"/>
              <a:ext cx="197661" cy="86784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7974417" y="2418728"/>
            <a:ext cx="339725" cy="86995"/>
            <a:chOff x="7974417" y="2418728"/>
            <a:chExt cx="339725" cy="86995"/>
          </a:xfrm>
        </p:grpSpPr>
        <p:sp>
          <p:nvSpPr>
            <p:cNvPr id="105" name="object 105"/>
            <p:cNvSpPr/>
            <p:nvPr/>
          </p:nvSpPr>
          <p:spPr>
            <a:xfrm>
              <a:off x="7974406" y="241874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15" y="26822"/>
                  </a:lnTo>
                  <a:lnTo>
                    <a:pt x="52641" y="13868"/>
                  </a:lnTo>
                  <a:lnTo>
                    <a:pt x="52273" y="13322"/>
                  </a:lnTo>
                  <a:lnTo>
                    <a:pt x="49923" y="9817"/>
                  </a:lnTo>
                  <a:lnTo>
                    <a:pt x="49288" y="8864"/>
                  </a:lnTo>
                  <a:lnTo>
                    <a:pt x="47955" y="7785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85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31" y="86779"/>
                  </a:lnTo>
                  <a:lnTo>
                    <a:pt x="40551" y="85026"/>
                  </a:lnTo>
                  <a:lnTo>
                    <a:pt x="49288" y="78003"/>
                  </a:lnTo>
                  <a:lnTo>
                    <a:pt x="49987" y="76949"/>
                  </a:lnTo>
                  <a:lnTo>
                    <a:pt x="52641" y="73012"/>
                  </a:lnTo>
                  <a:lnTo>
                    <a:pt x="57315" y="60071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114769" y="2418728"/>
              <a:ext cx="198831" cy="86784"/>
            </a:xfrm>
            <a:prstGeom prst="rect">
              <a:avLst/>
            </a:prstGeom>
          </p:spPr>
        </p:pic>
      </p:grpSp>
      <p:grpSp>
        <p:nvGrpSpPr>
          <p:cNvPr id="107" name="object 107"/>
          <p:cNvGrpSpPr/>
          <p:nvPr/>
        </p:nvGrpSpPr>
        <p:grpSpPr>
          <a:xfrm>
            <a:off x="9094496" y="2418728"/>
            <a:ext cx="339725" cy="86995"/>
            <a:chOff x="9094496" y="2418728"/>
            <a:chExt cx="339725" cy="86995"/>
          </a:xfrm>
        </p:grpSpPr>
        <p:sp>
          <p:nvSpPr>
            <p:cNvPr id="108" name="object 108"/>
            <p:cNvSpPr/>
            <p:nvPr/>
          </p:nvSpPr>
          <p:spPr>
            <a:xfrm>
              <a:off x="9094495" y="241874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31"/>
                  </a:moveTo>
                  <a:lnTo>
                    <a:pt x="57302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45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73"/>
                  </a:lnTo>
                  <a:lnTo>
                    <a:pt x="11277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61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70" y="52387"/>
                  </a:lnTo>
                  <a:lnTo>
                    <a:pt x="58470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234848" y="2418728"/>
              <a:ext cx="198831" cy="86784"/>
            </a:xfrm>
            <a:prstGeom prst="rect">
              <a:avLst/>
            </a:prstGeom>
          </p:spPr>
        </p:pic>
      </p:grpSp>
      <p:pic>
        <p:nvPicPr>
          <p:cNvPr id="110" name="object 110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633517" y="2663786"/>
            <a:ext cx="200748" cy="86784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324068" y="2663786"/>
            <a:ext cx="483744" cy="98831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887814" y="2665658"/>
            <a:ext cx="267836" cy="100585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3276800" y="2665658"/>
            <a:ext cx="196960" cy="83041"/>
          </a:xfrm>
          <a:prstGeom prst="rect">
            <a:avLst/>
          </a:prstGeom>
        </p:spPr>
      </p:pic>
      <p:grpSp>
        <p:nvGrpSpPr>
          <p:cNvPr id="114" name="object 114"/>
          <p:cNvGrpSpPr/>
          <p:nvPr/>
        </p:nvGrpSpPr>
        <p:grpSpPr>
          <a:xfrm>
            <a:off x="3558439" y="2685308"/>
            <a:ext cx="175895" cy="82550"/>
            <a:chOff x="3558439" y="2685308"/>
            <a:chExt cx="175895" cy="82550"/>
          </a:xfrm>
        </p:grpSpPr>
        <p:pic>
          <p:nvPicPr>
            <p:cNvPr id="115" name="object 11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58439" y="2685308"/>
              <a:ext cx="123742" cy="6479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3720077" y="2734430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4" y="0"/>
                  </a:moveTo>
                  <a:lnTo>
                    <a:pt x="0" y="0"/>
                  </a:lnTo>
                  <a:lnTo>
                    <a:pt x="0" y="14269"/>
                  </a:lnTo>
                  <a:lnTo>
                    <a:pt x="6315" y="14269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4" y="13100"/>
                  </a:lnTo>
                  <a:lnTo>
                    <a:pt x="1403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" name="object 117"/>
          <p:cNvGrpSpPr/>
          <p:nvPr/>
        </p:nvGrpSpPr>
        <p:grpSpPr>
          <a:xfrm>
            <a:off x="3838206" y="2663786"/>
            <a:ext cx="738505" cy="104139"/>
            <a:chOff x="3838206" y="2663786"/>
            <a:chExt cx="738505" cy="104139"/>
          </a:xfrm>
        </p:grpSpPr>
        <p:pic>
          <p:nvPicPr>
            <p:cNvPr id="118" name="object 11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838206" y="2672208"/>
              <a:ext cx="265498" cy="94035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4123588" y="2665666"/>
              <a:ext cx="120650" cy="92710"/>
            </a:xfrm>
            <a:custGeom>
              <a:avLst/>
              <a:gdLst/>
              <a:ahLst/>
              <a:cxnLst/>
              <a:rect l="l" t="t" r="r" b="b"/>
              <a:pathLst>
                <a:path w="120650" h="92710">
                  <a:moveTo>
                    <a:pt x="54267" y="83045"/>
                  </a:moveTo>
                  <a:lnTo>
                    <a:pt x="28651" y="47371"/>
                  </a:lnTo>
                  <a:lnTo>
                    <a:pt x="53098" y="21056"/>
                  </a:lnTo>
                  <a:lnTo>
                    <a:pt x="39992" y="21056"/>
                  </a:lnTo>
                  <a:lnTo>
                    <a:pt x="9817" y="54381"/>
                  </a:lnTo>
                  <a:lnTo>
                    <a:pt x="9817" y="0"/>
                  </a:lnTo>
                  <a:lnTo>
                    <a:pt x="0" y="0"/>
                  </a:lnTo>
                  <a:lnTo>
                    <a:pt x="0" y="83045"/>
                  </a:lnTo>
                  <a:lnTo>
                    <a:pt x="9817" y="83045"/>
                  </a:lnTo>
                  <a:lnTo>
                    <a:pt x="9817" y="66903"/>
                  </a:lnTo>
                  <a:lnTo>
                    <a:pt x="21983" y="54038"/>
                  </a:lnTo>
                  <a:lnTo>
                    <a:pt x="42329" y="83045"/>
                  </a:lnTo>
                  <a:lnTo>
                    <a:pt x="54267" y="83045"/>
                  </a:lnTo>
                  <a:close/>
                </a:path>
                <a:path w="120650" h="92710">
                  <a:moveTo>
                    <a:pt x="120459" y="83045"/>
                  </a:moveTo>
                  <a:lnTo>
                    <a:pt x="68999" y="83045"/>
                  </a:lnTo>
                  <a:lnTo>
                    <a:pt x="68999" y="92163"/>
                  </a:lnTo>
                  <a:lnTo>
                    <a:pt x="120459" y="92163"/>
                  </a:lnTo>
                  <a:lnTo>
                    <a:pt x="120459" y="8304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263938" y="2663786"/>
              <a:ext cx="264328" cy="86784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4562185" y="2734430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4" h="33655">
                  <a:moveTo>
                    <a:pt x="14036" y="0"/>
                  </a:moveTo>
                  <a:lnTo>
                    <a:pt x="0" y="0"/>
                  </a:lnTo>
                  <a:lnTo>
                    <a:pt x="0" y="14269"/>
                  </a:lnTo>
                  <a:lnTo>
                    <a:pt x="6316" y="14269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6" y="13100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4683823" y="2663786"/>
            <a:ext cx="476250" cy="86360"/>
            <a:chOff x="4683823" y="2663786"/>
            <a:chExt cx="476250" cy="86360"/>
          </a:xfrm>
        </p:grpSpPr>
        <p:pic>
          <p:nvPicPr>
            <p:cNvPr id="123" name="object 12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683823" y="2665658"/>
              <a:ext cx="260819" cy="84444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964526" y="2663786"/>
              <a:ext cx="195322" cy="84913"/>
            </a:xfrm>
            <a:prstGeom prst="rect">
              <a:avLst/>
            </a:prstGeom>
          </p:spPr>
        </p:pic>
      </p:grpSp>
      <p:grpSp>
        <p:nvGrpSpPr>
          <p:cNvPr id="125" name="object 125"/>
          <p:cNvGrpSpPr/>
          <p:nvPr/>
        </p:nvGrpSpPr>
        <p:grpSpPr>
          <a:xfrm>
            <a:off x="5819622" y="2663786"/>
            <a:ext cx="341630" cy="86995"/>
            <a:chOff x="5819622" y="2663786"/>
            <a:chExt cx="341630" cy="86995"/>
          </a:xfrm>
        </p:grpSpPr>
        <p:sp>
          <p:nvSpPr>
            <p:cNvPr id="126" name="object 126"/>
            <p:cNvSpPr/>
            <p:nvPr/>
          </p:nvSpPr>
          <p:spPr>
            <a:xfrm>
              <a:off x="5819622" y="2663786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22"/>
                  </a:lnTo>
                  <a:lnTo>
                    <a:pt x="54241" y="14744"/>
                  </a:lnTo>
                  <a:lnTo>
                    <a:pt x="54140" y="14465"/>
                  </a:lnTo>
                  <a:lnTo>
                    <a:pt x="53911" y="13830"/>
                  </a:lnTo>
                  <a:lnTo>
                    <a:pt x="50495" y="8813"/>
                  </a:lnTo>
                  <a:lnTo>
                    <a:pt x="42760" y="2717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64" y="72047"/>
                  </a:lnTo>
                  <a:lnTo>
                    <a:pt x="27279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59" y="30175"/>
                  </a:lnTo>
                  <a:lnTo>
                    <a:pt x="42240" y="31750"/>
                  </a:lnTo>
                  <a:lnTo>
                    <a:pt x="42760" y="37084"/>
                  </a:lnTo>
                  <a:lnTo>
                    <a:pt x="42760" y="2717"/>
                  </a:lnTo>
                  <a:lnTo>
                    <a:pt x="41567" y="1765"/>
                  </a:lnTo>
                  <a:lnTo>
                    <a:pt x="37896" y="558"/>
                  </a:lnTo>
                  <a:lnTo>
                    <a:pt x="37896" y="19113"/>
                  </a:lnTo>
                  <a:lnTo>
                    <a:pt x="17995" y="56642"/>
                  </a:lnTo>
                  <a:lnTo>
                    <a:pt x="17627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79" y="14744"/>
                  </a:lnTo>
                  <a:lnTo>
                    <a:pt x="32664" y="14744"/>
                  </a:lnTo>
                  <a:lnTo>
                    <a:pt x="34963" y="15798"/>
                  </a:lnTo>
                  <a:lnTo>
                    <a:pt x="37896" y="19113"/>
                  </a:lnTo>
                  <a:lnTo>
                    <a:pt x="37896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292" y="72047"/>
                  </a:lnTo>
                  <a:lnTo>
                    <a:pt x="58686" y="60159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21" y="67284"/>
                  </a:moveTo>
                  <a:lnTo>
                    <a:pt x="90893" y="67284"/>
                  </a:lnTo>
                  <a:lnTo>
                    <a:pt x="90893" y="84924"/>
                  </a:lnTo>
                  <a:lnTo>
                    <a:pt x="109321" y="84924"/>
                  </a:lnTo>
                  <a:lnTo>
                    <a:pt x="109321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959971" y="2663786"/>
              <a:ext cx="200934" cy="86784"/>
            </a:xfrm>
            <a:prstGeom prst="rect">
              <a:avLst/>
            </a:prstGeom>
          </p:spPr>
        </p:pic>
      </p:grpSp>
      <p:grpSp>
        <p:nvGrpSpPr>
          <p:cNvPr id="128" name="object 128"/>
          <p:cNvGrpSpPr/>
          <p:nvPr/>
        </p:nvGrpSpPr>
        <p:grpSpPr>
          <a:xfrm>
            <a:off x="6854337" y="2663786"/>
            <a:ext cx="339725" cy="86995"/>
            <a:chOff x="6854337" y="2663786"/>
            <a:chExt cx="339725" cy="86995"/>
          </a:xfrm>
        </p:grpSpPr>
        <p:sp>
          <p:nvSpPr>
            <p:cNvPr id="129" name="object 129"/>
            <p:cNvSpPr/>
            <p:nvPr/>
          </p:nvSpPr>
          <p:spPr>
            <a:xfrm>
              <a:off x="6854330" y="2663786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47955" y="7810"/>
                  </a:lnTo>
                  <a:lnTo>
                    <a:pt x="47955" y="36576"/>
                  </a:lnTo>
                  <a:lnTo>
                    <a:pt x="47955" y="50304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304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201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24"/>
                  </a:lnTo>
                  <a:lnTo>
                    <a:pt x="106667" y="84924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995858" y="2663786"/>
              <a:ext cx="197661" cy="86784"/>
            </a:xfrm>
            <a:prstGeom prst="rect">
              <a:avLst/>
            </a:prstGeom>
          </p:spPr>
        </p:pic>
      </p:grpSp>
      <p:grpSp>
        <p:nvGrpSpPr>
          <p:cNvPr id="131" name="object 131"/>
          <p:cNvGrpSpPr/>
          <p:nvPr/>
        </p:nvGrpSpPr>
        <p:grpSpPr>
          <a:xfrm>
            <a:off x="7973948" y="2663786"/>
            <a:ext cx="340360" cy="86995"/>
            <a:chOff x="7973948" y="2663786"/>
            <a:chExt cx="340360" cy="86995"/>
          </a:xfrm>
        </p:grpSpPr>
        <p:sp>
          <p:nvSpPr>
            <p:cNvPr id="132" name="object 132"/>
            <p:cNvSpPr/>
            <p:nvPr/>
          </p:nvSpPr>
          <p:spPr>
            <a:xfrm>
              <a:off x="7973949" y="2663786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4" h="86994">
                  <a:moveTo>
                    <a:pt x="59410" y="34544"/>
                  </a:moveTo>
                  <a:lnTo>
                    <a:pt x="58229" y="26822"/>
                  </a:lnTo>
                  <a:lnTo>
                    <a:pt x="53632" y="14262"/>
                  </a:lnTo>
                  <a:lnTo>
                    <a:pt x="53568" y="14084"/>
                  </a:lnTo>
                  <a:lnTo>
                    <a:pt x="53479" y="13843"/>
                  </a:lnTo>
                  <a:lnTo>
                    <a:pt x="52984" y="13106"/>
                  </a:lnTo>
                  <a:lnTo>
                    <a:pt x="50088" y="8839"/>
                  </a:lnTo>
                  <a:lnTo>
                    <a:pt x="44488" y="4381"/>
                  </a:lnTo>
                  <a:lnTo>
                    <a:pt x="44488" y="36918"/>
                  </a:lnTo>
                  <a:lnTo>
                    <a:pt x="44488" y="49987"/>
                  </a:lnTo>
                  <a:lnTo>
                    <a:pt x="32816" y="73685"/>
                  </a:lnTo>
                  <a:lnTo>
                    <a:pt x="26657" y="73685"/>
                  </a:lnTo>
                  <a:lnTo>
                    <a:pt x="24422" y="72707"/>
                  </a:lnTo>
                  <a:lnTo>
                    <a:pt x="24028" y="72542"/>
                  </a:lnTo>
                  <a:lnTo>
                    <a:pt x="20764" y="69126"/>
                  </a:lnTo>
                  <a:lnTo>
                    <a:pt x="42951" y="27813"/>
                  </a:lnTo>
                  <a:lnTo>
                    <a:pt x="43891" y="31369"/>
                  </a:lnTo>
                  <a:lnTo>
                    <a:pt x="44488" y="36918"/>
                  </a:lnTo>
                  <a:lnTo>
                    <a:pt x="44488" y="4381"/>
                  </a:lnTo>
                  <a:lnTo>
                    <a:pt x="41224" y="1778"/>
                  </a:lnTo>
                  <a:lnTo>
                    <a:pt x="38646" y="927"/>
                  </a:lnTo>
                  <a:lnTo>
                    <a:pt x="38646" y="17653"/>
                  </a:lnTo>
                  <a:lnTo>
                    <a:pt x="16446" y="59004"/>
                  </a:lnTo>
                  <a:lnTo>
                    <a:pt x="15519" y="55473"/>
                  </a:lnTo>
                  <a:lnTo>
                    <a:pt x="14922" y="49987"/>
                  </a:lnTo>
                  <a:lnTo>
                    <a:pt x="14922" y="36918"/>
                  </a:lnTo>
                  <a:lnTo>
                    <a:pt x="26657" y="13106"/>
                  </a:lnTo>
                  <a:lnTo>
                    <a:pt x="32816" y="13106"/>
                  </a:lnTo>
                  <a:lnTo>
                    <a:pt x="35471" y="14262"/>
                  </a:lnTo>
                  <a:lnTo>
                    <a:pt x="38646" y="17653"/>
                  </a:lnTo>
                  <a:lnTo>
                    <a:pt x="38646" y="927"/>
                  </a:lnTo>
                  <a:lnTo>
                    <a:pt x="35902" y="0"/>
                  </a:lnTo>
                  <a:lnTo>
                    <a:pt x="23545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545" y="86791"/>
                  </a:lnTo>
                  <a:lnTo>
                    <a:pt x="35902" y="86791"/>
                  </a:lnTo>
                  <a:lnTo>
                    <a:pt x="41224" y="85039"/>
                  </a:lnTo>
                  <a:lnTo>
                    <a:pt x="50088" y="78054"/>
                  </a:lnTo>
                  <a:lnTo>
                    <a:pt x="53060" y="73685"/>
                  </a:lnTo>
                  <a:lnTo>
                    <a:pt x="53479" y="73075"/>
                  </a:lnTo>
                  <a:lnTo>
                    <a:pt x="58229" y="60134"/>
                  </a:lnTo>
                  <a:lnTo>
                    <a:pt x="59410" y="52438"/>
                  </a:lnTo>
                  <a:lnTo>
                    <a:pt x="59410" y="34544"/>
                  </a:lnTo>
                  <a:close/>
                </a:path>
                <a:path w="108584" h="86994">
                  <a:moveTo>
                    <a:pt x="108445" y="68402"/>
                  </a:moveTo>
                  <a:lnTo>
                    <a:pt x="91313" y="68402"/>
                  </a:lnTo>
                  <a:lnTo>
                    <a:pt x="91313" y="84924"/>
                  </a:lnTo>
                  <a:lnTo>
                    <a:pt x="108445" y="84924"/>
                  </a:lnTo>
                  <a:lnTo>
                    <a:pt x="108445" y="6840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112660" y="2663786"/>
              <a:ext cx="201402" cy="86784"/>
            </a:xfrm>
            <a:prstGeom prst="rect">
              <a:avLst/>
            </a:prstGeom>
          </p:spPr>
        </p:pic>
      </p:grpSp>
      <p:grpSp>
        <p:nvGrpSpPr>
          <p:cNvPr id="134" name="object 134"/>
          <p:cNvGrpSpPr/>
          <p:nvPr/>
        </p:nvGrpSpPr>
        <p:grpSpPr>
          <a:xfrm>
            <a:off x="9093795" y="2663786"/>
            <a:ext cx="341630" cy="86995"/>
            <a:chOff x="9093795" y="2663786"/>
            <a:chExt cx="341630" cy="86995"/>
          </a:xfrm>
        </p:grpSpPr>
        <p:sp>
          <p:nvSpPr>
            <p:cNvPr id="135" name="object 135"/>
            <p:cNvSpPr/>
            <p:nvPr/>
          </p:nvSpPr>
          <p:spPr>
            <a:xfrm>
              <a:off x="9093784" y="2663786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93" y="34544"/>
                  </a:moveTo>
                  <a:lnTo>
                    <a:pt x="58699" y="26822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83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58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32" y="49834"/>
                  </a:lnTo>
                  <a:lnTo>
                    <a:pt x="17132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58"/>
                  </a:lnTo>
                  <a:lnTo>
                    <a:pt x="36220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710" y="86791"/>
                  </a:lnTo>
                  <a:lnTo>
                    <a:pt x="36220" y="86791"/>
                  </a:lnTo>
                  <a:lnTo>
                    <a:pt x="54305" y="72047"/>
                  </a:lnTo>
                  <a:lnTo>
                    <a:pt x="58699" y="60159"/>
                  </a:lnTo>
                  <a:lnTo>
                    <a:pt x="59893" y="52451"/>
                  </a:lnTo>
                  <a:lnTo>
                    <a:pt x="59893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24"/>
                  </a:lnTo>
                  <a:lnTo>
                    <a:pt x="109334" y="84924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233441" y="2663786"/>
              <a:ext cx="201636" cy="86784"/>
            </a:xfrm>
            <a:prstGeom prst="rect">
              <a:avLst/>
            </a:prstGeom>
          </p:spPr>
        </p:pic>
      </p:grpSp>
      <p:pic>
        <p:nvPicPr>
          <p:cNvPr id="137" name="object 137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559312" y="2964797"/>
            <a:ext cx="593232" cy="80422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227642" y="2963014"/>
            <a:ext cx="327438" cy="82651"/>
          </a:xfrm>
          <a:prstGeom prst="rect">
            <a:avLst/>
          </a:prstGeom>
        </p:spPr>
      </p:pic>
      <p:sp>
        <p:nvSpPr>
          <p:cNvPr id="139" name="object 139"/>
          <p:cNvSpPr/>
          <p:nvPr/>
        </p:nvSpPr>
        <p:spPr>
          <a:xfrm>
            <a:off x="1628506" y="3005364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0" name="object 140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769479" y="2964017"/>
            <a:ext cx="386118" cy="97911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2235796" y="2964017"/>
            <a:ext cx="117894" cy="81202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2436519" y="2964797"/>
            <a:ext cx="387409" cy="80422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464227" y="3778251"/>
            <a:ext cx="3163920" cy="2511290"/>
          </a:xfrm>
          <a:prstGeom prst="rect">
            <a:avLst/>
          </a:prstGeom>
        </p:spPr>
      </p:pic>
      <p:sp>
        <p:nvSpPr>
          <p:cNvPr id="144" name="object 144"/>
          <p:cNvSpPr txBox="1"/>
          <p:nvPr/>
        </p:nvSpPr>
        <p:spPr>
          <a:xfrm>
            <a:off x="2242858" y="3120295"/>
            <a:ext cx="76200" cy="125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" b="1" spc="-310" dirty="0">
                <a:solidFill>
                  <a:srgbClr val="047857"/>
                </a:solidFill>
                <a:latin typeface="HGGothicE"/>
                <a:cs typeface="HGGothicE"/>
              </a:rPr>
              <a:t>★</a:t>
            </a:r>
            <a:endParaRPr sz="650">
              <a:latin typeface="HGGothicE"/>
              <a:cs typeface="HGGothicE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189323" y="4267613"/>
            <a:ext cx="72390" cy="119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" b="1" spc="-180" dirty="0">
                <a:solidFill>
                  <a:srgbClr val="059669"/>
                </a:solidFill>
                <a:latin typeface="HGGothicE"/>
                <a:cs typeface="HGGothicE"/>
              </a:rPr>
              <a:t>★</a:t>
            </a:r>
            <a:endParaRPr sz="600">
              <a:latin typeface="HGGothicE"/>
              <a:cs typeface="HGGothicE"/>
            </a:endParaRPr>
          </a:p>
        </p:txBody>
      </p:sp>
      <p:pic>
        <p:nvPicPr>
          <p:cNvPr id="146" name="object 146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717508" y="2963014"/>
            <a:ext cx="252807" cy="82651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4048064" y="2964017"/>
            <a:ext cx="456515" cy="81202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4586292" y="2983064"/>
            <a:ext cx="188024" cy="77527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4852868" y="2964017"/>
            <a:ext cx="388166" cy="97911"/>
          </a:xfrm>
          <a:prstGeom prst="rect">
            <a:avLst/>
          </a:prstGeom>
        </p:spPr>
      </p:pic>
      <p:sp>
        <p:nvSpPr>
          <p:cNvPr id="150" name="object 150"/>
          <p:cNvSpPr/>
          <p:nvPr/>
        </p:nvSpPr>
        <p:spPr>
          <a:xfrm>
            <a:off x="5316555" y="3005364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1" name="object 151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5453786" y="2964797"/>
            <a:ext cx="323027" cy="80422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5857012" y="2964017"/>
            <a:ext cx="117894" cy="81202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6057733" y="2964797"/>
            <a:ext cx="387409" cy="80422"/>
          </a:xfrm>
          <a:prstGeom prst="rect">
            <a:avLst/>
          </a:prstGeom>
        </p:spPr>
      </p:pic>
      <p:grpSp>
        <p:nvGrpSpPr>
          <p:cNvPr id="154" name="object 154"/>
          <p:cNvGrpSpPr/>
          <p:nvPr/>
        </p:nvGrpSpPr>
        <p:grpSpPr>
          <a:xfrm>
            <a:off x="6533362" y="2960340"/>
            <a:ext cx="379095" cy="95885"/>
            <a:chOff x="6533362" y="2960340"/>
            <a:chExt cx="379095" cy="95885"/>
          </a:xfrm>
        </p:grpSpPr>
        <p:sp>
          <p:nvSpPr>
            <p:cNvPr id="155" name="object 155"/>
            <p:cNvSpPr/>
            <p:nvPr/>
          </p:nvSpPr>
          <p:spPr>
            <a:xfrm>
              <a:off x="6533362" y="2960340"/>
              <a:ext cx="34925" cy="95885"/>
            </a:xfrm>
            <a:custGeom>
              <a:avLst/>
              <a:gdLst/>
              <a:ahLst/>
              <a:cxnLst/>
              <a:rect l="l" t="t" r="r" b="b"/>
              <a:pathLst>
                <a:path w="34925" h="95885">
                  <a:moveTo>
                    <a:pt x="34753" y="0"/>
                  </a:moveTo>
                  <a:lnTo>
                    <a:pt x="21475" y="0"/>
                  </a:lnTo>
                  <a:lnTo>
                    <a:pt x="15862" y="5182"/>
                  </a:lnTo>
                  <a:lnTo>
                    <a:pt x="0" y="42506"/>
                  </a:lnTo>
                  <a:lnTo>
                    <a:pt x="0" y="53289"/>
                  </a:lnTo>
                  <a:lnTo>
                    <a:pt x="15862" y="90611"/>
                  </a:lnTo>
                  <a:lnTo>
                    <a:pt x="21475" y="95796"/>
                  </a:lnTo>
                  <a:lnTo>
                    <a:pt x="34753" y="95796"/>
                  </a:lnTo>
                  <a:lnTo>
                    <a:pt x="29451" y="90449"/>
                  </a:lnTo>
                  <a:lnTo>
                    <a:pt x="25307" y="85120"/>
                  </a:lnTo>
                  <a:lnTo>
                    <a:pt x="19337" y="74502"/>
                  </a:lnTo>
                  <a:lnTo>
                    <a:pt x="17236" y="69192"/>
                  </a:lnTo>
                  <a:lnTo>
                    <a:pt x="14800" y="58572"/>
                  </a:lnTo>
                  <a:lnTo>
                    <a:pt x="14192" y="53244"/>
                  </a:lnTo>
                  <a:lnTo>
                    <a:pt x="14192" y="42551"/>
                  </a:lnTo>
                  <a:lnTo>
                    <a:pt x="29451" y="5273"/>
                  </a:lnTo>
                  <a:lnTo>
                    <a:pt x="347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591906" y="2964797"/>
              <a:ext cx="320511" cy="80422"/>
            </a:xfrm>
            <a:prstGeom prst="rect">
              <a:avLst/>
            </a:prstGeom>
          </p:spPr>
        </p:pic>
      </p:grpSp>
      <p:grpSp>
        <p:nvGrpSpPr>
          <p:cNvPr id="157" name="object 157"/>
          <p:cNvGrpSpPr/>
          <p:nvPr/>
        </p:nvGrpSpPr>
        <p:grpSpPr>
          <a:xfrm>
            <a:off x="6990277" y="2960340"/>
            <a:ext cx="380365" cy="95885"/>
            <a:chOff x="6990277" y="2960340"/>
            <a:chExt cx="380365" cy="95885"/>
          </a:xfrm>
        </p:grpSpPr>
        <p:pic>
          <p:nvPicPr>
            <p:cNvPr id="158" name="object 158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990277" y="2963014"/>
              <a:ext cx="190252" cy="82651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7210907" y="2960344"/>
              <a:ext cx="159385" cy="95885"/>
            </a:xfrm>
            <a:custGeom>
              <a:avLst/>
              <a:gdLst/>
              <a:ahLst/>
              <a:cxnLst/>
              <a:rect l="l" t="t" r="r" b="b"/>
              <a:pathLst>
                <a:path w="159384" h="95885">
                  <a:moveTo>
                    <a:pt x="16306" y="67818"/>
                  </a:moveTo>
                  <a:lnTo>
                    <a:pt x="0" y="67818"/>
                  </a:lnTo>
                  <a:lnTo>
                    <a:pt x="0" y="83540"/>
                  </a:lnTo>
                  <a:lnTo>
                    <a:pt x="16306" y="83540"/>
                  </a:lnTo>
                  <a:lnTo>
                    <a:pt x="16306" y="67818"/>
                  </a:lnTo>
                  <a:close/>
                </a:path>
                <a:path w="159384" h="95885">
                  <a:moveTo>
                    <a:pt x="102616" y="52628"/>
                  </a:moveTo>
                  <a:lnTo>
                    <a:pt x="82384" y="30873"/>
                  </a:lnTo>
                  <a:lnTo>
                    <a:pt x="74739" y="30873"/>
                  </a:lnTo>
                  <a:lnTo>
                    <a:pt x="72339" y="31267"/>
                  </a:lnTo>
                  <a:lnTo>
                    <a:pt x="67729" y="32829"/>
                  </a:lnTo>
                  <a:lnTo>
                    <a:pt x="65646" y="33959"/>
                  </a:lnTo>
                  <a:lnTo>
                    <a:pt x="62776" y="36258"/>
                  </a:lnTo>
                  <a:lnTo>
                    <a:pt x="65049" y="17106"/>
                  </a:lnTo>
                  <a:lnTo>
                    <a:pt x="98577" y="17106"/>
                  </a:lnTo>
                  <a:lnTo>
                    <a:pt x="98577" y="4457"/>
                  </a:lnTo>
                  <a:lnTo>
                    <a:pt x="53441" y="4457"/>
                  </a:lnTo>
                  <a:lnTo>
                    <a:pt x="48526" y="49479"/>
                  </a:lnTo>
                  <a:lnTo>
                    <a:pt x="62865" y="50012"/>
                  </a:lnTo>
                  <a:lnTo>
                    <a:pt x="63703" y="47993"/>
                  </a:lnTo>
                  <a:lnTo>
                    <a:pt x="63804" y="47726"/>
                  </a:lnTo>
                  <a:lnTo>
                    <a:pt x="65392" y="45910"/>
                  </a:lnTo>
                  <a:lnTo>
                    <a:pt x="69862" y="43192"/>
                  </a:lnTo>
                  <a:lnTo>
                    <a:pt x="71983" y="42595"/>
                  </a:lnTo>
                  <a:lnTo>
                    <a:pt x="78105" y="42595"/>
                  </a:lnTo>
                  <a:lnTo>
                    <a:pt x="80429" y="43192"/>
                  </a:lnTo>
                  <a:lnTo>
                    <a:pt x="80238" y="43192"/>
                  </a:lnTo>
                  <a:lnTo>
                    <a:pt x="84099" y="45491"/>
                  </a:lnTo>
                  <a:lnTo>
                    <a:pt x="85648" y="47244"/>
                  </a:lnTo>
                  <a:lnTo>
                    <a:pt x="87845" y="51828"/>
                  </a:lnTo>
                  <a:lnTo>
                    <a:pt x="88404" y="54584"/>
                  </a:lnTo>
                  <a:lnTo>
                    <a:pt x="88392" y="62674"/>
                  </a:lnTo>
                  <a:lnTo>
                    <a:pt x="87172" y="66370"/>
                  </a:lnTo>
                  <a:lnTo>
                    <a:pt x="82296" y="71551"/>
                  </a:lnTo>
                  <a:lnTo>
                    <a:pt x="78994" y="72847"/>
                  </a:lnTo>
                  <a:lnTo>
                    <a:pt x="71069" y="72847"/>
                  </a:lnTo>
                  <a:lnTo>
                    <a:pt x="68046" y="71932"/>
                  </a:lnTo>
                  <a:lnTo>
                    <a:pt x="63512" y="68224"/>
                  </a:lnTo>
                  <a:lnTo>
                    <a:pt x="62115" y="65481"/>
                  </a:lnTo>
                  <a:lnTo>
                    <a:pt x="61785" y="63233"/>
                  </a:lnTo>
                  <a:lnTo>
                    <a:pt x="61696" y="62674"/>
                  </a:lnTo>
                  <a:lnTo>
                    <a:pt x="61582" y="61823"/>
                  </a:lnTo>
                  <a:lnTo>
                    <a:pt x="47371" y="62674"/>
                  </a:lnTo>
                  <a:lnTo>
                    <a:pt x="47599" y="65481"/>
                  </a:lnTo>
                  <a:lnTo>
                    <a:pt x="69430" y="85331"/>
                  </a:lnTo>
                  <a:lnTo>
                    <a:pt x="80391" y="85331"/>
                  </a:lnTo>
                  <a:lnTo>
                    <a:pt x="85255" y="84162"/>
                  </a:lnTo>
                  <a:lnTo>
                    <a:pt x="93586" y="79540"/>
                  </a:lnTo>
                  <a:lnTo>
                    <a:pt x="96824" y="76301"/>
                  </a:lnTo>
                  <a:lnTo>
                    <a:pt x="98742" y="72847"/>
                  </a:lnTo>
                  <a:lnTo>
                    <a:pt x="101460" y="67995"/>
                  </a:lnTo>
                  <a:lnTo>
                    <a:pt x="102616" y="63233"/>
                  </a:lnTo>
                  <a:lnTo>
                    <a:pt x="102616" y="52628"/>
                  </a:lnTo>
                  <a:close/>
                </a:path>
                <a:path w="159384" h="95885">
                  <a:moveTo>
                    <a:pt x="159194" y="42506"/>
                  </a:moveTo>
                  <a:lnTo>
                    <a:pt x="143332" y="5181"/>
                  </a:lnTo>
                  <a:lnTo>
                    <a:pt x="137718" y="0"/>
                  </a:lnTo>
                  <a:lnTo>
                    <a:pt x="124447" y="0"/>
                  </a:lnTo>
                  <a:lnTo>
                    <a:pt x="129781" y="5270"/>
                  </a:lnTo>
                  <a:lnTo>
                    <a:pt x="133934" y="10579"/>
                  </a:lnTo>
                  <a:lnTo>
                    <a:pt x="139865" y="21272"/>
                  </a:lnTo>
                  <a:lnTo>
                    <a:pt x="141960" y="26606"/>
                  </a:lnTo>
                  <a:lnTo>
                    <a:pt x="144399" y="37223"/>
                  </a:lnTo>
                  <a:lnTo>
                    <a:pt x="145008" y="42557"/>
                  </a:lnTo>
                  <a:lnTo>
                    <a:pt x="145008" y="53251"/>
                  </a:lnTo>
                  <a:lnTo>
                    <a:pt x="129781" y="90449"/>
                  </a:lnTo>
                  <a:lnTo>
                    <a:pt x="124447" y="95796"/>
                  </a:lnTo>
                  <a:lnTo>
                    <a:pt x="137718" y="95796"/>
                  </a:lnTo>
                  <a:lnTo>
                    <a:pt x="158584" y="58674"/>
                  </a:lnTo>
                  <a:lnTo>
                    <a:pt x="159194" y="53289"/>
                  </a:lnTo>
                  <a:lnTo>
                    <a:pt x="159194" y="42506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0" name="object 160"/>
          <p:cNvGrpSpPr/>
          <p:nvPr/>
        </p:nvGrpSpPr>
        <p:grpSpPr>
          <a:xfrm>
            <a:off x="4067966" y="3839095"/>
            <a:ext cx="3910159" cy="2444731"/>
            <a:chOff x="3800891" y="3175112"/>
            <a:chExt cx="2359025" cy="1172210"/>
          </a:xfrm>
        </p:grpSpPr>
        <p:sp>
          <p:nvSpPr>
            <p:cNvPr id="161" name="object 161"/>
            <p:cNvSpPr/>
            <p:nvPr/>
          </p:nvSpPr>
          <p:spPr>
            <a:xfrm>
              <a:off x="4015613" y="4263605"/>
              <a:ext cx="2144395" cy="0"/>
            </a:xfrm>
            <a:custGeom>
              <a:avLst/>
              <a:gdLst/>
              <a:ahLst/>
              <a:cxnLst/>
              <a:rect l="l" t="t" r="r" b="b"/>
              <a:pathLst>
                <a:path w="2144395">
                  <a:moveTo>
                    <a:pt x="0" y="0"/>
                  </a:moveTo>
                  <a:lnTo>
                    <a:pt x="55695" y="0"/>
                  </a:lnTo>
                </a:path>
                <a:path w="2144395">
                  <a:moveTo>
                    <a:pt x="111390" y="0"/>
                  </a:moveTo>
                  <a:lnTo>
                    <a:pt x="2144259" y="0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015613" y="3205399"/>
              <a:ext cx="0" cy="1058545"/>
            </a:xfrm>
            <a:custGeom>
              <a:avLst/>
              <a:gdLst/>
              <a:ahLst/>
              <a:cxnLst/>
              <a:rect l="l" t="t" r="r" b="b"/>
              <a:pathLst>
                <a:path h="1058545">
                  <a:moveTo>
                    <a:pt x="0" y="0"/>
                  </a:moveTo>
                  <a:lnTo>
                    <a:pt x="0" y="1058205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015613" y="3205399"/>
              <a:ext cx="2144395" cy="529590"/>
            </a:xfrm>
            <a:custGeom>
              <a:avLst/>
              <a:gdLst/>
              <a:ahLst/>
              <a:cxnLst/>
              <a:rect l="l" t="t" r="r" b="b"/>
              <a:pathLst>
                <a:path w="2144395" h="529589">
                  <a:moveTo>
                    <a:pt x="0" y="529102"/>
                  </a:moveTo>
                  <a:lnTo>
                    <a:pt x="2144259" y="529102"/>
                  </a:lnTo>
                </a:path>
                <a:path w="2144395" h="529589">
                  <a:moveTo>
                    <a:pt x="0" y="0"/>
                  </a:moveTo>
                  <a:lnTo>
                    <a:pt x="2144259" y="0"/>
                  </a:lnTo>
                </a:path>
              </a:pathLst>
            </a:custGeom>
            <a:ln w="5569">
              <a:solidFill>
                <a:srgbClr val="F1F5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800881" y="3175114"/>
              <a:ext cx="167005" cy="1112520"/>
            </a:xfrm>
            <a:custGeom>
              <a:avLst/>
              <a:gdLst/>
              <a:ahLst/>
              <a:cxnLst/>
              <a:rect l="l" t="t" r="r" b="b"/>
              <a:pathLst>
                <a:path w="167004" h="1112520">
                  <a:moveTo>
                    <a:pt x="36207" y="550494"/>
                  </a:moveTo>
                  <a:lnTo>
                    <a:pt x="35483" y="545706"/>
                  </a:lnTo>
                  <a:lnTo>
                    <a:pt x="32588" y="537705"/>
                  </a:lnTo>
                  <a:lnTo>
                    <a:pt x="32359" y="537362"/>
                  </a:lnTo>
                  <a:lnTo>
                    <a:pt x="30899" y="535190"/>
                  </a:lnTo>
                  <a:lnTo>
                    <a:pt x="30505" y="534593"/>
                  </a:lnTo>
                  <a:lnTo>
                    <a:pt x="29692" y="533933"/>
                  </a:lnTo>
                  <a:lnTo>
                    <a:pt x="29692" y="551751"/>
                  </a:lnTo>
                  <a:lnTo>
                    <a:pt x="29692" y="560235"/>
                  </a:lnTo>
                  <a:lnTo>
                    <a:pt x="20523" y="576745"/>
                  </a:lnTo>
                  <a:lnTo>
                    <a:pt x="15735" y="576745"/>
                  </a:lnTo>
                  <a:lnTo>
                    <a:pt x="13690" y="575906"/>
                  </a:lnTo>
                  <a:lnTo>
                    <a:pt x="12319" y="574573"/>
                  </a:lnTo>
                  <a:lnTo>
                    <a:pt x="11366" y="573659"/>
                  </a:lnTo>
                  <a:lnTo>
                    <a:pt x="27876" y="543598"/>
                  </a:lnTo>
                  <a:lnTo>
                    <a:pt x="29222" y="548043"/>
                  </a:lnTo>
                  <a:lnTo>
                    <a:pt x="29692" y="551751"/>
                  </a:lnTo>
                  <a:lnTo>
                    <a:pt x="29692" y="533933"/>
                  </a:lnTo>
                  <a:lnTo>
                    <a:pt x="25107" y="530199"/>
                  </a:lnTo>
                  <a:lnTo>
                    <a:pt x="24853" y="530123"/>
                  </a:lnTo>
                  <a:lnTo>
                    <a:pt x="24853" y="538264"/>
                  </a:lnTo>
                  <a:lnTo>
                    <a:pt x="8331" y="568350"/>
                  </a:lnTo>
                  <a:lnTo>
                    <a:pt x="6985" y="563892"/>
                  </a:lnTo>
                  <a:lnTo>
                    <a:pt x="6515" y="560235"/>
                  </a:lnTo>
                  <a:lnTo>
                    <a:pt x="6515" y="551751"/>
                  </a:lnTo>
                  <a:lnTo>
                    <a:pt x="15735" y="535190"/>
                  </a:lnTo>
                  <a:lnTo>
                    <a:pt x="20523" y="535190"/>
                  </a:lnTo>
                  <a:lnTo>
                    <a:pt x="22580" y="536028"/>
                  </a:lnTo>
                  <a:lnTo>
                    <a:pt x="24853" y="538264"/>
                  </a:lnTo>
                  <a:lnTo>
                    <a:pt x="24853" y="530123"/>
                  </a:lnTo>
                  <a:lnTo>
                    <a:pt x="21869" y="529107"/>
                  </a:lnTo>
                  <a:lnTo>
                    <a:pt x="14389" y="529107"/>
                  </a:lnTo>
                  <a:lnTo>
                    <a:pt x="0" y="550494"/>
                  </a:lnTo>
                  <a:lnTo>
                    <a:pt x="0" y="561543"/>
                  </a:lnTo>
                  <a:lnTo>
                    <a:pt x="14389" y="582828"/>
                  </a:lnTo>
                  <a:lnTo>
                    <a:pt x="21869" y="582828"/>
                  </a:lnTo>
                  <a:lnTo>
                    <a:pt x="36207" y="561543"/>
                  </a:lnTo>
                  <a:lnTo>
                    <a:pt x="36207" y="550494"/>
                  </a:lnTo>
                  <a:close/>
                </a:path>
                <a:path w="167004" h="1112520">
                  <a:moveTo>
                    <a:pt x="36207" y="21386"/>
                  </a:moveTo>
                  <a:lnTo>
                    <a:pt x="35483" y="16611"/>
                  </a:lnTo>
                  <a:lnTo>
                    <a:pt x="32588" y="8597"/>
                  </a:lnTo>
                  <a:lnTo>
                    <a:pt x="32359" y="8255"/>
                  </a:lnTo>
                  <a:lnTo>
                    <a:pt x="30911" y="6083"/>
                  </a:lnTo>
                  <a:lnTo>
                    <a:pt x="30505" y="5499"/>
                  </a:lnTo>
                  <a:lnTo>
                    <a:pt x="29692" y="4838"/>
                  </a:lnTo>
                  <a:lnTo>
                    <a:pt x="29692" y="22644"/>
                  </a:lnTo>
                  <a:lnTo>
                    <a:pt x="29692" y="31140"/>
                  </a:lnTo>
                  <a:lnTo>
                    <a:pt x="20523" y="47650"/>
                  </a:lnTo>
                  <a:lnTo>
                    <a:pt x="15735" y="47650"/>
                  </a:lnTo>
                  <a:lnTo>
                    <a:pt x="13690" y="46799"/>
                  </a:lnTo>
                  <a:lnTo>
                    <a:pt x="12319" y="45478"/>
                  </a:lnTo>
                  <a:lnTo>
                    <a:pt x="11366" y="44551"/>
                  </a:lnTo>
                  <a:lnTo>
                    <a:pt x="27876" y="14490"/>
                  </a:lnTo>
                  <a:lnTo>
                    <a:pt x="29222" y="18935"/>
                  </a:lnTo>
                  <a:lnTo>
                    <a:pt x="29692" y="22644"/>
                  </a:lnTo>
                  <a:lnTo>
                    <a:pt x="29692" y="4838"/>
                  </a:lnTo>
                  <a:lnTo>
                    <a:pt x="25107" y="1104"/>
                  </a:lnTo>
                  <a:lnTo>
                    <a:pt x="24853" y="1028"/>
                  </a:lnTo>
                  <a:lnTo>
                    <a:pt x="24853" y="9169"/>
                  </a:lnTo>
                  <a:lnTo>
                    <a:pt x="8331" y="39243"/>
                  </a:lnTo>
                  <a:lnTo>
                    <a:pt x="6985" y="34798"/>
                  </a:lnTo>
                  <a:lnTo>
                    <a:pt x="6515" y="31140"/>
                  </a:lnTo>
                  <a:lnTo>
                    <a:pt x="6515" y="22644"/>
                  </a:lnTo>
                  <a:lnTo>
                    <a:pt x="15735" y="6083"/>
                  </a:lnTo>
                  <a:lnTo>
                    <a:pt x="20523" y="6083"/>
                  </a:lnTo>
                  <a:lnTo>
                    <a:pt x="22580" y="6934"/>
                  </a:lnTo>
                  <a:lnTo>
                    <a:pt x="24853" y="9169"/>
                  </a:lnTo>
                  <a:lnTo>
                    <a:pt x="24853" y="1028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86"/>
                  </a:lnTo>
                  <a:lnTo>
                    <a:pt x="0" y="32435"/>
                  </a:lnTo>
                  <a:lnTo>
                    <a:pt x="14389" y="53733"/>
                  </a:lnTo>
                  <a:lnTo>
                    <a:pt x="21869" y="53733"/>
                  </a:lnTo>
                  <a:lnTo>
                    <a:pt x="36207" y="32435"/>
                  </a:lnTo>
                  <a:lnTo>
                    <a:pt x="36207" y="21386"/>
                  </a:lnTo>
                  <a:close/>
                </a:path>
                <a:path w="167004" h="1112520">
                  <a:moveTo>
                    <a:pt x="66040" y="572833"/>
                  </a:moveTo>
                  <a:lnTo>
                    <a:pt x="57061" y="572833"/>
                  </a:lnTo>
                  <a:lnTo>
                    <a:pt x="57061" y="581672"/>
                  </a:lnTo>
                  <a:lnTo>
                    <a:pt x="66040" y="581672"/>
                  </a:lnTo>
                  <a:lnTo>
                    <a:pt x="66040" y="572833"/>
                  </a:lnTo>
                  <a:close/>
                </a:path>
                <a:path w="167004" h="1112520">
                  <a:moveTo>
                    <a:pt x="66040" y="43738"/>
                  </a:moveTo>
                  <a:lnTo>
                    <a:pt x="57061" y="43738"/>
                  </a:lnTo>
                  <a:lnTo>
                    <a:pt x="57061" y="52565"/>
                  </a:lnTo>
                  <a:lnTo>
                    <a:pt x="66040" y="52565"/>
                  </a:lnTo>
                  <a:lnTo>
                    <a:pt x="66040" y="43738"/>
                  </a:lnTo>
                  <a:close/>
                </a:path>
                <a:path w="167004" h="1112520">
                  <a:moveTo>
                    <a:pt x="79629" y="1079588"/>
                  </a:moveTo>
                  <a:lnTo>
                    <a:pt x="78905" y="1074813"/>
                  </a:lnTo>
                  <a:lnTo>
                    <a:pt x="76009" y="1066800"/>
                  </a:lnTo>
                  <a:lnTo>
                    <a:pt x="75780" y="1066469"/>
                  </a:lnTo>
                  <a:lnTo>
                    <a:pt x="74333" y="1064298"/>
                  </a:lnTo>
                  <a:lnTo>
                    <a:pt x="73939" y="1063701"/>
                  </a:lnTo>
                  <a:lnTo>
                    <a:pt x="73113" y="1063040"/>
                  </a:lnTo>
                  <a:lnTo>
                    <a:pt x="73113" y="1080846"/>
                  </a:lnTo>
                  <a:lnTo>
                    <a:pt x="73113" y="1089342"/>
                  </a:lnTo>
                  <a:lnTo>
                    <a:pt x="63944" y="1105852"/>
                  </a:lnTo>
                  <a:lnTo>
                    <a:pt x="59169" y="1105852"/>
                  </a:lnTo>
                  <a:lnTo>
                    <a:pt x="57111" y="1105001"/>
                  </a:lnTo>
                  <a:lnTo>
                    <a:pt x="55753" y="1103680"/>
                  </a:lnTo>
                  <a:lnTo>
                    <a:pt x="54800" y="1102753"/>
                  </a:lnTo>
                  <a:lnTo>
                    <a:pt x="71297" y="1072692"/>
                  </a:lnTo>
                  <a:lnTo>
                    <a:pt x="72644" y="1077137"/>
                  </a:lnTo>
                  <a:lnTo>
                    <a:pt x="73113" y="1080846"/>
                  </a:lnTo>
                  <a:lnTo>
                    <a:pt x="73113" y="1063040"/>
                  </a:lnTo>
                  <a:lnTo>
                    <a:pt x="68529" y="1059307"/>
                  </a:lnTo>
                  <a:lnTo>
                    <a:pt x="68275" y="1059230"/>
                  </a:lnTo>
                  <a:lnTo>
                    <a:pt x="68275" y="1067371"/>
                  </a:lnTo>
                  <a:lnTo>
                    <a:pt x="51765" y="1097445"/>
                  </a:lnTo>
                  <a:lnTo>
                    <a:pt x="50419" y="1093000"/>
                  </a:lnTo>
                  <a:lnTo>
                    <a:pt x="49949" y="1089342"/>
                  </a:lnTo>
                  <a:lnTo>
                    <a:pt x="49949" y="1080846"/>
                  </a:lnTo>
                  <a:lnTo>
                    <a:pt x="59169" y="1064298"/>
                  </a:lnTo>
                  <a:lnTo>
                    <a:pt x="63944" y="1064298"/>
                  </a:lnTo>
                  <a:lnTo>
                    <a:pt x="66001" y="1065136"/>
                  </a:lnTo>
                  <a:lnTo>
                    <a:pt x="68275" y="1067371"/>
                  </a:lnTo>
                  <a:lnTo>
                    <a:pt x="68275" y="1059230"/>
                  </a:lnTo>
                  <a:lnTo>
                    <a:pt x="65290" y="1058214"/>
                  </a:lnTo>
                  <a:lnTo>
                    <a:pt x="57810" y="1058214"/>
                  </a:lnTo>
                  <a:lnTo>
                    <a:pt x="43434" y="1079588"/>
                  </a:lnTo>
                  <a:lnTo>
                    <a:pt x="43434" y="1090650"/>
                  </a:lnTo>
                  <a:lnTo>
                    <a:pt x="57810" y="1111935"/>
                  </a:lnTo>
                  <a:lnTo>
                    <a:pt x="65290" y="1111935"/>
                  </a:lnTo>
                  <a:lnTo>
                    <a:pt x="68529" y="1110843"/>
                  </a:lnTo>
                  <a:lnTo>
                    <a:pt x="73939" y="1106500"/>
                  </a:lnTo>
                  <a:lnTo>
                    <a:pt x="74371" y="1105852"/>
                  </a:lnTo>
                  <a:lnTo>
                    <a:pt x="76009" y="1103414"/>
                  </a:lnTo>
                  <a:lnTo>
                    <a:pt x="78905" y="1095400"/>
                  </a:lnTo>
                  <a:lnTo>
                    <a:pt x="79629" y="1090650"/>
                  </a:lnTo>
                  <a:lnTo>
                    <a:pt x="79629" y="1079588"/>
                  </a:lnTo>
                  <a:close/>
                </a:path>
                <a:path w="167004" h="1112520">
                  <a:moveTo>
                    <a:pt x="109461" y="1101940"/>
                  </a:moveTo>
                  <a:lnTo>
                    <a:pt x="100482" y="1101940"/>
                  </a:lnTo>
                  <a:lnTo>
                    <a:pt x="100482" y="1110780"/>
                  </a:lnTo>
                  <a:lnTo>
                    <a:pt x="109461" y="1110780"/>
                  </a:lnTo>
                  <a:lnTo>
                    <a:pt x="109461" y="1101940"/>
                  </a:lnTo>
                  <a:close/>
                </a:path>
                <a:path w="167004" h="1112520">
                  <a:moveTo>
                    <a:pt x="122364" y="32639"/>
                  </a:moveTo>
                  <a:lnTo>
                    <a:pt x="121780" y="30048"/>
                  </a:lnTo>
                  <a:lnTo>
                    <a:pt x="121678" y="29591"/>
                  </a:lnTo>
                  <a:lnTo>
                    <a:pt x="118948" y="24333"/>
                  </a:lnTo>
                  <a:lnTo>
                    <a:pt x="117119" y="22326"/>
                  </a:lnTo>
                  <a:lnTo>
                    <a:pt x="116992" y="22199"/>
                  </a:lnTo>
                  <a:lnTo>
                    <a:pt x="112026" y="19151"/>
                  </a:lnTo>
                  <a:lnTo>
                    <a:pt x="109143" y="18389"/>
                  </a:lnTo>
                  <a:lnTo>
                    <a:pt x="104355" y="18389"/>
                  </a:lnTo>
                  <a:lnTo>
                    <a:pt x="95732" y="22542"/>
                  </a:lnTo>
                  <a:lnTo>
                    <a:pt x="97599" y="7239"/>
                  </a:lnTo>
                  <a:lnTo>
                    <a:pt x="119253" y="7239"/>
                  </a:lnTo>
                  <a:lnTo>
                    <a:pt x="119253" y="1168"/>
                  </a:lnTo>
                  <a:lnTo>
                    <a:pt x="91884" y="1168"/>
                  </a:lnTo>
                  <a:lnTo>
                    <a:pt x="88531" y="29591"/>
                  </a:lnTo>
                  <a:lnTo>
                    <a:pt x="88480" y="30048"/>
                  </a:lnTo>
                  <a:lnTo>
                    <a:pt x="95148" y="30048"/>
                  </a:lnTo>
                  <a:lnTo>
                    <a:pt x="95961" y="28219"/>
                  </a:lnTo>
                  <a:lnTo>
                    <a:pt x="97307" y="26809"/>
                  </a:lnTo>
                  <a:lnTo>
                    <a:pt x="98412" y="26212"/>
                  </a:lnTo>
                  <a:lnTo>
                    <a:pt x="101015" y="24828"/>
                  </a:lnTo>
                  <a:lnTo>
                    <a:pt x="102958" y="24333"/>
                  </a:lnTo>
                  <a:lnTo>
                    <a:pt x="107264" y="24333"/>
                  </a:lnTo>
                  <a:lnTo>
                    <a:pt x="115849" y="33642"/>
                  </a:lnTo>
                  <a:lnTo>
                    <a:pt x="115849" y="39687"/>
                  </a:lnTo>
                  <a:lnTo>
                    <a:pt x="114820" y="42545"/>
                  </a:lnTo>
                  <a:lnTo>
                    <a:pt x="110845" y="46621"/>
                  </a:lnTo>
                  <a:lnTo>
                    <a:pt x="108178" y="47650"/>
                  </a:lnTo>
                  <a:lnTo>
                    <a:pt x="101904" y="47650"/>
                  </a:lnTo>
                  <a:lnTo>
                    <a:pt x="94132" y="38887"/>
                  </a:lnTo>
                  <a:lnTo>
                    <a:pt x="87617" y="39319"/>
                  </a:lnTo>
                  <a:lnTo>
                    <a:pt x="101511" y="53733"/>
                  </a:lnTo>
                  <a:lnTo>
                    <a:pt x="108267" y="53733"/>
                  </a:lnTo>
                  <a:lnTo>
                    <a:pt x="111302" y="52984"/>
                  </a:lnTo>
                  <a:lnTo>
                    <a:pt x="116560" y="49987"/>
                  </a:lnTo>
                  <a:lnTo>
                    <a:pt x="118630" y="47904"/>
                  </a:lnTo>
                  <a:lnTo>
                    <a:pt x="118770" y="47650"/>
                  </a:lnTo>
                  <a:lnTo>
                    <a:pt x="121615" y="42545"/>
                  </a:lnTo>
                  <a:lnTo>
                    <a:pt x="122313" y="39687"/>
                  </a:lnTo>
                  <a:lnTo>
                    <a:pt x="122364" y="32639"/>
                  </a:lnTo>
                  <a:close/>
                </a:path>
                <a:path w="167004" h="1112520">
                  <a:moveTo>
                    <a:pt x="123088" y="575589"/>
                  </a:moveTo>
                  <a:lnTo>
                    <a:pt x="94564" y="575589"/>
                  </a:lnTo>
                  <a:lnTo>
                    <a:pt x="94665" y="574281"/>
                  </a:lnTo>
                  <a:lnTo>
                    <a:pt x="112471" y="559511"/>
                  </a:lnTo>
                  <a:lnTo>
                    <a:pt x="115277" y="557758"/>
                  </a:lnTo>
                  <a:lnTo>
                    <a:pt x="119380" y="554469"/>
                  </a:lnTo>
                  <a:lnTo>
                    <a:pt x="120840" y="552704"/>
                  </a:lnTo>
                  <a:lnTo>
                    <a:pt x="122580" y="548881"/>
                  </a:lnTo>
                  <a:lnTo>
                    <a:pt x="123012" y="546633"/>
                  </a:lnTo>
                  <a:lnTo>
                    <a:pt x="123012" y="541083"/>
                  </a:lnTo>
                  <a:lnTo>
                    <a:pt x="109740" y="529107"/>
                  </a:lnTo>
                  <a:lnTo>
                    <a:pt x="100672" y="529107"/>
                  </a:lnTo>
                  <a:lnTo>
                    <a:pt x="96253" y="530606"/>
                  </a:lnTo>
                  <a:lnTo>
                    <a:pt x="89687" y="536587"/>
                  </a:lnTo>
                  <a:lnTo>
                    <a:pt x="87757" y="540600"/>
                  </a:lnTo>
                  <a:lnTo>
                    <a:pt x="87172" y="545617"/>
                  </a:lnTo>
                  <a:lnTo>
                    <a:pt x="93700" y="546049"/>
                  </a:lnTo>
                  <a:lnTo>
                    <a:pt x="94221" y="542569"/>
                  </a:lnTo>
                  <a:lnTo>
                    <a:pt x="95542" y="539889"/>
                  </a:lnTo>
                  <a:lnTo>
                    <a:pt x="99745" y="536130"/>
                  </a:lnTo>
                  <a:lnTo>
                    <a:pt x="102603" y="535190"/>
                  </a:lnTo>
                  <a:lnTo>
                    <a:pt x="108483" y="535190"/>
                  </a:lnTo>
                  <a:lnTo>
                    <a:pt x="116497" y="542378"/>
                  </a:lnTo>
                  <a:lnTo>
                    <a:pt x="116497" y="545909"/>
                  </a:lnTo>
                  <a:lnTo>
                    <a:pt x="101460" y="558165"/>
                  </a:lnTo>
                  <a:lnTo>
                    <a:pt x="97472" y="560844"/>
                  </a:lnTo>
                  <a:lnTo>
                    <a:pt x="91732" y="566153"/>
                  </a:lnTo>
                  <a:lnTo>
                    <a:pt x="89725" y="568947"/>
                  </a:lnTo>
                  <a:lnTo>
                    <a:pt x="87452" y="574776"/>
                  </a:lnTo>
                  <a:lnTo>
                    <a:pt x="86893" y="578053"/>
                  </a:lnTo>
                  <a:lnTo>
                    <a:pt x="86893" y="581672"/>
                  </a:lnTo>
                  <a:lnTo>
                    <a:pt x="123088" y="581672"/>
                  </a:lnTo>
                  <a:lnTo>
                    <a:pt x="123088" y="575589"/>
                  </a:lnTo>
                  <a:close/>
                </a:path>
                <a:path w="167004" h="1112520">
                  <a:moveTo>
                    <a:pt x="165811" y="561733"/>
                  </a:moveTo>
                  <a:lnTo>
                    <a:pt x="165227" y="559155"/>
                  </a:lnTo>
                  <a:lnTo>
                    <a:pt x="165125" y="558698"/>
                  </a:lnTo>
                  <a:lnTo>
                    <a:pt x="162394" y="553440"/>
                  </a:lnTo>
                  <a:lnTo>
                    <a:pt x="160566" y="551434"/>
                  </a:lnTo>
                  <a:lnTo>
                    <a:pt x="160439" y="551294"/>
                  </a:lnTo>
                  <a:lnTo>
                    <a:pt x="155460" y="548259"/>
                  </a:lnTo>
                  <a:lnTo>
                    <a:pt x="152577" y="547497"/>
                  </a:lnTo>
                  <a:lnTo>
                    <a:pt x="147802" y="547497"/>
                  </a:lnTo>
                  <a:lnTo>
                    <a:pt x="139179" y="551649"/>
                  </a:lnTo>
                  <a:lnTo>
                    <a:pt x="141046" y="536346"/>
                  </a:lnTo>
                  <a:lnTo>
                    <a:pt x="162699" y="536346"/>
                  </a:lnTo>
                  <a:lnTo>
                    <a:pt x="162699" y="530263"/>
                  </a:lnTo>
                  <a:lnTo>
                    <a:pt x="138341" y="530263"/>
                  </a:lnTo>
                  <a:lnTo>
                    <a:pt x="138341" y="552665"/>
                  </a:lnTo>
                  <a:lnTo>
                    <a:pt x="137693" y="553935"/>
                  </a:lnTo>
                  <a:lnTo>
                    <a:pt x="137566" y="554164"/>
                  </a:lnTo>
                  <a:lnTo>
                    <a:pt x="138341" y="552665"/>
                  </a:lnTo>
                  <a:lnTo>
                    <a:pt x="138341" y="530263"/>
                  </a:lnTo>
                  <a:lnTo>
                    <a:pt x="135331" y="530263"/>
                  </a:lnTo>
                  <a:lnTo>
                    <a:pt x="131978" y="558698"/>
                  </a:lnTo>
                  <a:lnTo>
                    <a:pt x="131927" y="559155"/>
                  </a:lnTo>
                  <a:lnTo>
                    <a:pt x="138582" y="559155"/>
                  </a:lnTo>
                  <a:lnTo>
                    <a:pt x="139407" y="557326"/>
                  </a:lnTo>
                  <a:lnTo>
                    <a:pt x="140741" y="555904"/>
                  </a:lnTo>
                  <a:lnTo>
                    <a:pt x="141859" y="555320"/>
                  </a:lnTo>
                  <a:lnTo>
                    <a:pt x="144462" y="553935"/>
                  </a:lnTo>
                  <a:lnTo>
                    <a:pt x="146405" y="553440"/>
                  </a:lnTo>
                  <a:lnTo>
                    <a:pt x="150698" y="553440"/>
                  </a:lnTo>
                  <a:lnTo>
                    <a:pt x="152679" y="553935"/>
                  </a:lnTo>
                  <a:lnTo>
                    <a:pt x="159296" y="562749"/>
                  </a:lnTo>
                  <a:lnTo>
                    <a:pt x="159296" y="568782"/>
                  </a:lnTo>
                  <a:lnTo>
                    <a:pt x="158267" y="571639"/>
                  </a:lnTo>
                  <a:lnTo>
                    <a:pt x="154279" y="575729"/>
                  </a:lnTo>
                  <a:lnTo>
                    <a:pt x="151612" y="576745"/>
                  </a:lnTo>
                  <a:lnTo>
                    <a:pt x="145338" y="576745"/>
                  </a:lnTo>
                  <a:lnTo>
                    <a:pt x="142913" y="576008"/>
                  </a:lnTo>
                  <a:lnTo>
                    <a:pt x="139103" y="573062"/>
                  </a:lnTo>
                  <a:lnTo>
                    <a:pt x="137960" y="570890"/>
                  </a:lnTo>
                  <a:lnTo>
                    <a:pt x="137680" y="568782"/>
                  </a:lnTo>
                  <a:lnTo>
                    <a:pt x="137566" y="567982"/>
                  </a:lnTo>
                  <a:lnTo>
                    <a:pt x="131051" y="568426"/>
                  </a:lnTo>
                  <a:lnTo>
                    <a:pt x="131267" y="570890"/>
                  </a:lnTo>
                  <a:lnTo>
                    <a:pt x="131292" y="571271"/>
                  </a:lnTo>
                  <a:lnTo>
                    <a:pt x="144957" y="582828"/>
                  </a:lnTo>
                  <a:lnTo>
                    <a:pt x="151714" y="582828"/>
                  </a:lnTo>
                  <a:lnTo>
                    <a:pt x="154736" y="582079"/>
                  </a:lnTo>
                  <a:lnTo>
                    <a:pt x="160007" y="579094"/>
                  </a:lnTo>
                  <a:lnTo>
                    <a:pt x="162064" y="576999"/>
                  </a:lnTo>
                  <a:lnTo>
                    <a:pt x="162204" y="576745"/>
                  </a:lnTo>
                  <a:lnTo>
                    <a:pt x="165061" y="571639"/>
                  </a:lnTo>
                  <a:lnTo>
                    <a:pt x="165760" y="568782"/>
                  </a:lnTo>
                  <a:lnTo>
                    <a:pt x="165811" y="561733"/>
                  </a:lnTo>
                  <a:close/>
                </a:path>
                <a:path w="167004" h="1112520">
                  <a:moveTo>
                    <a:pt x="166509" y="1079588"/>
                  </a:moveTo>
                  <a:lnTo>
                    <a:pt x="165785" y="1074813"/>
                  </a:lnTo>
                  <a:lnTo>
                    <a:pt x="162890" y="1066800"/>
                  </a:lnTo>
                  <a:lnTo>
                    <a:pt x="162674" y="1066469"/>
                  </a:lnTo>
                  <a:lnTo>
                    <a:pt x="161213" y="1064298"/>
                  </a:lnTo>
                  <a:lnTo>
                    <a:pt x="160820" y="1063701"/>
                  </a:lnTo>
                  <a:lnTo>
                    <a:pt x="159994" y="1063040"/>
                  </a:lnTo>
                  <a:lnTo>
                    <a:pt x="159994" y="1080846"/>
                  </a:lnTo>
                  <a:lnTo>
                    <a:pt x="159994" y="1089342"/>
                  </a:lnTo>
                  <a:lnTo>
                    <a:pt x="150825" y="1105852"/>
                  </a:lnTo>
                  <a:lnTo>
                    <a:pt x="146050" y="1105852"/>
                  </a:lnTo>
                  <a:lnTo>
                    <a:pt x="143992" y="1105001"/>
                  </a:lnTo>
                  <a:lnTo>
                    <a:pt x="142633" y="1103680"/>
                  </a:lnTo>
                  <a:lnTo>
                    <a:pt x="141681" y="1102753"/>
                  </a:lnTo>
                  <a:lnTo>
                    <a:pt x="158178" y="1072692"/>
                  </a:lnTo>
                  <a:lnTo>
                    <a:pt x="159524" y="1077137"/>
                  </a:lnTo>
                  <a:lnTo>
                    <a:pt x="159994" y="1080846"/>
                  </a:lnTo>
                  <a:lnTo>
                    <a:pt x="159994" y="1063040"/>
                  </a:lnTo>
                  <a:lnTo>
                    <a:pt x="155409" y="1059307"/>
                  </a:lnTo>
                  <a:lnTo>
                    <a:pt x="155155" y="1059230"/>
                  </a:lnTo>
                  <a:lnTo>
                    <a:pt x="155155" y="1067371"/>
                  </a:lnTo>
                  <a:lnTo>
                    <a:pt x="138645" y="1097445"/>
                  </a:lnTo>
                  <a:lnTo>
                    <a:pt x="137299" y="1093000"/>
                  </a:lnTo>
                  <a:lnTo>
                    <a:pt x="136829" y="1089342"/>
                  </a:lnTo>
                  <a:lnTo>
                    <a:pt x="136829" y="1080846"/>
                  </a:lnTo>
                  <a:lnTo>
                    <a:pt x="146050" y="1064298"/>
                  </a:lnTo>
                  <a:lnTo>
                    <a:pt x="150825" y="1064298"/>
                  </a:lnTo>
                  <a:lnTo>
                    <a:pt x="152895" y="1065136"/>
                  </a:lnTo>
                  <a:lnTo>
                    <a:pt x="155155" y="1067371"/>
                  </a:lnTo>
                  <a:lnTo>
                    <a:pt x="155155" y="1059230"/>
                  </a:lnTo>
                  <a:lnTo>
                    <a:pt x="152184" y="1058214"/>
                  </a:lnTo>
                  <a:lnTo>
                    <a:pt x="144691" y="1058214"/>
                  </a:lnTo>
                  <a:lnTo>
                    <a:pt x="130314" y="1079588"/>
                  </a:lnTo>
                  <a:lnTo>
                    <a:pt x="130314" y="1090650"/>
                  </a:lnTo>
                  <a:lnTo>
                    <a:pt x="144691" y="1111935"/>
                  </a:lnTo>
                  <a:lnTo>
                    <a:pt x="152184" y="1111935"/>
                  </a:lnTo>
                  <a:lnTo>
                    <a:pt x="155409" y="1110843"/>
                  </a:lnTo>
                  <a:lnTo>
                    <a:pt x="160820" y="1106500"/>
                  </a:lnTo>
                  <a:lnTo>
                    <a:pt x="161251" y="1105852"/>
                  </a:lnTo>
                  <a:lnTo>
                    <a:pt x="162890" y="1103414"/>
                  </a:lnTo>
                  <a:lnTo>
                    <a:pt x="165785" y="1095400"/>
                  </a:lnTo>
                  <a:lnTo>
                    <a:pt x="166509" y="1090650"/>
                  </a:lnTo>
                  <a:lnTo>
                    <a:pt x="166509" y="1079588"/>
                  </a:lnTo>
                  <a:close/>
                </a:path>
                <a:path w="167004" h="1112520">
                  <a:moveTo>
                    <a:pt x="166535" y="21386"/>
                  </a:moveTo>
                  <a:lnTo>
                    <a:pt x="160020" y="4838"/>
                  </a:lnTo>
                  <a:lnTo>
                    <a:pt x="160020" y="22644"/>
                  </a:lnTo>
                  <a:lnTo>
                    <a:pt x="160020" y="31140"/>
                  </a:lnTo>
                  <a:lnTo>
                    <a:pt x="150850" y="47650"/>
                  </a:lnTo>
                  <a:lnTo>
                    <a:pt x="146062" y="47650"/>
                  </a:lnTo>
                  <a:lnTo>
                    <a:pt x="144018" y="46799"/>
                  </a:lnTo>
                  <a:lnTo>
                    <a:pt x="142646" y="45478"/>
                  </a:lnTo>
                  <a:lnTo>
                    <a:pt x="141693" y="44551"/>
                  </a:lnTo>
                  <a:lnTo>
                    <a:pt x="158203" y="14490"/>
                  </a:lnTo>
                  <a:lnTo>
                    <a:pt x="159550" y="18935"/>
                  </a:lnTo>
                  <a:lnTo>
                    <a:pt x="160020" y="22644"/>
                  </a:lnTo>
                  <a:lnTo>
                    <a:pt x="160020" y="4838"/>
                  </a:lnTo>
                  <a:lnTo>
                    <a:pt x="155435" y="1104"/>
                  </a:lnTo>
                  <a:lnTo>
                    <a:pt x="155168" y="1016"/>
                  </a:lnTo>
                  <a:lnTo>
                    <a:pt x="155168" y="9169"/>
                  </a:lnTo>
                  <a:lnTo>
                    <a:pt x="138658" y="39243"/>
                  </a:lnTo>
                  <a:lnTo>
                    <a:pt x="137312" y="34798"/>
                  </a:lnTo>
                  <a:lnTo>
                    <a:pt x="136842" y="31140"/>
                  </a:lnTo>
                  <a:lnTo>
                    <a:pt x="136842" y="22644"/>
                  </a:lnTo>
                  <a:lnTo>
                    <a:pt x="146062" y="6083"/>
                  </a:lnTo>
                  <a:lnTo>
                    <a:pt x="150850" y="6083"/>
                  </a:lnTo>
                  <a:lnTo>
                    <a:pt x="152908" y="6934"/>
                  </a:lnTo>
                  <a:lnTo>
                    <a:pt x="155168" y="9169"/>
                  </a:lnTo>
                  <a:lnTo>
                    <a:pt x="155168" y="1016"/>
                  </a:lnTo>
                  <a:lnTo>
                    <a:pt x="152196" y="0"/>
                  </a:lnTo>
                  <a:lnTo>
                    <a:pt x="144716" y="0"/>
                  </a:lnTo>
                  <a:lnTo>
                    <a:pt x="130327" y="21386"/>
                  </a:lnTo>
                  <a:lnTo>
                    <a:pt x="130327" y="32435"/>
                  </a:lnTo>
                  <a:lnTo>
                    <a:pt x="144716" y="53733"/>
                  </a:lnTo>
                  <a:lnTo>
                    <a:pt x="152196" y="53733"/>
                  </a:lnTo>
                  <a:lnTo>
                    <a:pt x="166535" y="32435"/>
                  </a:lnTo>
                  <a:lnTo>
                    <a:pt x="166535" y="21386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071308" y="3417041"/>
              <a:ext cx="1832366" cy="930107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5931522" y="3327929"/>
              <a:ext cx="178435" cy="935990"/>
            </a:xfrm>
            <a:custGeom>
              <a:avLst/>
              <a:gdLst/>
              <a:ahLst/>
              <a:cxnLst/>
              <a:rect l="l" t="t" r="r" b="b"/>
              <a:pathLst>
                <a:path w="178435" h="935989">
                  <a:moveTo>
                    <a:pt x="163732" y="0"/>
                  </a:moveTo>
                  <a:lnTo>
                    <a:pt x="16709" y="0"/>
                  </a:lnTo>
                  <a:lnTo>
                    <a:pt x="14493" y="0"/>
                  </a:lnTo>
                  <a:lnTo>
                    <a:pt x="12362" y="422"/>
                  </a:lnTo>
                  <a:lnTo>
                    <a:pt x="0" y="14491"/>
                  </a:lnTo>
                  <a:lnTo>
                    <a:pt x="0" y="921183"/>
                  </a:lnTo>
                  <a:lnTo>
                    <a:pt x="14493" y="935676"/>
                  </a:lnTo>
                  <a:lnTo>
                    <a:pt x="163732" y="935676"/>
                  </a:lnTo>
                  <a:lnTo>
                    <a:pt x="178224" y="921183"/>
                  </a:lnTo>
                  <a:lnTo>
                    <a:pt x="178224" y="14491"/>
                  </a:lnTo>
                  <a:lnTo>
                    <a:pt x="165863" y="422"/>
                  </a:lnTo>
                  <a:lnTo>
                    <a:pt x="163732" y="0"/>
                  </a:lnTo>
                  <a:close/>
                </a:path>
              </a:pathLst>
            </a:custGeom>
            <a:solidFill>
              <a:srgbClr val="EF444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7" name="object 167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8053504" y="3110722"/>
            <a:ext cx="2082994" cy="1169596"/>
          </a:xfrm>
          <a:prstGeom prst="rect">
            <a:avLst/>
          </a:prstGeom>
        </p:spPr>
      </p:pic>
      <p:sp>
        <p:nvSpPr>
          <p:cNvPr id="168" name="object 168"/>
          <p:cNvSpPr txBox="1"/>
          <p:nvPr/>
        </p:nvSpPr>
        <p:spPr>
          <a:xfrm>
            <a:off x="9260871" y="3526873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065F46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169" name="object 169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8053504" y="4336013"/>
            <a:ext cx="2082994" cy="1169596"/>
          </a:xfrm>
          <a:prstGeom prst="rect">
            <a:avLst/>
          </a:prstGeom>
        </p:spPr>
      </p:pic>
      <p:sp>
        <p:nvSpPr>
          <p:cNvPr id="170" name="Rectangle 169"/>
          <p:cNvSpPr/>
          <p:nvPr/>
        </p:nvSpPr>
        <p:spPr>
          <a:xfrm>
            <a:off x="438912" y="3675887"/>
            <a:ext cx="3310128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1" name="Picture 170" descr="s8_left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438912" y="3675887"/>
            <a:ext cx="3310128" cy="2450592"/>
          </a:xfrm>
          <a:prstGeom prst="rect">
            <a:avLst/>
          </a:prstGeom>
        </p:spPr>
      </p:pic>
      <p:sp>
        <p:nvSpPr>
          <p:cNvPr id="172" name="Rectangle 171"/>
          <p:cNvSpPr/>
          <p:nvPr/>
        </p:nvSpPr>
        <p:spPr>
          <a:xfrm>
            <a:off x="3986784" y="3675887"/>
            <a:ext cx="3840480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3" name="Picture 172" descr="s8_right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3986784" y="3675887"/>
            <a:ext cx="3840480" cy="2450592"/>
          </a:xfrm>
          <a:prstGeom prst="rect">
            <a:avLst/>
          </a:prstGeom>
        </p:spPr>
      </p:pic>
      <p:sp>
        <p:nvSpPr>
          <p:cNvPr id="174" name="Rectangle 173"/>
          <p:cNvSpPr/>
          <p:nvPr/>
        </p:nvSpPr>
        <p:spPr>
          <a:xfrm>
            <a:off x="365760" y="6126480"/>
            <a:ext cx="772667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19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2"/>
            <a:ext cx="534670" cy="200660"/>
            <a:chOff x="556950" y="972022"/>
            <a:chExt cx="534670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2"/>
              <a:ext cx="534670" cy="200660"/>
            </a:xfrm>
            <a:custGeom>
              <a:avLst/>
              <a:gdLst/>
              <a:ahLst/>
              <a:cxnLst/>
              <a:rect l="l" t="t" r="r" b="b"/>
              <a:pathLst>
                <a:path w="534669" h="200659">
                  <a:moveTo>
                    <a:pt x="515348" y="0"/>
                  </a:moveTo>
                  <a:lnTo>
                    <a:pt x="19323" y="0"/>
                  </a:lnTo>
                  <a:lnTo>
                    <a:pt x="16481" y="565"/>
                  </a:lnTo>
                  <a:lnTo>
                    <a:pt x="0" y="19324"/>
                  </a:lnTo>
                  <a:lnTo>
                    <a:pt x="0" y="178224"/>
                  </a:lnTo>
                  <a:lnTo>
                    <a:pt x="0" y="181171"/>
                  </a:lnTo>
                  <a:lnTo>
                    <a:pt x="19323" y="200496"/>
                  </a:lnTo>
                  <a:lnTo>
                    <a:pt x="515348" y="200496"/>
                  </a:lnTo>
                  <a:lnTo>
                    <a:pt x="534672" y="181171"/>
                  </a:lnTo>
                  <a:lnTo>
                    <a:pt x="534672" y="19324"/>
                  </a:lnTo>
                  <a:lnTo>
                    <a:pt x="518190" y="565"/>
                  </a:lnTo>
                  <a:lnTo>
                    <a:pt x="515348" y="0"/>
                  </a:lnTo>
                  <a:close/>
                </a:path>
              </a:pathLst>
            </a:custGeom>
            <a:solidFill>
              <a:srgbClr val="FFF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388" y="1032179"/>
              <a:ext cx="125095" cy="79375"/>
            </a:xfrm>
            <a:custGeom>
              <a:avLst/>
              <a:gdLst/>
              <a:ahLst/>
              <a:cxnLst/>
              <a:rect l="l" t="t" r="r" b="b"/>
              <a:pathLst>
                <a:path w="125095" h="79375">
                  <a:moveTo>
                    <a:pt x="50342" y="64782"/>
                  </a:moveTo>
                  <a:lnTo>
                    <a:pt x="15862" y="64782"/>
                  </a:lnTo>
                  <a:lnTo>
                    <a:pt x="15862" y="0"/>
                  </a:lnTo>
                  <a:lnTo>
                    <a:pt x="0" y="0"/>
                  </a:lnTo>
                  <a:lnTo>
                    <a:pt x="0" y="79082"/>
                  </a:lnTo>
                  <a:lnTo>
                    <a:pt x="50342" y="79082"/>
                  </a:lnTo>
                  <a:lnTo>
                    <a:pt x="50342" y="74561"/>
                  </a:lnTo>
                  <a:lnTo>
                    <a:pt x="50342" y="64782"/>
                  </a:lnTo>
                  <a:close/>
                </a:path>
                <a:path w="125095" h="79375">
                  <a:moveTo>
                    <a:pt x="124980" y="64782"/>
                  </a:moveTo>
                  <a:lnTo>
                    <a:pt x="90487" y="64782"/>
                  </a:lnTo>
                  <a:lnTo>
                    <a:pt x="90487" y="46405"/>
                  </a:lnTo>
                  <a:lnTo>
                    <a:pt x="122745" y="46405"/>
                  </a:lnTo>
                  <a:lnTo>
                    <a:pt x="122745" y="32461"/>
                  </a:lnTo>
                  <a:lnTo>
                    <a:pt x="90487" y="32461"/>
                  </a:lnTo>
                  <a:lnTo>
                    <a:pt x="90487" y="14300"/>
                  </a:lnTo>
                  <a:lnTo>
                    <a:pt x="124091" y="14300"/>
                  </a:lnTo>
                  <a:lnTo>
                    <a:pt x="124091" y="0"/>
                  </a:lnTo>
                  <a:lnTo>
                    <a:pt x="74625" y="0"/>
                  </a:lnTo>
                  <a:lnTo>
                    <a:pt x="74625" y="79082"/>
                  </a:lnTo>
                  <a:lnTo>
                    <a:pt x="124980" y="79082"/>
                  </a:lnTo>
                  <a:lnTo>
                    <a:pt x="124980" y="6478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76" y="1030390"/>
              <a:ext cx="136919" cy="826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8370" y="1032173"/>
              <a:ext cx="50800" cy="79375"/>
            </a:xfrm>
            <a:custGeom>
              <a:avLst/>
              <a:gdLst/>
              <a:ahLst/>
              <a:cxnLst/>
              <a:rect l="l" t="t" r="r" b="b"/>
              <a:pathLst>
                <a:path w="50800" h="79375">
                  <a:moveTo>
                    <a:pt x="15860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50348" y="79086"/>
                  </a:lnTo>
                  <a:lnTo>
                    <a:pt x="50348" y="74564"/>
                  </a:lnTo>
                  <a:lnTo>
                    <a:pt x="15860" y="74564"/>
                  </a:lnTo>
                  <a:lnTo>
                    <a:pt x="4187" y="64785"/>
                  </a:lnTo>
                  <a:lnTo>
                    <a:pt x="15860" y="64785"/>
                  </a:lnTo>
                  <a:lnTo>
                    <a:pt x="15860" y="0"/>
                  </a:lnTo>
                  <a:close/>
                </a:path>
                <a:path w="50800" h="79375">
                  <a:moveTo>
                    <a:pt x="15860" y="64785"/>
                  </a:moveTo>
                  <a:lnTo>
                    <a:pt x="4187" y="64785"/>
                  </a:lnTo>
                  <a:lnTo>
                    <a:pt x="15860" y="74564"/>
                  </a:lnTo>
                  <a:lnTo>
                    <a:pt x="15860" y="64785"/>
                  </a:lnTo>
                  <a:close/>
                </a:path>
                <a:path w="50800" h="79375">
                  <a:moveTo>
                    <a:pt x="50348" y="64785"/>
                  </a:moveTo>
                  <a:lnTo>
                    <a:pt x="15860" y="64785"/>
                  </a:lnTo>
                  <a:lnTo>
                    <a:pt x="15860" y="74564"/>
                  </a:lnTo>
                  <a:lnTo>
                    <a:pt x="50348" y="74564"/>
                  </a:lnTo>
                  <a:lnTo>
                    <a:pt x="50348" y="64785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2689" y="1030390"/>
            <a:ext cx="258870" cy="826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496860" y="1030401"/>
            <a:ext cx="521970" cy="83185"/>
          </a:xfrm>
          <a:custGeom>
            <a:avLst/>
            <a:gdLst/>
            <a:ahLst/>
            <a:cxnLst/>
            <a:rect l="l" t="t" r="r" b="b"/>
            <a:pathLst>
              <a:path w="521969" h="83184">
                <a:moveTo>
                  <a:pt x="57696" y="54800"/>
                </a:moveTo>
                <a:lnTo>
                  <a:pt x="47561" y="54241"/>
                </a:lnTo>
                <a:lnTo>
                  <a:pt x="46443" y="60553"/>
                </a:lnTo>
                <a:lnTo>
                  <a:pt x="44284" y="65303"/>
                </a:lnTo>
                <a:lnTo>
                  <a:pt x="37909" y="71691"/>
                </a:lnTo>
                <a:lnTo>
                  <a:pt x="34010" y="73291"/>
                </a:lnTo>
                <a:lnTo>
                  <a:pt x="25171" y="73291"/>
                </a:lnTo>
                <a:lnTo>
                  <a:pt x="10020" y="48183"/>
                </a:lnTo>
                <a:lnTo>
                  <a:pt x="10020" y="34594"/>
                </a:lnTo>
                <a:lnTo>
                  <a:pt x="25171" y="9347"/>
                </a:lnTo>
                <a:lnTo>
                  <a:pt x="33566" y="9347"/>
                </a:lnTo>
                <a:lnTo>
                  <a:pt x="37185" y="10795"/>
                </a:lnTo>
                <a:lnTo>
                  <a:pt x="43345" y="16598"/>
                </a:lnTo>
                <a:lnTo>
                  <a:pt x="45516" y="20904"/>
                </a:lnTo>
                <a:lnTo>
                  <a:pt x="46774" y="26619"/>
                </a:lnTo>
                <a:lnTo>
                  <a:pt x="57023" y="25946"/>
                </a:lnTo>
                <a:lnTo>
                  <a:pt x="55397" y="17780"/>
                </a:lnTo>
                <a:lnTo>
                  <a:pt x="52120" y="11417"/>
                </a:lnTo>
                <a:lnTo>
                  <a:pt x="42316" y="2273"/>
                </a:lnTo>
                <a:lnTo>
                  <a:pt x="36385" y="0"/>
                </a:lnTo>
                <a:lnTo>
                  <a:pt x="23088" y="0"/>
                </a:lnTo>
                <a:lnTo>
                  <a:pt x="0" y="32893"/>
                </a:lnTo>
                <a:lnTo>
                  <a:pt x="0" y="49898"/>
                </a:lnTo>
                <a:lnTo>
                  <a:pt x="23088" y="82651"/>
                </a:lnTo>
                <a:lnTo>
                  <a:pt x="29400" y="82651"/>
                </a:lnTo>
                <a:lnTo>
                  <a:pt x="36906" y="82651"/>
                </a:lnTo>
                <a:lnTo>
                  <a:pt x="43141" y="80175"/>
                </a:lnTo>
                <a:lnTo>
                  <a:pt x="53086" y="70294"/>
                </a:lnTo>
                <a:lnTo>
                  <a:pt x="56286" y="63487"/>
                </a:lnTo>
                <a:lnTo>
                  <a:pt x="57696" y="54800"/>
                </a:lnTo>
                <a:close/>
              </a:path>
              <a:path w="521969" h="83184">
                <a:moveTo>
                  <a:pt x="122859" y="44513"/>
                </a:moveTo>
                <a:lnTo>
                  <a:pt x="121856" y="39573"/>
                </a:lnTo>
                <a:lnTo>
                  <a:pt x="117398" y="30365"/>
                </a:lnTo>
                <a:lnTo>
                  <a:pt x="116547" y="29400"/>
                </a:lnTo>
                <a:lnTo>
                  <a:pt x="114261" y="26797"/>
                </a:lnTo>
                <a:lnTo>
                  <a:pt x="113169" y="26123"/>
                </a:lnTo>
                <a:lnTo>
                  <a:pt x="113169" y="44513"/>
                </a:lnTo>
                <a:lnTo>
                  <a:pt x="113169" y="58178"/>
                </a:lnTo>
                <a:lnTo>
                  <a:pt x="111658" y="63538"/>
                </a:lnTo>
                <a:lnTo>
                  <a:pt x="105651" y="71335"/>
                </a:lnTo>
                <a:lnTo>
                  <a:pt x="101434" y="73291"/>
                </a:lnTo>
                <a:lnTo>
                  <a:pt x="90589" y="73291"/>
                </a:lnTo>
                <a:lnTo>
                  <a:pt x="86372" y="71335"/>
                </a:lnTo>
                <a:lnTo>
                  <a:pt x="80365" y="63538"/>
                </a:lnTo>
                <a:lnTo>
                  <a:pt x="78854" y="58178"/>
                </a:lnTo>
                <a:lnTo>
                  <a:pt x="78854" y="44513"/>
                </a:lnTo>
                <a:lnTo>
                  <a:pt x="80238" y="39573"/>
                </a:lnTo>
                <a:lnTo>
                  <a:pt x="80365" y="39154"/>
                </a:lnTo>
                <a:lnTo>
                  <a:pt x="86372" y="31356"/>
                </a:lnTo>
                <a:lnTo>
                  <a:pt x="90589" y="29400"/>
                </a:lnTo>
                <a:lnTo>
                  <a:pt x="101434" y="29400"/>
                </a:lnTo>
                <a:lnTo>
                  <a:pt x="105651" y="31356"/>
                </a:lnTo>
                <a:lnTo>
                  <a:pt x="111658" y="39154"/>
                </a:lnTo>
                <a:lnTo>
                  <a:pt x="113169" y="44513"/>
                </a:lnTo>
                <a:lnTo>
                  <a:pt x="113169" y="26123"/>
                </a:lnTo>
                <a:lnTo>
                  <a:pt x="106172" y="21755"/>
                </a:lnTo>
                <a:lnTo>
                  <a:pt x="101434" y="20485"/>
                </a:lnTo>
                <a:lnTo>
                  <a:pt x="90589" y="20485"/>
                </a:lnTo>
                <a:lnTo>
                  <a:pt x="69164" y="44513"/>
                </a:lnTo>
                <a:lnTo>
                  <a:pt x="69176" y="58178"/>
                </a:lnTo>
                <a:lnTo>
                  <a:pt x="90589" y="82194"/>
                </a:lnTo>
                <a:lnTo>
                  <a:pt x="101434" y="82194"/>
                </a:lnTo>
                <a:lnTo>
                  <a:pt x="122847" y="58178"/>
                </a:lnTo>
                <a:lnTo>
                  <a:pt x="122859" y="44513"/>
                </a:lnTo>
                <a:close/>
              </a:path>
              <a:path w="521969" h="83184">
                <a:moveTo>
                  <a:pt x="186905" y="38722"/>
                </a:moveTo>
                <a:lnTo>
                  <a:pt x="170942" y="20485"/>
                </a:lnTo>
                <a:lnTo>
                  <a:pt x="163372" y="20485"/>
                </a:lnTo>
                <a:lnTo>
                  <a:pt x="147586" y="31826"/>
                </a:lnTo>
                <a:lnTo>
                  <a:pt x="147586" y="31978"/>
                </a:lnTo>
                <a:lnTo>
                  <a:pt x="147320" y="32372"/>
                </a:lnTo>
                <a:lnTo>
                  <a:pt x="147358" y="21831"/>
                </a:lnTo>
                <a:lnTo>
                  <a:pt x="138785" y="21831"/>
                </a:lnTo>
                <a:lnTo>
                  <a:pt x="138785" y="80860"/>
                </a:lnTo>
                <a:lnTo>
                  <a:pt x="148145" y="80860"/>
                </a:lnTo>
                <a:lnTo>
                  <a:pt x="148145" y="41910"/>
                </a:lnTo>
                <a:lnTo>
                  <a:pt x="148869" y="38849"/>
                </a:lnTo>
                <a:lnTo>
                  <a:pt x="150025" y="36868"/>
                </a:lnTo>
                <a:lnTo>
                  <a:pt x="151765" y="33870"/>
                </a:lnTo>
                <a:lnTo>
                  <a:pt x="153708" y="31978"/>
                </a:lnTo>
                <a:lnTo>
                  <a:pt x="158407" y="29489"/>
                </a:lnTo>
                <a:lnTo>
                  <a:pt x="158140" y="29489"/>
                </a:lnTo>
                <a:lnTo>
                  <a:pt x="161366" y="28727"/>
                </a:lnTo>
                <a:lnTo>
                  <a:pt x="168859" y="28727"/>
                </a:lnTo>
                <a:lnTo>
                  <a:pt x="172161" y="30162"/>
                </a:lnTo>
                <a:lnTo>
                  <a:pt x="176479" y="35877"/>
                </a:lnTo>
                <a:lnTo>
                  <a:pt x="177546" y="40055"/>
                </a:lnTo>
                <a:lnTo>
                  <a:pt x="177546" y="80860"/>
                </a:lnTo>
                <a:lnTo>
                  <a:pt x="186905" y="80860"/>
                </a:lnTo>
                <a:lnTo>
                  <a:pt x="186905" y="38722"/>
                </a:lnTo>
                <a:close/>
              </a:path>
              <a:path w="521969" h="83184">
                <a:moveTo>
                  <a:pt x="254190" y="21831"/>
                </a:moveTo>
                <a:lnTo>
                  <a:pt x="230682" y="21831"/>
                </a:lnTo>
                <a:lnTo>
                  <a:pt x="230682" y="8013"/>
                </a:lnTo>
                <a:lnTo>
                  <a:pt x="221322" y="8013"/>
                </a:lnTo>
                <a:lnTo>
                  <a:pt x="221322" y="21831"/>
                </a:lnTo>
                <a:lnTo>
                  <a:pt x="201828" y="21831"/>
                </a:lnTo>
                <a:lnTo>
                  <a:pt x="201828" y="30073"/>
                </a:lnTo>
                <a:lnTo>
                  <a:pt x="221322" y="30073"/>
                </a:lnTo>
                <a:lnTo>
                  <a:pt x="221322" y="70091"/>
                </a:lnTo>
                <a:lnTo>
                  <a:pt x="222732" y="74180"/>
                </a:lnTo>
                <a:lnTo>
                  <a:pt x="228384" y="79527"/>
                </a:lnTo>
                <a:lnTo>
                  <a:pt x="232651" y="80860"/>
                </a:lnTo>
                <a:lnTo>
                  <a:pt x="254190" y="80860"/>
                </a:lnTo>
                <a:lnTo>
                  <a:pt x="254190" y="72618"/>
                </a:lnTo>
                <a:lnTo>
                  <a:pt x="235775" y="72618"/>
                </a:lnTo>
                <a:lnTo>
                  <a:pt x="233845" y="71970"/>
                </a:lnTo>
                <a:lnTo>
                  <a:pt x="231317" y="69367"/>
                </a:lnTo>
                <a:lnTo>
                  <a:pt x="230682" y="67348"/>
                </a:lnTo>
                <a:lnTo>
                  <a:pt x="230682" y="30073"/>
                </a:lnTo>
                <a:lnTo>
                  <a:pt x="254190" y="30073"/>
                </a:lnTo>
                <a:lnTo>
                  <a:pt x="254190" y="21831"/>
                </a:lnTo>
                <a:close/>
              </a:path>
              <a:path w="521969" h="83184">
                <a:moveTo>
                  <a:pt x="323253" y="21831"/>
                </a:moveTo>
                <a:lnTo>
                  <a:pt x="306870" y="21831"/>
                </a:lnTo>
                <a:lnTo>
                  <a:pt x="303491" y="23075"/>
                </a:lnTo>
                <a:lnTo>
                  <a:pt x="298450" y="28041"/>
                </a:lnTo>
                <a:lnTo>
                  <a:pt x="296887" y="31851"/>
                </a:lnTo>
                <a:lnTo>
                  <a:pt x="296926" y="33172"/>
                </a:lnTo>
                <a:lnTo>
                  <a:pt x="296862" y="32016"/>
                </a:lnTo>
                <a:lnTo>
                  <a:pt x="296760" y="30073"/>
                </a:lnTo>
                <a:lnTo>
                  <a:pt x="296494" y="25501"/>
                </a:lnTo>
                <a:lnTo>
                  <a:pt x="296367" y="23075"/>
                </a:lnTo>
                <a:lnTo>
                  <a:pt x="296291" y="21831"/>
                </a:lnTo>
                <a:lnTo>
                  <a:pt x="273126" y="21831"/>
                </a:lnTo>
                <a:lnTo>
                  <a:pt x="273126" y="30073"/>
                </a:lnTo>
                <a:lnTo>
                  <a:pt x="288493" y="30073"/>
                </a:lnTo>
                <a:lnTo>
                  <a:pt x="288493" y="72618"/>
                </a:lnTo>
                <a:lnTo>
                  <a:pt x="273126" y="72618"/>
                </a:lnTo>
                <a:lnTo>
                  <a:pt x="273126" y="80860"/>
                </a:lnTo>
                <a:lnTo>
                  <a:pt x="316560" y="80860"/>
                </a:lnTo>
                <a:lnTo>
                  <a:pt x="316560" y="77076"/>
                </a:lnTo>
                <a:lnTo>
                  <a:pt x="316560" y="72618"/>
                </a:lnTo>
                <a:lnTo>
                  <a:pt x="297853" y="72618"/>
                </a:lnTo>
                <a:lnTo>
                  <a:pt x="297853" y="41948"/>
                </a:lnTo>
                <a:lnTo>
                  <a:pt x="298373" y="39217"/>
                </a:lnTo>
                <a:lnTo>
                  <a:pt x="299123" y="37642"/>
                </a:lnTo>
                <a:lnTo>
                  <a:pt x="300456" y="34836"/>
                </a:lnTo>
                <a:lnTo>
                  <a:pt x="301955" y="33172"/>
                </a:lnTo>
                <a:lnTo>
                  <a:pt x="305892" y="30873"/>
                </a:lnTo>
                <a:lnTo>
                  <a:pt x="308317" y="30289"/>
                </a:lnTo>
                <a:lnTo>
                  <a:pt x="323253" y="30289"/>
                </a:lnTo>
                <a:lnTo>
                  <a:pt x="323253" y="21831"/>
                </a:lnTo>
                <a:close/>
              </a:path>
              <a:path w="521969" h="83184">
                <a:moveTo>
                  <a:pt x="392315" y="80683"/>
                </a:moveTo>
                <a:lnTo>
                  <a:pt x="391198" y="80683"/>
                </a:lnTo>
                <a:lnTo>
                  <a:pt x="391198" y="72618"/>
                </a:lnTo>
                <a:lnTo>
                  <a:pt x="386219" y="72618"/>
                </a:lnTo>
                <a:lnTo>
                  <a:pt x="385330" y="72364"/>
                </a:lnTo>
                <a:lnTo>
                  <a:pt x="384187" y="71361"/>
                </a:lnTo>
                <a:lnTo>
                  <a:pt x="383882" y="70523"/>
                </a:lnTo>
                <a:lnTo>
                  <a:pt x="383844" y="68834"/>
                </a:lnTo>
                <a:lnTo>
                  <a:pt x="383844" y="52349"/>
                </a:lnTo>
                <a:lnTo>
                  <a:pt x="383844" y="37045"/>
                </a:lnTo>
                <a:lnTo>
                  <a:pt x="381876" y="31165"/>
                </a:lnTo>
                <a:lnTo>
                  <a:pt x="380250" y="29400"/>
                </a:lnTo>
                <a:lnTo>
                  <a:pt x="374002" y="22631"/>
                </a:lnTo>
                <a:lnTo>
                  <a:pt x="368477" y="20485"/>
                </a:lnTo>
                <a:lnTo>
                  <a:pt x="354660" y="20485"/>
                </a:lnTo>
                <a:lnTo>
                  <a:pt x="349224" y="22212"/>
                </a:lnTo>
                <a:lnTo>
                  <a:pt x="340829" y="29121"/>
                </a:lnTo>
                <a:lnTo>
                  <a:pt x="338175" y="33629"/>
                </a:lnTo>
                <a:lnTo>
                  <a:pt x="337045" y="39281"/>
                </a:lnTo>
                <a:lnTo>
                  <a:pt x="337997" y="39281"/>
                </a:lnTo>
                <a:lnTo>
                  <a:pt x="346976" y="39979"/>
                </a:lnTo>
                <a:lnTo>
                  <a:pt x="357263" y="29400"/>
                </a:lnTo>
                <a:lnTo>
                  <a:pt x="365582" y="29400"/>
                </a:lnTo>
                <a:lnTo>
                  <a:pt x="368820" y="30632"/>
                </a:lnTo>
                <a:lnTo>
                  <a:pt x="373354" y="35521"/>
                </a:lnTo>
                <a:lnTo>
                  <a:pt x="374484" y="39281"/>
                </a:lnTo>
                <a:lnTo>
                  <a:pt x="374484" y="44323"/>
                </a:lnTo>
                <a:lnTo>
                  <a:pt x="374484" y="52349"/>
                </a:lnTo>
                <a:lnTo>
                  <a:pt x="360451" y="73952"/>
                </a:lnTo>
                <a:lnTo>
                  <a:pt x="353098" y="73952"/>
                </a:lnTo>
                <a:lnTo>
                  <a:pt x="350735" y="73266"/>
                </a:lnTo>
                <a:lnTo>
                  <a:pt x="350570" y="73266"/>
                </a:lnTo>
                <a:lnTo>
                  <a:pt x="346697" y="70154"/>
                </a:lnTo>
                <a:lnTo>
                  <a:pt x="345744" y="68021"/>
                </a:lnTo>
                <a:lnTo>
                  <a:pt x="345744" y="62814"/>
                </a:lnTo>
                <a:lnTo>
                  <a:pt x="356438" y="55918"/>
                </a:lnTo>
                <a:lnTo>
                  <a:pt x="374484" y="52349"/>
                </a:lnTo>
                <a:lnTo>
                  <a:pt x="374484" y="44323"/>
                </a:lnTo>
                <a:lnTo>
                  <a:pt x="348195" y="49606"/>
                </a:lnTo>
                <a:lnTo>
                  <a:pt x="343471" y="51625"/>
                </a:lnTo>
                <a:lnTo>
                  <a:pt x="337451" y="57188"/>
                </a:lnTo>
                <a:lnTo>
                  <a:pt x="336054" y="60833"/>
                </a:lnTo>
                <a:lnTo>
                  <a:pt x="335953" y="69354"/>
                </a:lnTo>
                <a:lnTo>
                  <a:pt x="336804" y="72161"/>
                </a:lnTo>
                <a:lnTo>
                  <a:pt x="340220" y="76987"/>
                </a:lnTo>
                <a:lnTo>
                  <a:pt x="342557" y="78854"/>
                </a:lnTo>
                <a:lnTo>
                  <a:pt x="348703" y="81622"/>
                </a:lnTo>
                <a:lnTo>
                  <a:pt x="348957" y="81622"/>
                </a:lnTo>
                <a:lnTo>
                  <a:pt x="351840" y="82194"/>
                </a:lnTo>
                <a:lnTo>
                  <a:pt x="358965" y="82194"/>
                </a:lnTo>
                <a:lnTo>
                  <a:pt x="362165" y="81622"/>
                </a:lnTo>
                <a:lnTo>
                  <a:pt x="368096" y="79324"/>
                </a:lnTo>
                <a:lnTo>
                  <a:pt x="370573" y="77724"/>
                </a:lnTo>
                <a:lnTo>
                  <a:pt x="374078" y="74091"/>
                </a:lnTo>
                <a:lnTo>
                  <a:pt x="374205" y="73952"/>
                </a:lnTo>
                <a:lnTo>
                  <a:pt x="374510" y="73647"/>
                </a:lnTo>
                <a:lnTo>
                  <a:pt x="374713" y="73266"/>
                </a:lnTo>
                <a:lnTo>
                  <a:pt x="374650" y="72161"/>
                </a:lnTo>
                <a:lnTo>
                  <a:pt x="374738" y="72618"/>
                </a:lnTo>
                <a:lnTo>
                  <a:pt x="374827" y="73050"/>
                </a:lnTo>
                <a:lnTo>
                  <a:pt x="375043" y="72644"/>
                </a:lnTo>
                <a:lnTo>
                  <a:pt x="375043" y="74091"/>
                </a:lnTo>
                <a:lnTo>
                  <a:pt x="376821" y="77724"/>
                </a:lnTo>
                <a:lnTo>
                  <a:pt x="378142" y="79044"/>
                </a:lnTo>
                <a:lnTo>
                  <a:pt x="381635" y="80683"/>
                </a:lnTo>
                <a:lnTo>
                  <a:pt x="383768" y="81089"/>
                </a:lnTo>
                <a:lnTo>
                  <a:pt x="389851" y="81089"/>
                </a:lnTo>
                <a:lnTo>
                  <a:pt x="392315" y="80683"/>
                </a:lnTo>
                <a:close/>
              </a:path>
              <a:path w="521969" h="83184">
                <a:moveTo>
                  <a:pt x="456920" y="60591"/>
                </a:moveTo>
                <a:lnTo>
                  <a:pt x="447116" y="59918"/>
                </a:lnTo>
                <a:lnTo>
                  <a:pt x="446227" y="64376"/>
                </a:lnTo>
                <a:lnTo>
                  <a:pt x="444385" y="67716"/>
                </a:lnTo>
                <a:lnTo>
                  <a:pt x="438810" y="72174"/>
                </a:lnTo>
                <a:lnTo>
                  <a:pt x="435533" y="73291"/>
                </a:lnTo>
                <a:lnTo>
                  <a:pt x="426326" y="73291"/>
                </a:lnTo>
                <a:lnTo>
                  <a:pt x="422071" y="71335"/>
                </a:lnTo>
                <a:lnTo>
                  <a:pt x="415912" y="63538"/>
                </a:lnTo>
                <a:lnTo>
                  <a:pt x="414362" y="58178"/>
                </a:lnTo>
                <a:lnTo>
                  <a:pt x="414362" y="44513"/>
                </a:lnTo>
                <a:lnTo>
                  <a:pt x="415912" y="39154"/>
                </a:lnTo>
                <a:lnTo>
                  <a:pt x="422071" y="31356"/>
                </a:lnTo>
                <a:lnTo>
                  <a:pt x="426326" y="29400"/>
                </a:lnTo>
                <a:lnTo>
                  <a:pt x="435533" y="29400"/>
                </a:lnTo>
                <a:lnTo>
                  <a:pt x="438746" y="30454"/>
                </a:lnTo>
                <a:lnTo>
                  <a:pt x="444017" y="34696"/>
                </a:lnTo>
                <a:lnTo>
                  <a:pt x="445782" y="37719"/>
                </a:lnTo>
                <a:lnTo>
                  <a:pt x="446671" y="41656"/>
                </a:lnTo>
                <a:lnTo>
                  <a:pt x="456476" y="40982"/>
                </a:lnTo>
                <a:lnTo>
                  <a:pt x="436118" y="20485"/>
                </a:lnTo>
                <a:lnTo>
                  <a:pt x="426250" y="20485"/>
                </a:lnTo>
                <a:lnTo>
                  <a:pt x="404558" y="45110"/>
                </a:lnTo>
                <a:lnTo>
                  <a:pt x="404558" y="57581"/>
                </a:lnTo>
                <a:lnTo>
                  <a:pt x="426250" y="82194"/>
                </a:lnTo>
                <a:lnTo>
                  <a:pt x="431736" y="82194"/>
                </a:lnTo>
                <a:lnTo>
                  <a:pt x="436118" y="82194"/>
                </a:lnTo>
                <a:lnTo>
                  <a:pt x="456095" y="64973"/>
                </a:lnTo>
                <a:lnTo>
                  <a:pt x="456920" y="60591"/>
                </a:lnTo>
                <a:close/>
              </a:path>
              <a:path w="521969" h="83184">
                <a:moveTo>
                  <a:pt x="521525" y="21831"/>
                </a:moveTo>
                <a:lnTo>
                  <a:pt x="498017" y="21831"/>
                </a:lnTo>
                <a:lnTo>
                  <a:pt x="498017" y="8013"/>
                </a:lnTo>
                <a:lnTo>
                  <a:pt x="488657" y="8013"/>
                </a:lnTo>
                <a:lnTo>
                  <a:pt x="488657" y="21831"/>
                </a:lnTo>
                <a:lnTo>
                  <a:pt x="469163" y="21831"/>
                </a:lnTo>
                <a:lnTo>
                  <a:pt x="469163" y="30073"/>
                </a:lnTo>
                <a:lnTo>
                  <a:pt x="488657" y="30073"/>
                </a:lnTo>
                <a:lnTo>
                  <a:pt x="488657" y="70091"/>
                </a:lnTo>
                <a:lnTo>
                  <a:pt x="490067" y="74180"/>
                </a:lnTo>
                <a:lnTo>
                  <a:pt x="495719" y="79527"/>
                </a:lnTo>
                <a:lnTo>
                  <a:pt x="499986" y="80860"/>
                </a:lnTo>
                <a:lnTo>
                  <a:pt x="521525" y="80860"/>
                </a:lnTo>
                <a:lnTo>
                  <a:pt x="521525" y="72618"/>
                </a:lnTo>
                <a:lnTo>
                  <a:pt x="503110" y="72618"/>
                </a:lnTo>
                <a:lnTo>
                  <a:pt x="501180" y="71970"/>
                </a:lnTo>
                <a:lnTo>
                  <a:pt x="498652" y="69367"/>
                </a:lnTo>
                <a:lnTo>
                  <a:pt x="498017" y="67348"/>
                </a:lnTo>
                <a:lnTo>
                  <a:pt x="498017" y="30073"/>
                </a:lnTo>
                <a:lnTo>
                  <a:pt x="521525" y="30073"/>
                </a:lnTo>
                <a:lnTo>
                  <a:pt x="521525" y="21831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098366" y="1030390"/>
            <a:ext cx="389890" cy="83185"/>
            <a:chOff x="2098366" y="1030390"/>
            <a:chExt cx="389890" cy="8318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8366" y="1030390"/>
              <a:ext cx="252409" cy="8265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70378" y="1050886"/>
              <a:ext cx="118110" cy="62230"/>
            </a:xfrm>
            <a:custGeom>
              <a:avLst/>
              <a:gdLst/>
              <a:ahLst/>
              <a:cxnLst/>
              <a:rect l="l" t="t" r="r" b="b"/>
              <a:pathLst>
                <a:path w="118110" h="62230">
                  <a:moveTo>
                    <a:pt x="49009" y="41744"/>
                  </a:moveTo>
                  <a:lnTo>
                    <a:pt x="22275" y="26809"/>
                  </a:lnTo>
                  <a:lnTo>
                    <a:pt x="19418" y="26162"/>
                  </a:lnTo>
                  <a:lnTo>
                    <a:pt x="15113" y="24752"/>
                  </a:lnTo>
                  <a:lnTo>
                    <a:pt x="13550" y="23799"/>
                  </a:lnTo>
                  <a:lnTo>
                    <a:pt x="11620" y="21424"/>
                  </a:lnTo>
                  <a:lnTo>
                    <a:pt x="11137" y="19837"/>
                  </a:lnTo>
                  <a:lnTo>
                    <a:pt x="11137" y="15303"/>
                  </a:lnTo>
                  <a:lnTo>
                    <a:pt x="12179" y="13182"/>
                  </a:lnTo>
                  <a:lnTo>
                    <a:pt x="16332" y="9766"/>
                  </a:lnTo>
                  <a:lnTo>
                    <a:pt x="19532" y="8915"/>
                  </a:lnTo>
                  <a:lnTo>
                    <a:pt x="26504" y="8915"/>
                  </a:lnTo>
                  <a:lnTo>
                    <a:pt x="38087" y="19608"/>
                  </a:lnTo>
                  <a:lnTo>
                    <a:pt x="47891" y="18935"/>
                  </a:lnTo>
                  <a:lnTo>
                    <a:pt x="28841" y="0"/>
                  </a:lnTo>
                  <a:lnTo>
                    <a:pt x="19113" y="0"/>
                  </a:lnTo>
                  <a:lnTo>
                    <a:pt x="1562" y="14414"/>
                  </a:lnTo>
                  <a:lnTo>
                    <a:pt x="1562" y="21018"/>
                  </a:lnTo>
                  <a:lnTo>
                    <a:pt x="28143" y="36398"/>
                  </a:lnTo>
                  <a:lnTo>
                    <a:pt x="31407" y="37160"/>
                  </a:lnTo>
                  <a:lnTo>
                    <a:pt x="35864" y="38709"/>
                  </a:lnTo>
                  <a:lnTo>
                    <a:pt x="37388" y="39662"/>
                  </a:lnTo>
                  <a:lnTo>
                    <a:pt x="39014" y="41884"/>
                  </a:lnTo>
                  <a:lnTo>
                    <a:pt x="39433" y="43294"/>
                  </a:lnTo>
                  <a:lnTo>
                    <a:pt x="39433" y="47675"/>
                  </a:lnTo>
                  <a:lnTo>
                    <a:pt x="38227" y="49644"/>
                  </a:lnTo>
                  <a:lnTo>
                    <a:pt x="33401" y="52171"/>
                  </a:lnTo>
                  <a:lnTo>
                    <a:pt x="29997" y="52806"/>
                  </a:lnTo>
                  <a:lnTo>
                    <a:pt x="20942" y="52806"/>
                  </a:lnTo>
                  <a:lnTo>
                    <a:pt x="17284" y="51765"/>
                  </a:lnTo>
                  <a:lnTo>
                    <a:pt x="12014" y="47612"/>
                  </a:lnTo>
                  <a:lnTo>
                    <a:pt x="10388" y="44742"/>
                  </a:lnTo>
                  <a:lnTo>
                    <a:pt x="9804" y="41109"/>
                  </a:lnTo>
                  <a:lnTo>
                    <a:pt x="0" y="41770"/>
                  </a:lnTo>
                  <a:lnTo>
                    <a:pt x="20497" y="61709"/>
                  </a:lnTo>
                  <a:lnTo>
                    <a:pt x="25615" y="61709"/>
                  </a:lnTo>
                  <a:lnTo>
                    <a:pt x="30073" y="61709"/>
                  </a:lnTo>
                  <a:lnTo>
                    <a:pt x="49009" y="48501"/>
                  </a:lnTo>
                  <a:lnTo>
                    <a:pt x="49009" y="41744"/>
                  </a:lnTo>
                  <a:close/>
                </a:path>
                <a:path w="118110" h="62230">
                  <a:moveTo>
                    <a:pt x="117741" y="24358"/>
                  </a:moveTo>
                  <a:lnTo>
                    <a:pt x="116878" y="20015"/>
                  </a:lnTo>
                  <a:lnTo>
                    <a:pt x="116827" y="19799"/>
                  </a:lnTo>
                  <a:lnTo>
                    <a:pt x="116713" y="19202"/>
                  </a:lnTo>
                  <a:lnTo>
                    <a:pt x="107492" y="5080"/>
                  </a:lnTo>
                  <a:lnTo>
                    <a:pt x="107492" y="25514"/>
                  </a:lnTo>
                  <a:lnTo>
                    <a:pt x="74739" y="25514"/>
                  </a:lnTo>
                  <a:lnTo>
                    <a:pt x="75552" y="20015"/>
                  </a:lnTo>
                  <a:lnTo>
                    <a:pt x="77431" y="15875"/>
                  </a:lnTo>
                  <a:lnTo>
                    <a:pt x="83299" y="10312"/>
                  </a:lnTo>
                  <a:lnTo>
                    <a:pt x="87033" y="8915"/>
                  </a:lnTo>
                  <a:lnTo>
                    <a:pt x="95935" y="8915"/>
                  </a:lnTo>
                  <a:lnTo>
                    <a:pt x="107492" y="25514"/>
                  </a:lnTo>
                  <a:lnTo>
                    <a:pt x="107492" y="5080"/>
                  </a:lnTo>
                  <a:lnTo>
                    <a:pt x="101333" y="1282"/>
                  </a:lnTo>
                  <a:lnTo>
                    <a:pt x="101485" y="1282"/>
                  </a:lnTo>
                  <a:lnTo>
                    <a:pt x="96685" y="0"/>
                  </a:lnTo>
                  <a:lnTo>
                    <a:pt x="86144" y="0"/>
                  </a:lnTo>
                  <a:lnTo>
                    <a:pt x="81445" y="1282"/>
                  </a:lnTo>
                  <a:lnTo>
                    <a:pt x="64935" y="37096"/>
                  </a:lnTo>
                  <a:lnTo>
                    <a:pt x="66027" y="42532"/>
                  </a:lnTo>
                  <a:lnTo>
                    <a:pt x="86436" y="61709"/>
                  </a:lnTo>
                  <a:lnTo>
                    <a:pt x="98247" y="61709"/>
                  </a:lnTo>
                  <a:lnTo>
                    <a:pt x="116738" y="43675"/>
                  </a:lnTo>
                  <a:lnTo>
                    <a:pt x="106705" y="42887"/>
                  </a:lnTo>
                  <a:lnTo>
                    <a:pt x="105740" y="45859"/>
                  </a:lnTo>
                  <a:lnTo>
                    <a:pt x="104013" y="48260"/>
                  </a:lnTo>
                  <a:lnTo>
                    <a:pt x="99047" y="51892"/>
                  </a:lnTo>
                  <a:lnTo>
                    <a:pt x="95872" y="52806"/>
                  </a:lnTo>
                  <a:lnTo>
                    <a:pt x="86880" y="52806"/>
                  </a:lnTo>
                  <a:lnTo>
                    <a:pt x="82816" y="51206"/>
                  </a:lnTo>
                  <a:lnTo>
                    <a:pt x="76796" y="44818"/>
                  </a:lnTo>
                  <a:lnTo>
                    <a:pt x="75107" y="40068"/>
                  </a:lnTo>
                  <a:lnTo>
                    <a:pt x="74739" y="33756"/>
                  </a:lnTo>
                  <a:lnTo>
                    <a:pt x="117741" y="33756"/>
                  </a:lnTo>
                  <a:lnTo>
                    <a:pt x="117741" y="25514"/>
                  </a:lnTo>
                  <a:lnTo>
                    <a:pt x="117741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571991" y="1032065"/>
            <a:ext cx="648970" cy="80645"/>
          </a:xfrm>
          <a:custGeom>
            <a:avLst/>
            <a:gdLst/>
            <a:ahLst/>
            <a:cxnLst/>
            <a:rect l="l" t="t" r="r" b="b"/>
            <a:pathLst>
              <a:path w="648969" h="80644">
                <a:moveTo>
                  <a:pt x="49009" y="69837"/>
                </a:moveTo>
                <a:lnTo>
                  <a:pt x="9575" y="69837"/>
                </a:lnTo>
                <a:lnTo>
                  <a:pt x="9575" y="44107"/>
                </a:lnTo>
                <a:lnTo>
                  <a:pt x="46786" y="44107"/>
                </a:lnTo>
                <a:lnTo>
                  <a:pt x="46786" y="34975"/>
                </a:lnTo>
                <a:lnTo>
                  <a:pt x="9575" y="34975"/>
                </a:lnTo>
                <a:lnTo>
                  <a:pt x="9575" y="9474"/>
                </a:lnTo>
                <a:lnTo>
                  <a:pt x="48120" y="9474"/>
                </a:lnTo>
                <a:lnTo>
                  <a:pt x="48120" y="114"/>
                </a:lnTo>
                <a:lnTo>
                  <a:pt x="0" y="114"/>
                </a:lnTo>
                <a:lnTo>
                  <a:pt x="0" y="79197"/>
                </a:lnTo>
                <a:lnTo>
                  <a:pt x="49009" y="79197"/>
                </a:lnTo>
                <a:lnTo>
                  <a:pt x="49009" y="69837"/>
                </a:lnTo>
                <a:close/>
              </a:path>
              <a:path w="648969" h="80644">
                <a:moveTo>
                  <a:pt x="117627" y="79197"/>
                </a:moveTo>
                <a:lnTo>
                  <a:pt x="96126" y="49123"/>
                </a:lnTo>
                <a:lnTo>
                  <a:pt x="116624" y="20167"/>
                </a:lnTo>
                <a:lnTo>
                  <a:pt x="105486" y="20167"/>
                </a:lnTo>
                <a:lnTo>
                  <a:pt x="90335" y="42443"/>
                </a:lnTo>
                <a:lnTo>
                  <a:pt x="74853" y="20167"/>
                </a:lnTo>
                <a:lnTo>
                  <a:pt x="63944" y="20167"/>
                </a:lnTo>
                <a:lnTo>
                  <a:pt x="84543" y="48907"/>
                </a:lnTo>
                <a:lnTo>
                  <a:pt x="62826" y="79197"/>
                </a:lnTo>
                <a:lnTo>
                  <a:pt x="73964" y="79197"/>
                </a:lnTo>
                <a:lnTo>
                  <a:pt x="90335" y="55359"/>
                </a:lnTo>
                <a:lnTo>
                  <a:pt x="106718" y="79197"/>
                </a:lnTo>
                <a:lnTo>
                  <a:pt x="117627" y="79197"/>
                </a:lnTo>
                <a:close/>
              </a:path>
              <a:path w="648969" h="80644">
                <a:moveTo>
                  <a:pt x="181571" y="20167"/>
                </a:moveTo>
                <a:lnTo>
                  <a:pt x="158064" y="20167"/>
                </a:lnTo>
                <a:lnTo>
                  <a:pt x="158064" y="6350"/>
                </a:lnTo>
                <a:lnTo>
                  <a:pt x="148704" y="6350"/>
                </a:lnTo>
                <a:lnTo>
                  <a:pt x="148704" y="20167"/>
                </a:lnTo>
                <a:lnTo>
                  <a:pt x="129209" y="20167"/>
                </a:lnTo>
                <a:lnTo>
                  <a:pt x="129209" y="28409"/>
                </a:lnTo>
                <a:lnTo>
                  <a:pt x="148704" y="28409"/>
                </a:lnTo>
                <a:lnTo>
                  <a:pt x="148704" y="68427"/>
                </a:lnTo>
                <a:lnTo>
                  <a:pt x="150114" y="72517"/>
                </a:lnTo>
                <a:lnTo>
                  <a:pt x="155765" y="77863"/>
                </a:lnTo>
                <a:lnTo>
                  <a:pt x="160032" y="79197"/>
                </a:lnTo>
                <a:lnTo>
                  <a:pt x="181571" y="79197"/>
                </a:lnTo>
                <a:lnTo>
                  <a:pt x="181571" y="70954"/>
                </a:lnTo>
                <a:lnTo>
                  <a:pt x="163144" y="70954"/>
                </a:lnTo>
                <a:lnTo>
                  <a:pt x="161213" y="70307"/>
                </a:lnTo>
                <a:lnTo>
                  <a:pt x="158699" y="67703"/>
                </a:lnTo>
                <a:lnTo>
                  <a:pt x="158064" y="65684"/>
                </a:lnTo>
                <a:lnTo>
                  <a:pt x="158064" y="28409"/>
                </a:lnTo>
                <a:lnTo>
                  <a:pt x="181571" y="28409"/>
                </a:lnTo>
                <a:lnTo>
                  <a:pt x="181571" y="20167"/>
                </a:lnTo>
                <a:close/>
              </a:path>
              <a:path w="648969" h="80644">
                <a:moveTo>
                  <a:pt x="250634" y="20167"/>
                </a:moveTo>
                <a:lnTo>
                  <a:pt x="234251" y="20167"/>
                </a:lnTo>
                <a:lnTo>
                  <a:pt x="230873" y="21412"/>
                </a:lnTo>
                <a:lnTo>
                  <a:pt x="225831" y="26377"/>
                </a:lnTo>
                <a:lnTo>
                  <a:pt x="224269" y="30187"/>
                </a:lnTo>
                <a:lnTo>
                  <a:pt x="224307" y="31508"/>
                </a:lnTo>
                <a:lnTo>
                  <a:pt x="224243" y="30353"/>
                </a:lnTo>
                <a:lnTo>
                  <a:pt x="224129" y="28409"/>
                </a:lnTo>
                <a:lnTo>
                  <a:pt x="223875" y="23837"/>
                </a:lnTo>
                <a:lnTo>
                  <a:pt x="223735" y="21412"/>
                </a:lnTo>
                <a:lnTo>
                  <a:pt x="223672" y="20167"/>
                </a:lnTo>
                <a:lnTo>
                  <a:pt x="200507" y="20167"/>
                </a:lnTo>
                <a:lnTo>
                  <a:pt x="200507" y="28409"/>
                </a:lnTo>
                <a:lnTo>
                  <a:pt x="215874" y="28409"/>
                </a:lnTo>
                <a:lnTo>
                  <a:pt x="215874" y="70954"/>
                </a:lnTo>
                <a:lnTo>
                  <a:pt x="200507" y="70954"/>
                </a:lnTo>
                <a:lnTo>
                  <a:pt x="200507" y="79197"/>
                </a:lnTo>
                <a:lnTo>
                  <a:pt x="243941" y="79197"/>
                </a:lnTo>
                <a:lnTo>
                  <a:pt x="243941" y="75412"/>
                </a:lnTo>
                <a:lnTo>
                  <a:pt x="243941" y="70954"/>
                </a:lnTo>
                <a:lnTo>
                  <a:pt x="225234" y="70954"/>
                </a:lnTo>
                <a:lnTo>
                  <a:pt x="225234" y="40284"/>
                </a:lnTo>
                <a:lnTo>
                  <a:pt x="225755" y="37553"/>
                </a:lnTo>
                <a:lnTo>
                  <a:pt x="226504" y="35979"/>
                </a:lnTo>
                <a:lnTo>
                  <a:pt x="227825" y="33172"/>
                </a:lnTo>
                <a:lnTo>
                  <a:pt x="229336" y="31508"/>
                </a:lnTo>
                <a:lnTo>
                  <a:pt x="233273" y="29210"/>
                </a:lnTo>
                <a:lnTo>
                  <a:pt x="235699" y="28625"/>
                </a:lnTo>
                <a:lnTo>
                  <a:pt x="250634" y="28625"/>
                </a:lnTo>
                <a:lnTo>
                  <a:pt x="250634" y="20167"/>
                </a:lnTo>
                <a:close/>
              </a:path>
              <a:path w="648969" h="80644">
                <a:moveTo>
                  <a:pt x="319697" y="79019"/>
                </a:moveTo>
                <a:lnTo>
                  <a:pt x="318579" y="79019"/>
                </a:lnTo>
                <a:lnTo>
                  <a:pt x="318579" y="70954"/>
                </a:lnTo>
                <a:lnTo>
                  <a:pt x="313601" y="70954"/>
                </a:lnTo>
                <a:lnTo>
                  <a:pt x="312712" y="70700"/>
                </a:lnTo>
                <a:lnTo>
                  <a:pt x="311569" y="69697"/>
                </a:lnTo>
                <a:lnTo>
                  <a:pt x="311264" y="68859"/>
                </a:lnTo>
                <a:lnTo>
                  <a:pt x="311226" y="67170"/>
                </a:lnTo>
                <a:lnTo>
                  <a:pt x="311226" y="50685"/>
                </a:lnTo>
                <a:lnTo>
                  <a:pt x="311226" y="35382"/>
                </a:lnTo>
                <a:lnTo>
                  <a:pt x="309257" y="29502"/>
                </a:lnTo>
                <a:lnTo>
                  <a:pt x="307632" y="27736"/>
                </a:lnTo>
                <a:lnTo>
                  <a:pt x="301383" y="20967"/>
                </a:lnTo>
                <a:lnTo>
                  <a:pt x="295846" y="18821"/>
                </a:lnTo>
                <a:lnTo>
                  <a:pt x="282041" y="18821"/>
                </a:lnTo>
                <a:lnTo>
                  <a:pt x="276606" y="20548"/>
                </a:lnTo>
                <a:lnTo>
                  <a:pt x="268211" y="27457"/>
                </a:lnTo>
                <a:lnTo>
                  <a:pt x="265557" y="31965"/>
                </a:lnTo>
                <a:lnTo>
                  <a:pt x="264426" y="37617"/>
                </a:lnTo>
                <a:lnTo>
                  <a:pt x="265379" y="37617"/>
                </a:lnTo>
                <a:lnTo>
                  <a:pt x="274358" y="38315"/>
                </a:lnTo>
                <a:lnTo>
                  <a:pt x="284645" y="27736"/>
                </a:lnTo>
                <a:lnTo>
                  <a:pt x="292950" y="27736"/>
                </a:lnTo>
                <a:lnTo>
                  <a:pt x="296202" y="28968"/>
                </a:lnTo>
                <a:lnTo>
                  <a:pt x="300736" y="33858"/>
                </a:lnTo>
                <a:lnTo>
                  <a:pt x="301866" y="37617"/>
                </a:lnTo>
                <a:lnTo>
                  <a:pt x="301866" y="42659"/>
                </a:lnTo>
                <a:lnTo>
                  <a:pt x="301866" y="50685"/>
                </a:lnTo>
                <a:lnTo>
                  <a:pt x="287832" y="72288"/>
                </a:lnTo>
                <a:lnTo>
                  <a:pt x="280479" y="72288"/>
                </a:lnTo>
                <a:lnTo>
                  <a:pt x="278117" y="71602"/>
                </a:lnTo>
                <a:lnTo>
                  <a:pt x="277952" y="71602"/>
                </a:lnTo>
                <a:lnTo>
                  <a:pt x="274078" y="68491"/>
                </a:lnTo>
                <a:lnTo>
                  <a:pt x="273126" y="66357"/>
                </a:lnTo>
                <a:lnTo>
                  <a:pt x="273126" y="61150"/>
                </a:lnTo>
                <a:lnTo>
                  <a:pt x="283819" y="54254"/>
                </a:lnTo>
                <a:lnTo>
                  <a:pt x="301866" y="50685"/>
                </a:lnTo>
                <a:lnTo>
                  <a:pt x="301866" y="42659"/>
                </a:lnTo>
                <a:lnTo>
                  <a:pt x="275577" y="47942"/>
                </a:lnTo>
                <a:lnTo>
                  <a:pt x="270840" y="49961"/>
                </a:lnTo>
                <a:lnTo>
                  <a:pt x="264833" y="55524"/>
                </a:lnTo>
                <a:lnTo>
                  <a:pt x="263436" y="59169"/>
                </a:lnTo>
                <a:lnTo>
                  <a:pt x="263321" y="67691"/>
                </a:lnTo>
                <a:lnTo>
                  <a:pt x="264185" y="70497"/>
                </a:lnTo>
                <a:lnTo>
                  <a:pt x="267601" y="75323"/>
                </a:lnTo>
                <a:lnTo>
                  <a:pt x="269938" y="77190"/>
                </a:lnTo>
                <a:lnTo>
                  <a:pt x="276085" y="79959"/>
                </a:lnTo>
                <a:lnTo>
                  <a:pt x="276339" y="79959"/>
                </a:lnTo>
                <a:lnTo>
                  <a:pt x="279222" y="80530"/>
                </a:lnTo>
                <a:lnTo>
                  <a:pt x="286346" y="80530"/>
                </a:lnTo>
                <a:lnTo>
                  <a:pt x="289534" y="79959"/>
                </a:lnTo>
                <a:lnTo>
                  <a:pt x="295478" y="77660"/>
                </a:lnTo>
                <a:lnTo>
                  <a:pt x="297954" y="76060"/>
                </a:lnTo>
                <a:lnTo>
                  <a:pt x="301459" y="72428"/>
                </a:lnTo>
                <a:lnTo>
                  <a:pt x="301586" y="72288"/>
                </a:lnTo>
                <a:lnTo>
                  <a:pt x="301891" y="71983"/>
                </a:lnTo>
                <a:lnTo>
                  <a:pt x="302082" y="71602"/>
                </a:lnTo>
                <a:lnTo>
                  <a:pt x="302031" y="70497"/>
                </a:lnTo>
                <a:lnTo>
                  <a:pt x="302120" y="70954"/>
                </a:lnTo>
                <a:lnTo>
                  <a:pt x="302209" y="71386"/>
                </a:lnTo>
                <a:lnTo>
                  <a:pt x="302425" y="70980"/>
                </a:lnTo>
                <a:lnTo>
                  <a:pt x="302425" y="72428"/>
                </a:lnTo>
                <a:lnTo>
                  <a:pt x="304203" y="76060"/>
                </a:lnTo>
                <a:lnTo>
                  <a:pt x="305523" y="77381"/>
                </a:lnTo>
                <a:lnTo>
                  <a:pt x="309016" y="79019"/>
                </a:lnTo>
                <a:lnTo>
                  <a:pt x="311150" y="79425"/>
                </a:lnTo>
                <a:lnTo>
                  <a:pt x="317233" y="79425"/>
                </a:lnTo>
                <a:lnTo>
                  <a:pt x="319697" y="79019"/>
                </a:lnTo>
                <a:close/>
              </a:path>
              <a:path w="648969" h="80644">
                <a:moveTo>
                  <a:pt x="384302" y="58928"/>
                </a:moveTo>
                <a:lnTo>
                  <a:pt x="374497" y="58254"/>
                </a:lnTo>
                <a:lnTo>
                  <a:pt x="373608" y="62712"/>
                </a:lnTo>
                <a:lnTo>
                  <a:pt x="371767" y="66052"/>
                </a:lnTo>
                <a:lnTo>
                  <a:pt x="366191" y="70510"/>
                </a:lnTo>
                <a:lnTo>
                  <a:pt x="362915" y="71628"/>
                </a:lnTo>
                <a:lnTo>
                  <a:pt x="353695" y="71628"/>
                </a:lnTo>
                <a:lnTo>
                  <a:pt x="349453" y="69672"/>
                </a:lnTo>
                <a:lnTo>
                  <a:pt x="343281" y="61874"/>
                </a:lnTo>
                <a:lnTo>
                  <a:pt x="341744" y="56515"/>
                </a:lnTo>
                <a:lnTo>
                  <a:pt x="341744" y="42849"/>
                </a:lnTo>
                <a:lnTo>
                  <a:pt x="343281" y="37490"/>
                </a:lnTo>
                <a:lnTo>
                  <a:pt x="349453" y="29692"/>
                </a:lnTo>
                <a:lnTo>
                  <a:pt x="353695" y="27736"/>
                </a:lnTo>
                <a:lnTo>
                  <a:pt x="362915" y="27736"/>
                </a:lnTo>
                <a:lnTo>
                  <a:pt x="366115" y="28790"/>
                </a:lnTo>
                <a:lnTo>
                  <a:pt x="371398" y="33032"/>
                </a:lnTo>
                <a:lnTo>
                  <a:pt x="373151" y="36055"/>
                </a:lnTo>
                <a:lnTo>
                  <a:pt x="374053" y="39992"/>
                </a:lnTo>
                <a:lnTo>
                  <a:pt x="383844" y="39319"/>
                </a:lnTo>
                <a:lnTo>
                  <a:pt x="363499" y="18821"/>
                </a:lnTo>
                <a:lnTo>
                  <a:pt x="353631" y="18821"/>
                </a:lnTo>
                <a:lnTo>
                  <a:pt x="331939" y="43446"/>
                </a:lnTo>
                <a:lnTo>
                  <a:pt x="331939" y="55918"/>
                </a:lnTo>
                <a:lnTo>
                  <a:pt x="353631" y="80530"/>
                </a:lnTo>
                <a:lnTo>
                  <a:pt x="359117" y="80530"/>
                </a:lnTo>
                <a:lnTo>
                  <a:pt x="363499" y="80530"/>
                </a:lnTo>
                <a:lnTo>
                  <a:pt x="383476" y="63309"/>
                </a:lnTo>
                <a:lnTo>
                  <a:pt x="384302" y="58928"/>
                </a:lnTo>
                <a:close/>
              </a:path>
              <a:path w="648969" h="80644">
                <a:moveTo>
                  <a:pt x="448906" y="20167"/>
                </a:moveTo>
                <a:lnTo>
                  <a:pt x="425399" y="20167"/>
                </a:lnTo>
                <a:lnTo>
                  <a:pt x="425399" y="6350"/>
                </a:lnTo>
                <a:lnTo>
                  <a:pt x="416039" y="6350"/>
                </a:lnTo>
                <a:lnTo>
                  <a:pt x="416039" y="20167"/>
                </a:lnTo>
                <a:lnTo>
                  <a:pt x="396544" y="20167"/>
                </a:lnTo>
                <a:lnTo>
                  <a:pt x="396544" y="28409"/>
                </a:lnTo>
                <a:lnTo>
                  <a:pt x="416039" y="28409"/>
                </a:lnTo>
                <a:lnTo>
                  <a:pt x="416039" y="68427"/>
                </a:lnTo>
                <a:lnTo>
                  <a:pt x="417449" y="72517"/>
                </a:lnTo>
                <a:lnTo>
                  <a:pt x="423100" y="77863"/>
                </a:lnTo>
                <a:lnTo>
                  <a:pt x="427367" y="79197"/>
                </a:lnTo>
                <a:lnTo>
                  <a:pt x="448906" y="79197"/>
                </a:lnTo>
                <a:lnTo>
                  <a:pt x="448906" y="70954"/>
                </a:lnTo>
                <a:lnTo>
                  <a:pt x="430491" y="70954"/>
                </a:lnTo>
                <a:lnTo>
                  <a:pt x="428561" y="70307"/>
                </a:lnTo>
                <a:lnTo>
                  <a:pt x="426034" y="67703"/>
                </a:lnTo>
                <a:lnTo>
                  <a:pt x="425399" y="65684"/>
                </a:lnTo>
                <a:lnTo>
                  <a:pt x="425399" y="28409"/>
                </a:lnTo>
                <a:lnTo>
                  <a:pt x="448906" y="28409"/>
                </a:lnTo>
                <a:lnTo>
                  <a:pt x="448906" y="20167"/>
                </a:lnTo>
                <a:close/>
              </a:path>
              <a:path w="648969" h="80644">
                <a:moveTo>
                  <a:pt x="499364" y="0"/>
                </a:moveTo>
                <a:lnTo>
                  <a:pt x="489559" y="0"/>
                </a:lnTo>
                <a:lnTo>
                  <a:pt x="489559" y="10922"/>
                </a:lnTo>
                <a:lnTo>
                  <a:pt x="499364" y="10922"/>
                </a:lnTo>
                <a:lnTo>
                  <a:pt x="499364" y="0"/>
                </a:lnTo>
                <a:close/>
              </a:path>
              <a:path w="648969" h="80644">
                <a:moveTo>
                  <a:pt x="520192" y="70954"/>
                </a:moveTo>
                <a:lnTo>
                  <a:pt x="499808" y="70954"/>
                </a:lnTo>
                <a:lnTo>
                  <a:pt x="499808" y="28409"/>
                </a:lnTo>
                <a:lnTo>
                  <a:pt x="499808" y="23837"/>
                </a:lnTo>
                <a:lnTo>
                  <a:pt x="499808" y="20167"/>
                </a:lnTo>
                <a:lnTo>
                  <a:pt x="467842" y="20167"/>
                </a:lnTo>
                <a:lnTo>
                  <a:pt x="467842" y="28409"/>
                </a:lnTo>
                <a:lnTo>
                  <a:pt x="490448" y="28409"/>
                </a:lnTo>
                <a:lnTo>
                  <a:pt x="490448" y="70954"/>
                </a:lnTo>
                <a:lnTo>
                  <a:pt x="466725" y="70954"/>
                </a:lnTo>
                <a:lnTo>
                  <a:pt x="466725" y="79197"/>
                </a:lnTo>
                <a:lnTo>
                  <a:pt x="520192" y="79197"/>
                </a:lnTo>
                <a:lnTo>
                  <a:pt x="520192" y="70954"/>
                </a:lnTo>
                <a:close/>
              </a:path>
              <a:path w="648969" h="80644">
                <a:moveTo>
                  <a:pt x="584911" y="42849"/>
                </a:moveTo>
                <a:lnTo>
                  <a:pt x="583907" y="37909"/>
                </a:lnTo>
                <a:lnTo>
                  <a:pt x="579450" y="28702"/>
                </a:lnTo>
                <a:lnTo>
                  <a:pt x="578599" y="27736"/>
                </a:lnTo>
                <a:lnTo>
                  <a:pt x="576313" y="25133"/>
                </a:lnTo>
                <a:lnTo>
                  <a:pt x="575221" y="24460"/>
                </a:lnTo>
                <a:lnTo>
                  <a:pt x="575221" y="42849"/>
                </a:lnTo>
                <a:lnTo>
                  <a:pt x="575221" y="56515"/>
                </a:lnTo>
                <a:lnTo>
                  <a:pt x="573709" y="61874"/>
                </a:lnTo>
                <a:lnTo>
                  <a:pt x="567702" y="69672"/>
                </a:lnTo>
                <a:lnTo>
                  <a:pt x="563486" y="71628"/>
                </a:lnTo>
                <a:lnTo>
                  <a:pt x="552640" y="71628"/>
                </a:lnTo>
                <a:lnTo>
                  <a:pt x="548424" y="69672"/>
                </a:lnTo>
                <a:lnTo>
                  <a:pt x="542417" y="61874"/>
                </a:lnTo>
                <a:lnTo>
                  <a:pt x="540905" y="56515"/>
                </a:lnTo>
                <a:lnTo>
                  <a:pt x="540905" y="42849"/>
                </a:lnTo>
                <a:lnTo>
                  <a:pt x="542290" y="37909"/>
                </a:lnTo>
                <a:lnTo>
                  <a:pt x="542417" y="37490"/>
                </a:lnTo>
                <a:lnTo>
                  <a:pt x="548424" y="29692"/>
                </a:lnTo>
                <a:lnTo>
                  <a:pt x="552640" y="27736"/>
                </a:lnTo>
                <a:lnTo>
                  <a:pt x="563486" y="27736"/>
                </a:lnTo>
                <a:lnTo>
                  <a:pt x="567702" y="29692"/>
                </a:lnTo>
                <a:lnTo>
                  <a:pt x="573709" y="37490"/>
                </a:lnTo>
                <a:lnTo>
                  <a:pt x="575221" y="42849"/>
                </a:lnTo>
                <a:lnTo>
                  <a:pt x="575221" y="24460"/>
                </a:lnTo>
                <a:lnTo>
                  <a:pt x="568223" y="20091"/>
                </a:lnTo>
                <a:lnTo>
                  <a:pt x="563486" y="18821"/>
                </a:lnTo>
                <a:lnTo>
                  <a:pt x="552640" y="18821"/>
                </a:lnTo>
                <a:lnTo>
                  <a:pt x="531215" y="42849"/>
                </a:lnTo>
                <a:lnTo>
                  <a:pt x="531228" y="56515"/>
                </a:lnTo>
                <a:lnTo>
                  <a:pt x="552640" y="80530"/>
                </a:lnTo>
                <a:lnTo>
                  <a:pt x="563486" y="80530"/>
                </a:lnTo>
                <a:lnTo>
                  <a:pt x="584898" y="56515"/>
                </a:lnTo>
                <a:lnTo>
                  <a:pt x="584911" y="42849"/>
                </a:lnTo>
                <a:close/>
              </a:path>
              <a:path w="648969" h="80644">
                <a:moveTo>
                  <a:pt x="648957" y="37058"/>
                </a:moveTo>
                <a:lnTo>
                  <a:pt x="632993" y="18821"/>
                </a:lnTo>
                <a:lnTo>
                  <a:pt x="625424" y="18821"/>
                </a:lnTo>
                <a:lnTo>
                  <a:pt x="609638" y="30162"/>
                </a:lnTo>
                <a:lnTo>
                  <a:pt x="609638" y="30314"/>
                </a:lnTo>
                <a:lnTo>
                  <a:pt x="609384" y="30708"/>
                </a:lnTo>
                <a:lnTo>
                  <a:pt x="609409" y="20167"/>
                </a:lnTo>
                <a:lnTo>
                  <a:pt x="600837" y="20167"/>
                </a:lnTo>
                <a:lnTo>
                  <a:pt x="600837" y="79197"/>
                </a:lnTo>
                <a:lnTo>
                  <a:pt x="610196" y="79197"/>
                </a:lnTo>
                <a:lnTo>
                  <a:pt x="610196" y="40246"/>
                </a:lnTo>
                <a:lnTo>
                  <a:pt x="610920" y="37185"/>
                </a:lnTo>
                <a:lnTo>
                  <a:pt x="612076" y="35204"/>
                </a:lnTo>
                <a:lnTo>
                  <a:pt x="613816" y="32207"/>
                </a:lnTo>
                <a:lnTo>
                  <a:pt x="615759" y="30314"/>
                </a:lnTo>
                <a:lnTo>
                  <a:pt x="620458" y="27825"/>
                </a:lnTo>
                <a:lnTo>
                  <a:pt x="620204" y="27825"/>
                </a:lnTo>
                <a:lnTo>
                  <a:pt x="623417" y="27063"/>
                </a:lnTo>
                <a:lnTo>
                  <a:pt x="630910" y="27063"/>
                </a:lnTo>
                <a:lnTo>
                  <a:pt x="634212" y="28498"/>
                </a:lnTo>
                <a:lnTo>
                  <a:pt x="638530" y="34213"/>
                </a:lnTo>
                <a:lnTo>
                  <a:pt x="639597" y="38392"/>
                </a:lnTo>
                <a:lnTo>
                  <a:pt x="639597" y="79197"/>
                </a:lnTo>
                <a:lnTo>
                  <a:pt x="648957" y="79197"/>
                </a:lnTo>
                <a:lnTo>
                  <a:pt x="648957" y="370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36385" y="1030390"/>
            <a:ext cx="121414" cy="8265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39115" y="1032061"/>
            <a:ext cx="918968" cy="9724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76853" y="1030390"/>
            <a:ext cx="452912" cy="82651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75129" y="1360328"/>
            <a:ext cx="658495" cy="273685"/>
            <a:chOff x="575129" y="1360328"/>
            <a:chExt cx="658495" cy="273685"/>
          </a:xfrm>
        </p:grpSpPr>
        <p:sp>
          <p:nvSpPr>
            <p:cNvPr id="18" name="object 18"/>
            <p:cNvSpPr/>
            <p:nvPr/>
          </p:nvSpPr>
          <p:spPr>
            <a:xfrm>
              <a:off x="575129" y="1360328"/>
              <a:ext cx="191135" cy="269240"/>
            </a:xfrm>
            <a:custGeom>
              <a:avLst/>
              <a:gdLst/>
              <a:ahLst/>
              <a:cxnLst/>
              <a:rect l="l" t="t" r="r" b="b"/>
              <a:pathLst>
                <a:path w="19113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4"/>
                  </a:lnTo>
                  <a:lnTo>
                    <a:pt x="53926" y="268894"/>
                  </a:lnTo>
                  <a:lnTo>
                    <a:pt x="53926" y="158005"/>
                  </a:lnTo>
                  <a:lnTo>
                    <a:pt x="33860" y="158005"/>
                  </a:lnTo>
                  <a:lnTo>
                    <a:pt x="53926" y="139903"/>
                  </a:lnTo>
                  <a:lnTo>
                    <a:pt x="190878" y="139903"/>
                  </a:lnTo>
                  <a:lnTo>
                    <a:pt x="190878" y="127476"/>
                  </a:lnTo>
                  <a:lnTo>
                    <a:pt x="53926" y="127476"/>
                  </a:lnTo>
                  <a:lnTo>
                    <a:pt x="33860" y="109374"/>
                  </a:lnTo>
                  <a:lnTo>
                    <a:pt x="53926" y="109374"/>
                  </a:lnTo>
                  <a:lnTo>
                    <a:pt x="53926" y="0"/>
                  </a:lnTo>
                  <a:close/>
                </a:path>
                <a:path w="191134" h="269239">
                  <a:moveTo>
                    <a:pt x="136950" y="139903"/>
                  </a:moveTo>
                  <a:lnTo>
                    <a:pt x="136950" y="268894"/>
                  </a:lnTo>
                  <a:lnTo>
                    <a:pt x="190878" y="268894"/>
                  </a:lnTo>
                  <a:lnTo>
                    <a:pt x="190878" y="158005"/>
                  </a:lnTo>
                  <a:lnTo>
                    <a:pt x="157017" y="158005"/>
                  </a:lnTo>
                  <a:lnTo>
                    <a:pt x="136950" y="139903"/>
                  </a:lnTo>
                  <a:close/>
                </a:path>
                <a:path w="191134" h="269239">
                  <a:moveTo>
                    <a:pt x="53926" y="139903"/>
                  </a:moveTo>
                  <a:lnTo>
                    <a:pt x="33860" y="158005"/>
                  </a:lnTo>
                  <a:lnTo>
                    <a:pt x="53926" y="158005"/>
                  </a:lnTo>
                  <a:lnTo>
                    <a:pt x="53926" y="139903"/>
                  </a:lnTo>
                  <a:close/>
                </a:path>
                <a:path w="191134" h="269239">
                  <a:moveTo>
                    <a:pt x="136950" y="139903"/>
                  </a:moveTo>
                  <a:lnTo>
                    <a:pt x="53926" y="139903"/>
                  </a:lnTo>
                  <a:lnTo>
                    <a:pt x="53926" y="158005"/>
                  </a:lnTo>
                  <a:lnTo>
                    <a:pt x="136950" y="158005"/>
                  </a:lnTo>
                  <a:lnTo>
                    <a:pt x="136950" y="139903"/>
                  </a:lnTo>
                  <a:close/>
                </a:path>
                <a:path w="191134" h="269239">
                  <a:moveTo>
                    <a:pt x="190878" y="139903"/>
                  </a:moveTo>
                  <a:lnTo>
                    <a:pt x="136950" y="139903"/>
                  </a:lnTo>
                  <a:lnTo>
                    <a:pt x="157017" y="158005"/>
                  </a:lnTo>
                  <a:lnTo>
                    <a:pt x="190878" y="158005"/>
                  </a:lnTo>
                  <a:lnTo>
                    <a:pt x="190878" y="139903"/>
                  </a:lnTo>
                  <a:close/>
                </a:path>
                <a:path w="191134" h="269239">
                  <a:moveTo>
                    <a:pt x="53926" y="109374"/>
                  </a:moveTo>
                  <a:lnTo>
                    <a:pt x="33860" y="109374"/>
                  </a:lnTo>
                  <a:lnTo>
                    <a:pt x="53926" y="127476"/>
                  </a:lnTo>
                  <a:lnTo>
                    <a:pt x="53926" y="109374"/>
                  </a:lnTo>
                  <a:close/>
                </a:path>
                <a:path w="191134" h="269239">
                  <a:moveTo>
                    <a:pt x="136950" y="109374"/>
                  </a:moveTo>
                  <a:lnTo>
                    <a:pt x="53926" y="109374"/>
                  </a:lnTo>
                  <a:lnTo>
                    <a:pt x="53926" y="127476"/>
                  </a:lnTo>
                  <a:lnTo>
                    <a:pt x="136950" y="127476"/>
                  </a:lnTo>
                  <a:lnTo>
                    <a:pt x="136950" y="109374"/>
                  </a:lnTo>
                  <a:close/>
                </a:path>
                <a:path w="191134" h="269239">
                  <a:moveTo>
                    <a:pt x="190878" y="0"/>
                  </a:moveTo>
                  <a:lnTo>
                    <a:pt x="136950" y="0"/>
                  </a:lnTo>
                  <a:lnTo>
                    <a:pt x="136950" y="127476"/>
                  </a:lnTo>
                  <a:lnTo>
                    <a:pt x="157017" y="109374"/>
                  </a:lnTo>
                  <a:lnTo>
                    <a:pt x="190878" y="109374"/>
                  </a:lnTo>
                  <a:lnTo>
                    <a:pt x="190878" y="0"/>
                  </a:lnTo>
                  <a:close/>
                </a:path>
                <a:path w="191134" h="269239">
                  <a:moveTo>
                    <a:pt x="190878" y="109374"/>
                  </a:moveTo>
                  <a:lnTo>
                    <a:pt x="157017" y="109374"/>
                  </a:lnTo>
                  <a:lnTo>
                    <a:pt x="136950" y="127476"/>
                  </a:lnTo>
                  <a:lnTo>
                    <a:pt x="190878" y="127476"/>
                  </a:lnTo>
                  <a:lnTo>
                    <a:pt x="190878" y="10937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1604" y="1421682"/>
              <a:ext cx="192391" cy="2120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6717" y="1426226"/>
              <a:ext cx="216631" cy="202996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474969" y="1360328"/>
            <a:ext cx="427355" cy="273685"/>
            <a:chOff x="1474969" y="1360328"/>
            <a:chExt cx="427355" cy="273685"/>
          </a:xfrm>
        </p:grpSpPr>
        <p:sp>
          <p:nvSpPr>
            <p:cNvPr id="22" name="object 22"/>
            <p:cNvSpPr/>
            <p:nvPr/>
          </p:nvSpPr>
          <p:spPr>
            <a:xfrm>
              <a:off x="1474969" y="1360328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4"/>
                  </a:lnTo>
                  <a:lnTo>
                    <a:pt x="84681" y="268894"/>
                  </a:lnTo>
                  <a:lnTo>
                    <a:pt x="93440" y="209055"/>
                  </a:lnTo>
                  <a:lnTo>
                    <a:pt x="62566" y="209055"/>
                  </a:lnTo>
                  <a:lnTo>
                    <a:pt x="65823" y="185544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5"/>
                  </a:moveTo>
                  <a:lnTo>
                    <a:pt x="109073" y="102255"/>
                  </a:lnTo>
                  <a:lnTo>
                    <a:pt x="104528" y="133306"/>
                  </a:lnTo>
                  <a:lnTo>
                    <a:pt x="124376" y="268894"/>
                  </a:lnTo>
                  <a:lnTo>
                    <a:pt x="181333" y="268894"/>
                  </a:lnTo>
                  <a:lnTo>
                    <a:pt x="187502" y="209055"/>
                  </a:lnTo>
                  <a:lnTo>
                    <a:pt x="141342" y="209055"/>
                  </a:lnTo>
                  <a:lnTo>
                    <a:pt x="143233" y="185544"/>
                  </a:lnTo>
                  <a:lnTo>
                    <a:pt x="131694" y="102255"/>
                  </a:lnTo>
                  <a:close/>
                </a:path>
                <a:path w="209550" h="269239">
                  <a:moveTo>
                    <a:pt x="65824" y="185544"/>
                  </a:moveTo>
                  <a:lnTo>
                    <a:pt x="62566" y="209055"/>
                  </a:lnTo>
                  <a:lnTo>
                    <a:pt x="67715" y="209055"/>
                  </a:lnTo>
                  <a:lnTo>
                    <a:pt x="65824" y="185544"/>
                  </a:lnTo>
                  <a:close/>
                </a:path>
                <a:path w="209550" h="269239">
                  <a:moveTo>
                    <a:pt x="121725" y="30297"/>
                  </a:moveTo>
                  <a:lnTo>
                    <a:pt x="87331" y="30297"/>
                  </a:lnTo>
                  <a:lnTo>
                    <a:pt x="65824" y="185544"/>
                  </a:lnTo>
                  <a:lnTo>
                    <a:pt x="67715" y="209055"/>
                  </a:lnTo>
                  <a:lnTo>
                    <a:pt x="93440" y="209055"/>
                  </a:lnTo>
                  <a:lnTo>
                    <a:pt x="104528" y="133306"/>
                  </a:lnTo>
                  <a:lnTo>
                    <a:pt x="99983" y="102255"/>
                  </a:lnTo>
                  <a:lnTo>
                    <a:pt x="131694" y="102255"/>
                  </a:lnTo>
                  <a:lnTo>
                    <a:pt x="121725" y="30297"/>
                  </a:lnTo>
                  <a:close/>
                </a:path>
                <a:path w="209550" h="269239">
                  <a:moveTo>
                    <a:pt x="143233" y="185544"/>
                  </a:moveTo>
                  <a:lnTo>
                    <a:pt x="141342" y="209055"/>
                  </a:lnTo>
                  <a:lnTo>
                    <a:pt x="146490" y="209055"/>
                  </a:lnTo>
                  <a:lnTo>
                    <a:pt x="143233" y="185544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4"/>
                  </a:lnTo>
                  <a:lnTo>
                    <a:pt x="146490" y="209055"/>
                  </a:lnTo>
                  <a:lnTo>
                    <a:pt x="187502" y="209055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3" y="102255"/>
                  </a:moveTo>
                  <a:lnTo>
                    <a:pt x="99983" y="102255"/>
                  </a:lnTo>
                  <a:lnTo>
                    <a:pt x="104528" y="133306"/>
                  </a:lnTo>
                  <a:lnTo>
                    <a:pt x="109073" y="102255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11290" y="1421682"/>
              <a:ext cx="190878" cy="212086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70903" y="1360328"/>
            <a:ext cx="1542307" cy="27343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982098" y="1378583"/>
            <a:ext cx="184819" cy="250639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4222362" y="1360328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51352" y="0"/>
                </a:moveTo>
                <a:lnTo>
                  <a:pt x="0" y="0"/>
                </a:lnTo>
                <a:lnTo>
                  <a:pt x="0" y="268894"/>
                </a:lnTo>
                <a:lnTo>
                  <a:pt x="51352" y="268894"/>
                </a:lnTo>
                <a:lnTo>
                  <a:pt x="51352" y="151945"/>
                </a:lnTo>
                <a:lnTo>
                  <a:pt x="52022" y="140933"/>
                </a:lnTo>
                <a:lnTo>
                  <a:pt x="71594" y="109297"/>
                </a:lnTo>
                <a:lnTo>
                  <a:pt x="51352" y="109297"/>
                </a:lnTo>
                <a:lnTo>
                  <a:pt x="47109" y="105586"/>
                </a:lnTo>
                <a:lnTo>
                  <a:pt x="49712" y="98187"/>
                </a:lnTo>
                <a:lnTo>
                  <a:pt x="51352" y="94667"/>
                </a:lnTo>
                <a:lnTo>
                  <a:pt x="51352" y="0"/>
                </a:lnTo>
                <a:close/>
              </a:path>
              <a:path w="171450" h="269239">
                <a:moveTo>
                  <a:pt x="166557" y="104829"/>
                </a:moveTo>
                <a:lnTo>
                  <a:pt x="98896" y="104829"/>
                </a:lnTo>
                <a:lnTo>
                  <a:pt x="106332" y="108174"/>
                </a:lnTo>
                <a:lnTo>
                  <a:pt x="111608" y="114866"/>
                </a:lnTo>
                <a:lnTo>
                  <a:pt x="115071" y="120739"/>
                </a:lnTo>
                <a:lnTo>
                  <a:pt x="117545" y="128321"/>
                </a:lnTo>
                <a:lnTo>
                  <a:pt x="119028" y="137613"/>
                </a:lnTo>
                <a:lnTo>
                  <a:pt x="119523" y="148614"/>
                </a:lnTo>
                <a:lnTo>
                  <a:pt x="119523" y="268894"/>
                </a:lnTo>
                <a:lnTo>
                  <a:pt x="170875" y="268894"/>
                </a:lnTo>
                <a:lnTo>
                  <a:pt x="170864" y="137613"/>
                </a:lnTo>
                <a:lnTo>
                  <a:pt x="167084" y="106437"/>
                </a:lnTo>
                <a:lnTo>
                  <a:pt x="166557" y="104829"/>
                </a:lnTo>
                <a:close/>
              </a:path>
              <a:path w="171450" h="269239">
                <a:moveTo>
                  <a:pt x="51352" y="94667"/>
                </a:moveTo>
                <a:lnTo>
                  <a:pt x="49712" y="98187"/>
                </a:lnTo>
                <a:lnTo>
                  <a:pt x="47109" y="105586"/>
                </a:lnTo>
                <a:lnTo>
                  <a:pt x="51352" y="109297"/>
                </a:lnTo>
                <a:lnTo>
                  <a:pt x="51352" y="94667"/>
                </a:lnTo>
                <a:close/>
              </a:path>
              <a:path w="171450" h="269239">
                <a:moveTo>
                  <a:pt x="109072" y="61353"/>
                </a:moveTo>
                <a:lnTo>
                  <a:pt x="70205" y="71926"/>
                </a:lnTo>
                <a:lnTo>
                  <a:pt x="51352" y="94667"/>
                </a:lnTo>
                <a:lnTo>
                  <a:pt x="51352" y="109297"/>
                </a:lnTo>
                <a:lnTo>
                  <a:pt x="71594" y="109297"/>
                </a:lnTo>
                <a:lnTo>
                  <a:pt x="74236" y="107784"/>
                </a:lnTo>
                <a:lnTo>
                  <a:pt x="81347" y="105586"/>
                </a:lnTo>
                <a:lnTo>
                  <a:pt x="81211" y="105586"/>
                </a:lnTo>
                <a:lnTo>
                  <a:pt x="89302" y="104829"/>
                </a:lnTo>
                <a:lnTo>
                  <a:pt x="166557" y="104829"/>
                </a:lnTo>
                <a:lnTo>
                  <a:pt x="164136" y="97444"/>
                </a:lnTo>
                <a:lnTo>
                  <a:pt x="136380" y="66657"/>
                </a:lnTo>
                <a:lnTo>
                  <a:pt x="119073" y="61943"/>
                </a:lnTo>
                <a:lnTo>
                  <a:pt x="109072" y="613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8078" y="1421682"/>
            <a:ext cx="190878" cy="212086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4900272" y="1360328"/>
            <a:ext cx="410845" cy="273685"/>
            <a:chOff x="4900272" y="1360328"/>
            <a:chExt cx="410845" cy="273685"/>
          </a:xfrm>
        </p:grpSpPr>
        <p:sp>
          <p:nvSpPr>
            <p:cNvPr id="29" name="object 29"/>
            <p:cNvSpPr/>
            <p:nvPr/>
          </p:nvSpPr>
          <p:spPr>
            <a:xfrm>
              <a:off x="4900272" y="1360328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82562" y="0"/>
                  </a:moveTo>
                  <a:lnTo>
                    <a:pt x="0" y="0"/>
                  </a:lnTo>
                  <a:lnTo>
                    <a:pt x="0" y="268894"/>
                  </a:lnTo>
                  <a:lnTo>
                    <a:pt x="90893" y="268894"/>
                  </a:lnTo>
                  <a:lnTo>
                    <a:pt x="112757" y="267732"/>
                  </a:lnTo>
                  <a:lnTo>
                    <a:pt x="162130" y="250299"/>
                  </a:lnTo>
                  <a:lnTo>
                    <a:pt x="182632" y="221175"/>
                  </a:lnTo>
                  <a:lnTo>
                    <a:pt x="53926" y="221175"/>
                  </a:lnTo>
                  <a:lnTo>
                    <a:pt x="53926" y="155809"/>
                  </a:lnTo>
                  <a:lnTo>
                    <a:pt x="174792" y="155809"/>
                  </a:lnTo>
                  <a:lnTo>
                    <a:pt x="174053" y="154713"/>
                  </a:lnTo>
                  <a:lnTo>
                    <a:pt x="133944" y="131882"/>
                  </a:lnTo>
                  <a:lnTo>
                    <a:pt x="109677" y="131882"/>
                  </a:lnTo>
                  <a:lnTo>
                    <a:pt x="109677" y="129067"/>
                  </a:lnTo>
                  <a:lnTo>
                    <a:pt x="128065" y="129067"/>
                  </a:lnTo>
                  <a:lnTo>
                    <a:pt x="130258" y="128623"/>
                  </a:lnTo>
                  <a:lnTo>
                    <a:pt x="162880" y="109451"/>
                  </a:lnTo>
                  <a:lnTo>
                    <a:pt x="53926" y="109451"/>
                  </a:lnTo>
                  <a:lnTo>
                    <a:pt x="53926" y="47718"/>
                  </a:lnTo>
                  <a:lnTo>
                    <a:pt x="171674" y="47718"/>
                  </a:lnTo>
                  <a:lnTo>
                    <a:pt x="169572" y="40939"/>
                  </a:lnTo>
                  <a:lnTo>
                    <a:pt x="138247" y="10309"/>
                  </a:lnTo>
                  <a:lnTo>
                    <a:pt x="103746" y="1145"/>
                  </a:lnTo>
                  <a:lnTo>
                    <a:pt x="82562" y="0"/>
                  </a:lnTo>
                  <a:close/>
                </a:path>
                <a:path w="187325" h="269239">
                  <a:moveTo>
                    <a:pt x="174792" y="155809"/>
                  </a:moveTo>
                  <a:lnTo>
                    <a:pt x="91042" y="155809"/>
                  </a:lnTo>
                  <a:lnTo>
                    <a:pt x="100369" y="156361"/>
                  </a:lnTo>
                  <a:lnTo>
                    <a:pt x="108503" y="158015"/>
                  </a:lnTo>
                  <a:lnTo>
                    <a:pt x="131494" y="189362"/>
                  </a:lnTo>
                  <a:lnTo>
                    <a:pt x="131494" y="199209"/>
                  </a:lnTo>
                  <a:lnTo>
                    <a:pt x="91042" y="220950"/>
                  </a:lnTo>
                  <a:lnTo>
                    <a:pt x="53926" y="221175"/>
                  </a:lnTo>
                  <a:lnTo>
                    <a:pt x="182632" y="221175"/>
                  </a:lnTo>
                  <a:lnTo>
                    <a:pt x="185368" y="212426"/>
                  </a:lnTo>
                  <a:lnTo>
                    <a:pt x="186936" y="195268"/>
                  </a:lnTo>
                  <a:lnTo>
                    <a:pt x="186422" y="186039"/>
                  </a:lnTo>
                  <a:lnTo>
                    <a:pt x="184881" y="177358"/>
                  </a:lnTo>
                  <a:lnTo>
                    <a:pt x="182395" y="169487"/>
                  </a:lnTo>
                  <a:lnTo>
                    <a:pt x="182313" y="169225"/>
                  </a:lnTo>
                  <a:lnTo>
                    <a:pt x="178716" y="161641"/>
                  </a:lnTo>
                  <a:lnTo>
                    <a:pt x="174792" y="155809"/>
                  </a:lnTo>
                  <a:close/>
                </a:path>
                <a:path w="187325" h="269239">
                  <a:moveTo>
                    <a:pt x="109677" y="129067"/>
                  </a:moveTo>
                  <a:lnTo>
                    <a:pt x="109677" y="131882"/>
                  </a:lnTo>
                  <a:lnTo>
                    <a:pt x="108903" y="131882"/>
                  </a:lnTo>
                  <a:lnTo>
                    <a:pt x="120464" y="130605"/>
                  </a:lnTo>
                  <a:lnTo>
                    <a:pt x="122991" y="130094"/>
                  </a:lnTo>
                  <a:lnTo>
                    <a:pt x="123706" y="130094"/>
                  </a:lnTo>
                  <a:lnTo>
                    <a:pt x="109677" y="129067"/>
                  </a:lnTo>
                  <a:close/>
                </a:path>
                <a:path w="187325" h="269239">
                  <a:moveTo>
                    <a:pt x="122991" y="130094"/>
                  </a:moveTo>
                  <a:lnTo>
                    <a:pt x="120464" y="130605"/>
                  </a:lnTo>
                  <a:lnTo>
                    <a:pt x="108903" y="131882"/>
                  </a:lnTo>
                  <a:lnTo>
                    <a:pt x="133944" y="131882"/>
                  </a:lnTo>
                  <a:lnTo>
                    <a:pt x="122991" y="130094"/>
                  </a:lnTo>
                  <a:close/>
                </a:path>
                <a:path w="187325" h="269239">
                  <a:moveTo>
                    <a:pt x="128065" y="129067"/>
                  </a:moveTo>
                  <a:lnTo>
                    <a:pt x="109677" y="129067"/>
                  </a:lnTo>
                  <a:lnTo>
                    <a:pt x="123706" y="130094"/>
                  </a:lnTo>
                  <a:lnTo>
                    <a:pt x="122991" y="130094"/>
                  </a:lnTo>
                  <a:lnTo>
                    <a:pt x="128065" y="129067"/>
                  </a:lnTo>
                  <a:close/>
                </a:path>
                <a:path w="187325" h="269239">
                  <a:moveTo>
                    <a:pt x="171674" y="47718"/>
                  </a:moveTo>
                  <a:lnTo>
                    <a:pt x="82254" y="47718"/>
                  </a:lnTo>
                  <a:lnTo>
                    <a:pt x="91224" y="48213"/>
                  </a:lnTo>
                  <a:lnTo>
                    <a:pt x="98968" y="49697"/>
                  </a:lnTo>
                  <a:lnTo>
                    <a:pt x="105486" y="52170"/>
                  </a:lnTo>
                  <a:lnTo>
                    <a:pt x="110777" y="55633"/>
                  </a:lnTo>
                  <a:lnTo>
                    <a:pt x="117013" y="60910"/>
                  </a:lnTo>
                  <a:lnTo>
                    <a:pt x="120133" y="68472"/>
                  </a:lnTo>
                  <a:lnTo>
                    <a:pt x="120133" y="88216"/>
                  </a:lnTo>
                  <a:lnTo>
                    <a:pt x="82254" y="109451"/>
                  </a:lnTo>
                  <a:lnTo>
                    <a:pt x="162880" y="109451"/>
                  </a:lnTo>
                  <a:lnTo>
                    <a:pt x="175574" y="72111"/>
                  </a:lnTo>
                  <a:lnTo>
                    <a:pt x="174090" y="55633"/>
                  </a:lnTo>
                  <a:lnTo>
                    <a:pt x="174074" y="55455"/>
                  </a:lnTo>
                  <a:lnTo>
                    <a:pt x="171674" y="47718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19776" y="1421682"/>
              <a:ext cx="190877" cy="212086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5353221" y="1378583"/>
            <a:ext cx="404495" cy="255270"/>
            <a:chOff x="5353221" y="1378583"/>
            <a:chExt cx="404495" cy="255270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2725" y="1378583"/>
              <a:ext cx="184818" cy="2506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53221" y="1421682"/>
              <a:ext cx="178451" cy="212086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22645" y="1354268"/>
            <a:ext cx="2914636" cy="336308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556950" y="2470218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56950" y="1929977"/>
            <a:ext cx="155946" cy="15594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06766" y="1966602"/>
            <a:ext cx="149761" cy="9918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51429" y="1967403"/>
            <a:ext cx="683435" cy="9784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49683" y="1966602"/>
            <a:ext cx="150241" cy="99181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2088945" y="1968741"/>
            <a:ext cx="448309" cy="116839"/>
            <a:chOff x="2088945" y="1968741"/>
            <a:chExt cx="448309" cy="116839"/>
          </a:xfrm>
        </p:grpSpPr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88945" y="1968741"/>
              <a:ext cx="390841" cy="9650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515876" y="2043488"/>
              <a:ext cx="20955" cy="41910"/>
            </a:xfrm>
            <a:custGeom>
              <a:avLst/>
              <a:gdLst/>
              <a:ahLst/>
              <a:cxnLst/>
              <a:rect l="l" t="t" r="r" b="b"/>
              <a:pathLst>
                <a:path w="20955" h="41910">
                  <a:moveTo>
                    <a:pt x="20852" y="0"/>
                  </a:moveTo>
                  <a:lnTo>
                    <a:pt x="0" y="0"/>
                  </a:lnTo>
                  <a:lnTo>
                    <a:pt x="0" y="20157"/>
                  </a:lnTo>
                  <a:lnTo>
                    <a:pt x="8821" y="20157"/>
                  </a:lnTo>
                  <a:lnTo>
                    <a:pt x="801" y="41810"/>
                  </a:lnTo>
                  <a:lnTo>
                    <a:pt x="12029" y="41810"/>
                  </a:lnTo>
                  <a:lnTo>
                    <a:pt x="20852" y="18340"/>
                  </a:lnTo>
                  <a:lnTo>
                    <a:pt x="2085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3" name="object 4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650433" y="1968741"/>
            <a:ext cx="390750" cy="96508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3137420" y="1967407"/>
            <a:ext cx="706120" cy="98425"/>
          </a:xfrm>
          <a:custGeom>
            <a:avLst/>
            <a:gdLst/>
            <a:ahLst/>
            <a:cxnLst/>
            <a:rect l="l" t="t" r="r" b="b"/>
            <a:pathLst>
              <a:path w="706120" h="98425">
                <a:moveTo>
                  <a:pt x="64960" y="24599"/>
                </a:moveTo>
                <a:lnTo>
                  <a:pt x="43040" y="24599"/>
                </a:lnTo>
                <a:lnTo>
                  <a:pt x="38671" y="26314"/>
                </a:lnTo>
                <a:lnTo>
                  <a:pt x="32880" y="33197"/>
                </a:lnTo>
                <a:lnTo>
                  <a:pt x="32029" y="35687"/>
                </a:lnTo>
                <a:lnTo>
                  <a:pt x="32029" y="44564"/>
                </a:lnTo>
                <a:lnTo>
                  <a:pt x="31686" y="39992"/>
                </a:lnTo>
                <a:lnTo>
                  <a:pt x="32004" y="44069"/>
                </a:lnTo>
                <a:lnTo>
                  <a:pt x="32029" y="44564"/>
                </a:lnTo>
                <a:lnTo>
                  <a:pt x="32029" y="35687"/>
                </a:lnTo>
                <a:lnTo>
                  <a:pt x="31483" y="37274"/>
                </a:lnTo>
                <a:lnTo>
                  <a:pt x="31026" y="31254"/>
                </a:lnTo>
                <a:lnTo>
                  <a:pt x="30530" y="24599"/>
                </a:lnTo>
                <a:lnTo>
                  <a:pt x="0" y="24599"/>
                </a:lnTo>
                <a:lnTo>
                  <a:pt x="0" y="38976"/>
                </a:lnTo>
                <a:lnTo>
                  <a:pt x="17157" y="38976"/>
                </a:lnTo>
                <a:lnTo>
                  <a:pt x="17157" y="81864"/>
                </a:lnTo>
                <a:lnTo>
                  <a:pt x="0" y="81864"/>
                </a:lnTo>
                <a:lnTo>
                  <a:pt x="0" y="96240"/>
                </a:lnTo>
                <a:lnTo>
                  <a:pt x="57099" y="96240"/>
                </a:lnTo>
                <a:lnTo>
                  <a:pt x="57099" y="89535"/>
                </a:lnTo>
                <a:lnTo>
                  <a:pt x="57099" y="81864"/>
                </a:lnTo>
                <a:lnTo>
                  <a:pt x="35280" y="81864"/>
                </a:lnTo>
                <a:lnTo>
                  <a:pt x="35280" y="51574"/>
                </a:lnTo>
                <a:lnTo>
                  <a:pt x="46837" y="39408"/>
                </a:lnTo>
                <a:lnTo>
                  <a:pt x="64960" y="39408"/>
                </a:lnTo>
                <a:lnTo>
                  <a:pt x="64960" y="24599"/>
                </a:lnTo>
                <a:close/>
              </a:path>
              <a:path w="706120" h="98425">
                <a:moveTo>
                  <a:pt x="144360" y="65341"/>
                </a:moveTo>
                <a:lnTo>
                  <a:pt x="124929" y="25654"/>
                </a:lnTo>
                <a:lnTo>
                  <a:pt x="124929" y="52984"/>
                </a:lnTo>
                <a:lnTo>
                  <a:pt x="95885" y="52984"/>
                </a:lnTo>
                <a:lnTo>
                  <a:pt x="96545" y="48399"/>
                </a:lnTo>
                <a:lnTo>
                  <a:pt x="98158" y="44932"/>
                </a:lnTo>
                <a:lnTo>
                  <a:pt x="103276" y="40170"/>
                </a:lnTo>
                <a:lnTo>
                  <a:pt x="106578" y="38976"/>
                </a:lnTo>
                <a:lnTo>
                  <a:pt x="114592" y="38976"/>
                </a:lnTo>
                <a:lnTo>
                  <a:pt x="124929" y="52984"/>
                </a:lnTo>
                <a:lnTo>
                  <a:pt x="124929" y="25654"/>
                </a:lnTo>
                <a:lnTo>
                  <a:pt x="123202" y="24574"/>
                </a:lnTo>
                <a:lnTo>
                  <a:pt x="117348" y="22987"/>
                </a:lnTo>
                <a:lnTo>
                  <a:pt x="104063" y="22987"/>
                </a:lnTo>
                <a:lnTo>
                  <a:pt x="76987" y="52984"/>
                </a:lnTo>
                <a:lnTo>
                  <a:pt x="76987" y="68008"/>
                </a:lnTo>
                <a:lnTo>
                  <a:pt x="104305" y="97853"/>
                </a:lnTo>
                <a:lnTo>
                  <a:pt x="119062" y="97853"/>
                </a:lnTo>
                <a:lnTo>
                  <a:pt x="142824" y="74625"/>
                </a:lnTo>
                <a:lnTo>
                  <a:pt x="142913" y="74345"/>
                </a:lnTo>
                <a:lnTo>
                  <a:pt x="124701" y="73088"/>
                </a:lnTo>
                <a:lnTo>
                  <a:pt x="123812" y="75742"/>
                </a:lnTo>
                <a:lnTo>
                  <a:pt x="122212" y="77876"/>
                </a:lnTo>
                <a:lnTo>
                  <a:pt x="117576" y="81064"/>
                </a:lnTo>
                <a:lnTo>
                  <a:pt x="114744" y="81864"/>
                </a:lnTo>
                <a:lnTo>
                  <a:pt x="106959" y="81864"/>
                </a:lnTo>
                <a:lnTo>
                  <a:pt x="103327" y="80441"/>
                </a:lnTo>
                <a:lnTo>
                  <a:pt x="97713" y="74752"/>
                </a:lnTo>
                <a:lnTo>
                  <a:pt x="96088" y="70662"/>
                </a:lnTo>
                <a:lnTo>
                  <a:pt x="95643" y="65341"/>
                </a:lnTo>
                <a:lnTo>
                  <a:pt x="144360" y="65341"/>
                </a:lnTo>
                <a:close/>
              </a:path>
              <a:path w="706120" h="98425">
                <a:moveTo>
                  <a:pt x="221881" y="24599"/>
                </a:moveTo>
                <a:lnTo>
                  <a:pt x="195364" y="24599"/>
                </a:lnTo>
                <a:lnTo>
                  <a:pt x="195364" y="7785"/>
                </a:lnTo>
                <a:lnTo>
                  <a:pt x="177241" y="7785"/>
                </a:lnTo>
                <a:lnTo>
                  <a:pt x="177241" y="24599"/>
                </a:lnTo>
                <a:lnTo>
                  <a:pt x="156654" y="24599"/>
                </a:lnTo>
                <a:lnTo>
                  <a:pt x="156654" y="38976"/>
                </a:lnTo>
                <a:lnTo>
                  <a:pt x="177241" y="38976"/>
                </a:lnTo>
                <a:lnTo>
                  <a:pt x="177241" y="81445"/>
                </a:lnTo>
                <a:lnTo>
                  <a:pt x="179133" y="87083"/>
                </a:lnTo>
                <a:lnTo>
                  <a:pt x="186702" y="94411"/>
                </a:lnTo>
                <a:lnTo>
                  <a:pt x="192620" y="96240"/>
                </a:lnTo>
                <a:lnTo>
                  <a:pt x="221881" y="96240"/>
                </a:lnTo>
                <a:lnTo>
                  <a:pt x="221881" y="81864"/>
                </a:lnTo>
                <a:lnTo>
                  <a:pt x="201764" y="81864"/>
                </a:lnTo>
                <a:lnTo>
                  <a:pt x="199351" y="81051"/>
                </a:lnTo>
                <a:lnTo>
                  <a:pt x="196164" y="77825"/>
                </a:lnTo>
                <a:lnTo>
                  <a:pt x="195364" y="75374"/>
                </a:lnTo>
                <a:lnTo>
                  <a:pt x="195364" y="38976"/>
                </a:lnTo>
                <a:lnTo>
                  <a:pt x="221881" y="38976"/>
                </a:lnTo>
                <a:lnTo>
                  <a:pt x="221881" y="24599"/>
                </a:lnTo>
                <a:close/>
              </a:path>
              <a:path w="706120" h="98425">
                <a:moveTo>
                  <a:pt x="305562" y="24599"/>
                </a:moveTo>
                <a:lnTo>
                  <a:pt x="283641" y="24599"/>
                </a:lnTo>
                <a:lnTo>
                  <a:pt x="279273" y="26314"/>
                </a:lnTo>
                <a:lnTo>
                  <a:pt x="273481" y="33197"/>
                </a:lnTo>
                <a:lnTo>
                  <a:pt x="272084" y="37274"/>
                </a:lnTo>
                <a:lnTo>
                  <a:pt x="271627" y="31254"/>
                </a:lnTo>
                <a:lnTo>
                  <a:pt x="271119" y="24599"/>
                </a:lnTo>
                <a:lnTo>
                  <a:pt x="240601" y="24599"/>
                </a:lnTo>
                <a:lnTo>
                  <a:pt x="240601" y="38976"/>
                </a:lnTo>
                <a:lnTo>
                  <a:pt x="257759" y="38976"/>
                </a:lnTo>
                <a:lnTo>
                  <a:pt x="257759" y="81864"/>
                </a:lnTo>
                <a:lnTo>
                  <a:pt x="240601" y="81864"/>
                </a:lnTo>
                <a:lnTo>
                  <a:pt x="240601" y="96240"/>
                </a:lnTo>
                <a:lnTo>
                  <a:pt x="297700" y="96240"/>
                </a:lnTo>
                <a:lnTo>
                  <a:pt x="297700" y="89535"/>
                </a:lnTo>
                <a:lnTo>
                  <a:pt x="297700" y="81864"/>
                </a:lnTo>
                <a:lnTo>
                  <a:pt x="275882" y="81864"/>
                </a:lnTo>
                <a:lnTo>
                  <a:pt x="275882" y="51574"/>
                </a:lnTo>
                <a:lnTo>
                  <a:pt x="287426" y="39408"/>
                </a:lnTo>
                <a:lnTo>
                  <a:pt x="305562" y="39408"/>
                </a:lnTo>
                <a:lnTo>
                  <a:pt x="305562" y="24599"/>
                </a:lnTo>
                <a:close/>
              </a:path>
              <a:path w="706120" h="98425">
                <a:moveTo>
                  <a:pt x="364769" y="0"/>
                </a:moveTo>
                <a:lnTo>
                  <a:pt x="346329" y="0"/>
                </a:lnTo>
                <a:lnTo>
                  <a:pt x="346329" y="15773"/>
                </a:lnTo>
                <a:lnTo>
                  <a:pt x="364769" y="15773"/>
                </a:lnTo>
                <a:lnTo>
                  <a:pt x="364769" y="0"/>
                </a:lnTo>
                <a:close/>
              </a:path>
              <a:path w="706120" h="98425">
                <a:moveTo>
                  <a:pt x="387629" y="81800"/>
                </a:moveTo>
                <a:lnTo>
                  <a:pt x="365036" y="81800"/>
                </a:lnTo>
                <a:lnTo>
                  <a:pt x="365036" y="39027"/>
                </a:lnTo>
                <a:lnTo>
                  <a:pt x="365036" y="31280"/>
                </a:lnTo>
                <a:lnTo>
                  <a:pt x="365036" y="24599"/>
                </a:lnTo>
                <a:lnTo>
                  <a:pt x="321602" y="24599"/>
                </a:lnTo>
                <a:lnTo>
                  <a:pt x="321602" y="39027"/>
                </a:lnTo>
                <a:lnTo>
                  <a:pt x="346862" y="39027"/>
                </a:lnTo>
                <a:lnTo>
                  <a:pt x="346862" y="81800"/>
                </a:lnTo>
                <a:lnTo>
                  <a:pt x="320255" y="81800"/>
                </a:lnTo>
                <a:lnTo>
                  <a:pt x="320255" y="96240"/>
                </a:lnTo>
                <a:lnTo>
                  <a:pt x="387629" y="96240"/>
                </a:lnTo>
                <a:lnTo>
                  <a:pt x="387629" y="81800"/>
                </a:lnTo>
                <a:close/>
              </a:path>
              <a:path w="706120" h="98425">
                <a:moveTo>
                  <a:pt x="465150" y="65341"/>
                </a:moveTo>
                <a:lnTo>
                  <a:pt x="445719" y="25654"/>
                </a:lnTo>
                <a:lnTo>
                  <a:pt x="445719" y="52984"/>
                </a:lnTo>
                <a:lnTo>
                  <a:pt x="416687" y="52984"/>
                </a:lnTo>
                <a:lnTo>
                  <a:pt x="417347" y="48399"/>
                </a:lnTo>
                <a:lnTo>
                  <a:pt x="418960" y="44932"/>
                </a:lnTo>
                <a:lnTo>
                  <a:pt x="424065" y="40170"/>
                </a:lnTo>
                <a:lnTo>
                  <a:pt x="427367" y="38976"/>
                </a:lnTo>
                <a:lnTo>
                  <a:pt x="435394" y="38976"/>
                </a:lnTo>
                <a:lnTo>
                  <a:pt x="445719" y="52984"/>
                </a:lnTo>
                <a:lnTo>
                  <a:pt x="445719" y="25654"/>
                </a:lnTo>
                <a:lnTo>
                  <a:pt x="443992" y="24574"/>
                </a:lnTo>
                <a:lnTo>
                  <a:pt x="438150" y="22987"/>
                </a:lnTo>
                <a:lnTo>
                  <a:pt x="424853" y="22987"/>
                </a:lnTo>
                <a:lnTo>
                  <a:pt x="397789" y="52984"/>
                </a:lnTo>
                <a:lnTo>
                  <a:pt x="397789" y="68008"/>
                </a:lnTo>
                <a:lnTo>
                  <a:pt x="425107" y="97853"/>
                </a:lnTo>
                <a:lnTo>
                  <a:pt x="439864" y="97853"/>
                </a:lnTo>
                <a:lnTo>
                  <a:pt x="463626" y="74625"/>
                </a:lnTo>
                <a:lnTo>
                  <a:pt x="463715" y="74345"/>
                </a:lnTo>
                <a:lnTo>
                  <a:pt x="445503" y="73088"/>
                </a:lnTo>
                <a:lnTo>
                  <a:pt x="444614" y="75742"/>
                </a:lnTo>
                <a:lnTo>
                  <a:pt x="443014" y="77876"/>
                </a:lnTo>
                <a:lnTo>
                  <a:pt x="438378" y="81064"/>
                </a:lnTo>
                <a:lnTo>
                  <a:pt x="435546" y="81864"/>
                </a:lnTo>
                <a:lnTo>
                  <a:pt x="427748" y="81864"/>
                </a:lnTo>
                <a:lnTo>
                  <a:pt x="424129" y="80441"/>
                </a:lnTo>
                <a:lnTo>
                  <a:pt x="418515" y="74752"/>
                </a:lnTo>
                <a:lnTo>
                  <a:pt x="416890" y="70662"/>
                </a:lnTo>
                <a:lnTo>
                  <a:pt x="416445" y="65341"/>
                </a:lnTo>
                <a:lnTo>
                  <a:pt x="465150" y="65341"/>
                </a:lnTo>
                <a:close/>
              </a:path>
              <a:path w="706120" h="98425">
                <a:moveTo>
                  <a:pt x="547014" y="24599"/>
                </a:moveTo>
                <a:lnTo>
                  <a:pt x="527812" y="24599"/>
                </a:lnTo>
                <a:lnTo>
                  <a:pt x="511670" y="76403"/>
                </a:lnTo>
                <a:lnTo>
                  <a:pt x="495528" y="24599"/>
                </a:lnTo>
                <a:lnTo>
                  <a:pt x="476326" y="24599"/>
                </a:lnTo>
                <a:lnTo>
                  <a:pt x="500659" y="96240"/>
                </a:lnTo>
                <a:lnTo>
                  <a:pt x="522681" y="96240"/>
                </a:lnTo>
                <a:lnTo>
                  <a:pt x="547014" y="24599"/>
                </a:lnTo>
                <a:close/>
              </a:path>
              <a:path w="706120" h="98425">
                <a:moveTo>
                  <a:pt x="626084" y="82664"/>
                </a:moveTo>
                <a:lnTo>
                  <a:pt x="621931" y="82664"/>
                </a:lnTo>
                <a:lnTo>
                  <a:pt x="621004" y="82321"/>
                </a:lnTo>
                <a:lnTo>
                  <a:pt x="619683" y="80975"/>
                </a:lnTo>
                <a:lnTo>
                  <a:pt x="619607" y="80683"/>
                </a:lnTo>
                <a:lnTo>
                  <a:pt x="619353" y="79717"/>
                </a:lnTo>
                <a:lnTo>
                  <a:pt x="619353" y="64427"/>
                </a:lnTo>
                <a:lnTo>
                  <a:pt x="619353" y="43294"/>
                </a:lnTo>
                <a:lnTo>
                  <a:pt x="617435" y="37541"/>
                </a:lnTo>
                <a:lnTo>
                  <a:pt x="616927" y="36004"/>
                </a:lnTo>
                <a:lnTo>
                  <a:pt x="607212" y="25590"/>
                </a:lnTo>
                <a:lnTo>
                  <a:pt x="599617" y="22987"/>
                </a:lnTo>
                <a:lnTo>
                  <a:pt x="581075" y="22987"/>
                </a:lnTo>
                <a:lnTo>
                  <a:pt x="574243" y="25120"/>
                </a:lnTo>
                <a:lnTo>
                  <a:pt x="563435" y="33616"/>
                </a:lnTo>
                <a:lnTo>
                  <a:pt x="560057" y="39243"/>
                </a:lnTo>
                <a:lnTo>
                  <a:pt x="558723" y="46253"/>
                </a:lnTo>
                <a:lnTo>
                  <a:pt x="577430" y="47269"/>
                </a:lnTo>
                <a:lnTo>
                  <a:pt x="578027" y="44399"/>
                </a:lnTo>
                <a:lnTo>
                  <a:pt x="579297" y="42062"/>
                </a:lnTo>
                <a:lnTo>
                  <a:pt x="583222" y="38442"/>
                </a:lnTo>
                <a:lnTo>
                  <a:pt x="586003" y="37541"/>
                </a:lnTo>
                <a:lnTo>
                  <a:pt x="593737" y="37541"/>
                </a:lnTo>
                <a:lnTo>
                  <a:pt x="596709" y="38747"/>
                </a:lnTo>
                <a:lnTo>
                  <a:pt x="600316" y="43624"/>
                </a:lnTo>
                <a:lnTo>
                  <a:pt x="601230" y="47091"/>
                </a:lnTo>
                <a:lnTo>
                  <a:pt x="601230" y="51600"/>
                </a:lnTo>
                <a:lnTo>
                  <a:pt x="601230" y="64427"/>
                </a:lnTo>
                <a:lnTo>
                  <a:pt x="601129" y="72351"/>
                </a:lnTo>
                <a:lnTo>
                  <a:pt x="600710" y="74269"/>
                </a:lnTo>
                <a:lnTo>
                  <a:pt x="600608" y="74739"/>
                </a:lnTo>
                <a:lnTo>
                  <a:pt x="598157" y="79438"/>
                </a:lnTo>
                <a:lnTo>
                  <a:pt x="596366" y="81216"/>
                </a:lnTo>
                <a:lnTo>
                  <a:pt x="591654" y="83654"/>
                </a:lnTo>
                <a:lnTo>
                  <a:pt x="588797" y="84264"/>
                </a:lnTo>
                <a:lnTo>
                  <a:pt x="582536" y="84264"/>
                </a:lnTo>
                <a:lnTo>
                  <a:pt x="580542" y="83654"/>
                </a:lnTo>
                <a:lnTo>
                  <a:pt x="580402" y="83654"/>
                </a:lnTo>
                <a:lnTo>
                  <a:pt x="577367" y="80975"/>
                </a:lnTo>
                <a:lnTo>
                  <a:pt x="577202" y="80683"/>
                </a:lnTo>
                <a:lnTo>
                  <a:pt x="576529" y="79057"/>
                </a:lnTo>
                <a:lnTo>
                  <a:pt x="576529" y="74269"/>
                </a:lnTo>
                <a:lnTo>
                  <a:pt x="577176" y="72351"/>
                </a:lnTo>
                <a:lnTo>
                  <a:pt x="579793" y="69608"/>
                </a:lnTo>
                <a:lnTo>
                  <a:pt x="582079" y="68580"/>
                </a:lnTo>
                <a:lnTo>
                  <a:pt x="585343" y="67906"/>
                </a:lnTo>
                <a:lnTo>
                  <a:pt x="601230" y="64427"/>
                </a:lnTo>
                <a:lnTo>
                  <a:pt x="601230" y="51600"/>
                </a:lnTo>
                <a:lnTo>
                  <a:pt x="572884" y="57708"/>
                </a:lnTo>
                <a:lnTo>
                  <a:pt x="567550" y="60121"/>
                </a:lnTo>
                <a:lnTo>
                  <a:pt x="559803" y="66865"/>
                </a:lnTo>
                <a:lnTo>
                  <a:pt x="557860" y="71577"/>
                </a:lnTo>
                <a:lnTo>
                  <a:pt x="557860" y="81838"/>
                </a:lnTo>
                <a:lnTo>
                  <a:pt x="558927" y="85458"/>
                </a:lnTo>
                <a:lnTo>
                  <a:pt x="563194" y="91516"/>
                </a:lnTo>
                <a:lnTo>
                  <a:pt x="566064" y="93840"/>
                </a:lnTo>
                <a:lnTo>
                  <a:pt x="573430" y="97104"/>
                </a:lnTo>
                <a:lnTo>
                  <a:pt x="573595" y="97104"/>
                </a:lnTo>
                <a:lnTo>
                  <a:pt x="577303" y="97853"/>
                </a:lnTo>
                <a:lnTo>
                  <a:pt x="586028" y="97853"/>
                </a:lnTo>
                <a:lnTo>
                  <a:pt x="589813" y="97104"/>
                </a:lnTo>
                <a:lnTo>
                  <a:pt x="596353" y="94132"/>
                </a:lnTo>
                <a:lnTo>
                  <a:pt x="598982" y="92075"/>
                </a:lnTo>
                <a:lnTo>
                  <a:pt x="602957" y="86855"/>
                </a:lnTo>
                <a:lnTo>
                  <a:pt x="603237" y="86169"/>
                </a:lnTo>
                <a:lnTo>
                  <a:pt x="603415" y="86855"/>
                </a:lnTo>
                <a:lnTo>
                  <a:pt x="603453" y="87033"/>
                </a:lnTo>
                <a:lnTo>
                  <a:pt x="606082" y="91871"/>
                </a:lnTo>
                <a:lnTo>
                  <a:pt x="608228" y="93840"/>
                </a:lnTo>
                <a:lnTo>
                  <a:pt x="613219" y="96329"/>
                </a:lnTo>
                <a:lnTo>
                  <a:pt x="613575" y="96329"/>
                </a:lnTo>
                <a:lnTo>
                  <a:pt x="616000" y="96837"/>
                </a:lnTo>
                <a:lnTo>
                  <a:pt x="621601" y="96837"/>
                </a:lnTo>
                <a:lnTo>
                  <a:pt x="625551" y="96329"/>
                </a:lnTo>
                <a:lnTo>
                  <a:pt x="626084" y="96329"/>
                </a:lnTo>
                <a:lnTo>
                  <a:pt x="626084" y="82664"/>
                </a:lnTo>
                <a:close/>
              </a:path>
              <a:path w="706120" h="98425">
                <a:moveTo>
                  <a:pt x="705751" y="81864"/>
                </a:moveTo>
                <a:lnTo>
                  <a:pt x="682980" y="81864"/>
                </a:lnTo>
                <a:lnTo>
                  <a:pt x="682980" y="16814"/>
                </a:lnTo>
                <a:lnTo>
                  <a:pt x="681037" y="11023"/>
                </a:lnTo>
                <a:lnTo>
                  <a:pt x="673290" y="3276"/>
                </a:lnTo>
                <a:lnTo>
                  <a:pt x="667512" y="1333"/>
                </a:lnTo>
                <a:lnTo>
                  <a:pt x="641057" y="1333"/>
                </a:lnTo>
                <a:lnTo>
                  <a:pt x="641057" y="15722"/>
                </a:lnTo>
                <a:lnTo>
                  <a:pt x="659257" y="15722"/>
                </a:lnTo>
                <a:lnTo>
                  <a:pt x="661314" y="16433"/>
                </a:lnTo>
                <a:lnTo>
                  <a:pt x="664146" y="19265"/>
                </a:lnTo>
                <a:lnTo>
                  <a:pt x="664857" y="21323"/>
                </a:lnTo>
                <a:lnTo>
                  <a:pt x="664857" y="81864"/>
                </a:lnTo>
                <a:lnTo>
                  <a:pt x="638390" y="81864"/>
                </a:lnTo>
                <a:lnTo>
                  <a:pt x="638390" y="96240"/>
                </a:lnTo>
                <a:lnTo>
                  <a:pt x="705751" y="96240"/>
                </a:lnTo>
                <a:lnTo>
                  <a:pt x="705751" y="91427"/>
                </a:lnTo>
                <a:lnTo>
                  <a:pt x="705751" y="81864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877368" y="2157213"/>
            <a:ext cx="588473" cy="80424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2545264" y="2155431"/>
            <a:ext cx="321945" cy="83185"/>
            <a:chOff x="2545264" y="2155431"/>
            <a:chExt cx="321945" cy="83185"/>
          </a:xfrm>
        </p:grpSpPr>
        <p:sp>
          <p:nvSpPr>
            <p:cNvPr id="47" name="object 47"/>
            <p:cNvSpPr/>
            <p:nvPr/>
          </p:nvSpPr>
          <p:spPr>
            <a:xfrm>
              <a:off x="2545257" y="2155430"/>
              <a:ext cx="101600" cy="83185"/>
            </a:xfrm>
            <a:custGeom>
              <a:avLst/>
              <a:gdLst/>
              <a:ahLst/>
              <a:cxnLst/>
              <a:rect l="l" t="t" r="r" b="b"/>
              <a:pathLst>
                <a:path w="101600" h="83185">
                  <a:moveTo>
                    <a:pt x="55689" y="32905"/>
                  </a:moveTo>
                  <a:lnTo>
                    <a:pt x="54584" y="25552"/>
                  </a:lnTo>
                  <a:lnTo>
                    <a:pt x="50126" y="13220"/>
                  </a:lnTo>
                  <a:lnTo>
                    <a:pt x="49771" y="12700"/>
                  </a:lnTo>
                  <a:lnTo>
                    <a:pt x="47536" y="9359"/>
                  </a:lnTo>
                  <a:lnTo>
                    <a:pt x="46926" y="8458"/>
                  </a:lnTo>
                  <a:lnTo>
                    <a:pt x="45669" y="7442"/>
                  </a:lnTo>
                  <a:lnTo>
                    <a:pt x="45669" y="34836"/>
                  </a:lnTo>
                  <a:lnTo>
                    <a:pt x="45669" y="47904"/>
                  </a:lnTo>
                  <a:lnTo>
                    <a:pt x="31559" y="73304"/>
                  </a:lnTo>
                  <a:lnTo>
                    <a:pt x="24206" y="73304"/>
                  </a:lnTo>
                  <a:lnTo>
                    <a:pt x="21056" y="71996"/>
                  </a:lnTo>
                  <a:lnTo>
                    <a:pt x="18948" y="69964"/>
                  </a:lnTo>
                  <a:lnTo>
                    <a:pt x="17487" y="68541"/>
                  </a:lnTo>
                  <a:lnTo>
                    <a:pt x="42875" y="22288"/>
                  </a:lnTo>
                  <a:lnTo>
                    <a:pt x="44945" y="29133"/>
                  </a:lnTo>
                  <a:lnTo>
                    <a:pt x="45669" y="34836"/>
                  </a:lnTo>
                  <a:lnTo>
                    <a:pt x="45669" y="7442"/>
                  </a:lnTo>
                  <a:lnTo>
                    <a:pt x="38620" y="1689"/>
                  </a:lnTo>
                  <a:lnTo>
                    <a:pt x="38227" y="1562"/>
                  </a:lnTo>
                  <a:lnTo>
                    <a:pt x="38227" y="14097"/>
                  </a:lnTo>
                  <a:lnTo>
                    <a:pt x="12814" y="60363"/>
                  </a:lnTo>
                  <a:lnTo>
                    <a:pt x="10744" y="53530"/>
                  </a:lnTo>
                  <a:lnTo>
                    <a:pt x="10020" y="47904"/>
                  </a:lnTo>
                  <a:lnTo>
                    <a:pt x="10020" y="34836"/>
                  </a:lnTo>
                  <a:lnTo>
                    <a:pt x="24206" y="9359"/>
                  </a:lnTo>
                  <a:lnTo>
                    <a:pt x="31559" y="9359"/>
                  </a:lnTo>
                  <a:lnTo>
                    <a:pt x="34734" y="10655"/>
                  </a:lnTo>
                  <a:lnTo>
                    <a:pt x="38227" y="14097"/>
                  </a:lnTo>
                  <a:lnTo>
                    <a:pt x="38227" y="1562"/>
                  </a:lnTo>
                  <a:lnTo>
                    <a:pt x="33642" y="0"/>
                  </a:lnTo>
                  <a:lnTo>
                    <a:pt x="22136" y="0"/>
                  </a:lnTo>
                  <a:lnTo>
                    <a:pt x="0" y="32905"/>
                  </a:lnTo>
                  <a:lnTo>
                    <a:pt x="0" y="49911"/>
                  </a:lnTo>
                  <a:lnTo>
                    <a:pt x="22136" y="82651"/>
                  </a:lnTo>
                  <a:lnTo>
                    <a:pt x="33642" y="82651"/>
                  </a:lnTo>
                  <a:lnTo>
                    <a:pt x="38620" y="80987"/>
                  </a:lnTo>
                  <a:lnTo>
                    <a:pt x="46926" y="74307"/>
                  </a:lnTo>
                  <a:lnTo>
                    <a:pt x="47599" y="73304"/>
                  </a:lnTo>
                  <a:lnTo>
                    <a:pt x="50126" y="69545"/>
                  </a:lnTo>
                  <a:lnTo>
                    <a:pt x="54584" y="57226"/>
                  </a:lnTo>
                  <a:lnTo>
                    <a:pt x="55689" y="49911"/>
                  </a:lnTo>
                  <a:lnTo>
                    <a:pt x="55689" y="32905"/>
                  </a:lnTo>
                  <a:close/>
                </a:path>
                <a:path w="101600" h="83185">
                  <a:moveTo>
                    <a:pt x="101587" y="67284"/>
                  </a:moveTo>
                  <a:lnTo>
                    <a:pt x="87769" y="67284"/>
                  </a:lnTo>
                  <a:lnTo>
                    <a:pt x="87769" y="80873"/>
                  </a:lnTo>
                  <a:lnTo>
                    <a:pt x="101587" y="80873"/>
                  </a:lnTo>
                  <a:lnTo>
                    <a:pt x="101587" y="6728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78931" y="2155431"/>
              <a:ext cx="188249" cy="82650"/>
            </a:xfrm>
            <a:prstGeom prst="rect">
              <a:avLst/>
            </a:prstGeom>
          </p:spPr>
        </p:pic>
      </p:grpSp>
      <p:sp>
        <p:nvSpPr>
          <p:cNvPr id="49" name="object 49"/>
          <p:cNvSpPr/>
          <p:nvPr/>
        </p:nvSpPr>
        <p:spPr>
          <a:xfrm>
            <a:off x="2942926" y="2199429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9"/>
                </a:lnTo>
                <a:lnTo>
                  <a:pt x="62378" y="8689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48219" y="2157213"/>
            <a:ext cx="321138" cy="8042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04236" y="2155431"/>
            <a:ext cx="1126933" cy="22701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953234" y="2157213"/>
            <a:ext cx="386524" cy="80424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482338" y="2157213"/>
            <a:ext cx="189029" cy="8042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754129" y="2157213"/>
            <a:ext cx="318575" cy="80424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150677" y="2157213"/>
            <a:ext cx="323032" cy="8042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556138" y="2157213"/>
            <a:ext cx="582570" cy="97132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078906" y="2157213"/>
            <a:ext cx="723952" cy="24193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012039" y="2301909"/>
            <a:ext cx="651965" cy="8053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747994" y="2302019"/>
            <a:ext cx="255083" cy="80424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3883059" y="2302019"/>
            <a:ext cx="568325" cy="97155"/>
            <a:chOff x="3883059" y="2302019"/>
            <a:chExt cx="568325" cy="97155"/>
          </a:xfrm>
        </p:grpSpPr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883059" y="2302019"/>
              <a:ext cx="520971" cy="9713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437558" y="236751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/>
          <p:nvPr/>
        </p:nvSpPr>
        <p:spPr>
          <a:xfrm>
            <a:off x="556950" y="3216532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56950" y="2531483"/>
            <a:ext cx="155946" cy="15594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06766" y="2570247"/>
            <a:ext cx="149226" cy="94904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053088" y="2568910"/>
            <a:ext cx="461896" cy="116291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1613141" y="2568117"/>
            <a:ext cx="683260" cy="99695"/>
          </a:xfrm>
          <a:custGeom>
            <a:avLst/>
            <a:gdLst/>
            <a:ahLst/>
            <a:cxnLst/>
            <a:rect l="l" t="t" r="r" b="b"/>
            <a:pathLst>
              <a:path w="683260" h="99694">
                <a:moveTo>
                  <a:pt x="65976" y="66586"/>
                </a:moveTo>
                <a:lnTo>
                  <a:pt x="65011" y="62623"/>
                </a:lnTo>
                <a:lnTo>
                  <a:pt x="61925" y="57124"/>
                </a:lnTo>
                <a:lnTo>
                  <a:pt x="61150" y="55740"/>
                </a:lnTo>
                <a:lnTo>
                  <a:pt x="58166" y="53022"/>
                </a:lnTo>
                <a:lnTo>
                  <a:pt x="50126" y="49009"/>
                </a:lnTo>
                <a:lnTo>
                  <a:pt x="48260" y="48653"/>
                </a:lnTo>
                <a:lnTo>
                  <a:pt x="46405" y="48298"/>
                </a:lnTo>
                <a:lnTo>
                  <a:pt x="46405" y="65227"/>
                </a:lnTo>
                <a:lnTo>
                  <a:pt x="46405" y="72440"/>
                </a:lnTo>
                <a:lnTo>
                  <a:pt x="45224" y="75158"/>
                </a:lnTo>
                <a:lnTo>
                  <a:pt x="40487" y="79057"/>
                </a:lnTo>
                <a:lnTo>
                  <a:pt x="36436" y="80200"/>
                </a:lnTo>
                <a:lnTo>
                  <a:pt x="19037" y="80200"/>
                </a:lnTo>
                <a:lnTo>
                  <a:pt x="19037" y="57124"/>
                </a:lnTo>
                <a:lnTo>
                  <a:pt x="36804" y="57124"/>
                </a:lnTo>
                <a:lnTo>
                  <a:pt x="40347" y="58166"/>
                </a:lnTo>
                <a:lnTo>
                  <a:pt x="45199" y="62318"/>
                </a:lnTo>
                <a:lnTo>
                  <a:pt x="46405" y="65227"/>
                </a:lnTo>
                <a:lnTo>
                  <a:pt x="46405" y="48298"/>
                </a:lnTo>
                <a:lnTo>
                  <a:pt x="45008" y="48018"/>
                </a:lnTo>
                <a:lnTo>
                  <a:pt x="45415" y="47917"/>
                </a:lnTo>
                <a:lnTo>
                  <a:pt x="46316" y="47688"/>
                </a:lnTo>
                <a:lnTo>
                  <a:pt x="48399" y="47155"/>
                </a:lnTo>
                <a:lnTo>
                  <a:pt x="55283" y="43434"/>
                </a:lnTo>
                <a:lnTo>
                  <a:pt x="57823" y="40982"/>
                </a:lnTo>
                <a:lnTo>
                  <a:pt x="57937" y="40767"/>
                </a:lnTo>
                <a:lnTo>
                  <a:pt x="61137" y="34912"/>
                </a:lnTo>
                <a:lnTo>
                  <a:pt x="61976" y="31457"/>
                </a:lnTo>
                <a:lnTo>
                  <a:pt x="61849" y="18973"/>
                </a:lnTo>
                <a:lnTo>
                  <a:pt x="59143" y="12915"/>
                </a:lnTo>
                <a:lnTo>
                  <a:pt x="47840" y="4292"/>
                </a:lnTo>
                <a:lnTo>
                  <a:pt x="42405" y="2857"/>
                </a:lnTo>
                <a:lnTo>
                  <a:pt x="42405" y="26301"/>
                </a:lnTo>
                <a:lnTo>
                  <a:pt x="42405" y="33274"/>
                </a:lnTo>
                <a:lnTo>
                  <a:pt x="41300" y="35979"/>
                </a:lnTo>
                <a:lnTo>
                  <a:pt x="36893" y="39801"/>
                </a:lnTo>
                <a:lnTo>
                  <a:pt x="33540" y="40767"/>
                </a:lnTo>
                <a:lnTo>
                  <a:pt x="19037" y="40767"/>
                </a:lnTo>
                <a:lnTo>
                  <a:pt x="19037" y="18973"/>
                </a:lnTo>
                <a:lnTo>
                  <a:pt x="33540" y="18973"/>
                </a:lnTo>
                <a:lnTo>
                  <a:pt x="36893" y="19913"/>
                </a:lnTo>
                <a:lnTo>
                  <a:pt x="41300" y="23634"/>
                </a:lnTo>
                <a:lnTo>
                  <a:pt x="42405" y="26301"/>
                </a:lnTo>
                <a:lnTo>
                  <a:pt x="42405" y="2857"/>
                </a:lnTo>
                <a:lnTo>
                  <a:pt x="39725" y="2133"/>
                </a:lnTo>
                <a:lnTo>
                  <a:pt x="0" y="2133"/>
                </a:lnTo>
                <a:lnTo>
                  <a:pt x="0" y="97040"/>
                </a:lnTo>
                <a:lnTo>
                  <a:pt x="32080" y="97040"/>
                </a:lnTo>
                <a:lnTo>
                  <a:pt x="65976" y="79629"/>
                </a:lnTo>
                <a:lnTo>
                  <a:pt x="65976" y="66586"/>
                </a:lnTo>
                <a:close/>
              </a:path>
              <a:path w="683260" h="99694">
                <a:moveTo>
                  <a:pt x="145376" y="2133"/>
                </a:moveTo>
                <a:lnTo>
                  <a:pt x="123990" y="2133"/>
                </a:lnTo>
                <a:lnTo>
                  <a:pt x="111163" y="52387"/>
                </a:lnTo>
                <a:lnTo>
                  <a:pt x="104736" y="27266"/>
                </a:lnTo>
                <a:lnTo>
                  <a:pt x="104622" y="26784"/>
                </a:lnTo>
                <a:lnTo>
                  <a:pt x="98323" y="2133"/>
                </a:lnTo>
                <a:lnTo>
                  <a:pt x="76936" y="2133"/>
                </a:lnTo>
                <a:lnTo>
                  <a:pt x="76936" y="97040"/>
                </a:lnTo>
                <a:lnTo>
                  <a:pt x="94373" y="97040"/>
                </a:lnTo>
                <a:lnTo>
                  <a:pt x="94373" y="37198"/>
                </a:lnTo>
                <a:lnTo>
                  <a:pt x="105435" y="83934"/>
                </a:lnTo>
                <a:lnTo>
                  <a:pt x="116878" y="83934"/>
                </a:lnTo>
                <a:lnTo>
                  <a:pt x="122021" y="62230"/>
                </a:lnTo>
                <a:lnTo>
                  <a:pt x="127939" y="37198"/>
                </a:lnTo>
                <a:lnTo>
                  <a:pt x="127952" y="26784"/>
                </a:lnTo>
                <a:lnTo>
                  <a:pt x="127952" y="37198"/>
                </a:lnTo>
                <a:lnTo>
                  <a:pt x="127952" y="97040"/>
                </a:lnTo>
                <a:lnTo>
                  <a:pt x="145376" y="97040"/>
                </a:lnTo>
                <a:lnTo>
                  <a:pt x="145376" y="26784"/>
                </a:lnTo>
                <a:lnTo>
                  <a:pt x="145376" y="2133"/>
                </a:lnTo>
                <a:close/>
              </a:path>
              <a:path w="683260" h="99694">
                <a:moveTo>
                  <a:pt x="225577" y="79883"/>
                </a:moveTo>
                <a:lnTo>
                  <a:pt x="178930" y="79883"/>
                </a:lnTo>
                <a:lnTo>
                  <a:pt x="179108" y="78270"/>
                </a:lnTo>
                <a:lnTo>
                  <a:pt x="206616" y="57632"/>
                </a:lnTo>
                <a:lnTo>
                  <a:pt x="211582" y="54394"/>
                </a:lnTo>
                <a:lnTo>
                  <a:pt x="218884" y="48285"/>
                </a:lnTo>
                <a:lnTo>
                  <a:pt x="221513" y="44932"/>
                </a:lnTo>
                <a:lnTo>
                  <a:pt x="224726" y="37617"/>
                </a:lnTo>
                <a:lnTo>
                  <a:pt x="225526" y="33248"/>
                </a:lnTo>
                <a:lnTo>
                  <a:pt x="225526" y="22529"/>
                </a:lnTo>
                <a:lnTo>
                  <a:pt x="200482" y="0"/>
                </a:lnTo>
                <a:lnTo>
                  <a:pt x="193395" y="0"/>
                </a:lnTo>
                <a:lnTo>
                  <a:pt x="158470" y="21742"/>
                </a:lnTo>
                <a:lnTo>
                  <a:pt x="157518" y="31432"/>
                </a:lnTo>
                <a:lnTo>
                  <a:pt x="177241" y="32562"/>
                </a:lnTo>
                <a:lnTo>
                  <a:pt x="178066" y="27482"/>
                </a:lnTo>
                <a:lnTo>
                  <a:pt x="179705" y="23583"/>
                </a:lnTo>
                <a:lnTo>
                  <a:pt x="184619" y="18186"/>
                </a:lnTo>
                <a:lnTo>
                  <a:pt x="188252" y="16840"/>
                </a:lnTo>
                <a:lnTo>
                  <a:pt x="195922" y="16840"/>
                </a:lnTo>
                <a:lnTo>
                  <a:pt x="205955" y="26695"/>
                </a:lnTo>
                <a:lnTo>
                  <a:pt x="205955" y="32131"/>
                </a:lnTo>
                <a:lnTo>
                  <a:pt x="182600" y="51295"/>
                </a:lnTo>
                <a:lnTo>
                  <a:pt x="175704" y="55981"/>
                </a:lnTo>
                <a:lnTo>
                  <a:pt x="165684" y="65620"/>
                </a:lnTo>
                <a:lnTo>
                  <a:pt x="162179" y="70942"/>
                </a:lnTo>
                <a:lnTo>
                  <a:pt x="158140" y="82575"/>
                </a:lnTo>
                <a:lnTo>
                  <a:pt x="157137" y="89344"/>
                </a:lnTo>
                <a:lnTo>
                  <a:pt x="157137" y="97040"/>
                </a:lnTo>
                <a:lnTo>
                  <a:pt x="225577" y="97040"/>
                </a:lnTo>
                <a:lnTo>
                  <a:pt x="225577" y="79883"/>
                </a:lnTo>
                <a:close/>
              </a:path>
              <a:path w="683260" h="99694">
                <a:moveTo>
                  <a:pt x="305244" y="72542"/>
                </a:moveTo>
                <a:lnTo>
                  <a:pt x="300672" y="47663"/>
                </a:lnTo>
                <a:lnTo>
                  <a:pt x="299097" y="44551"/>
                </a:lnTo>
                <a:lnTo>
                  <a:pt x="295579" y="40741"/>
                </a:lnTo>
                <a:lnTo>
                  <a:pt x="286461" y="35179"/>
                </a:lnTo>
                <a:lnTo>
                  <a:pt x="281038" y="33782"/>
                </a:lnTo>
                <a:lnTo>
                  <a:pt x="271678" y="33782"/>
                </a:lnTo>
                <a:lnTo>
                  <a:pt x="268770" y="34251"/>
                </a:lnTo>
                <a:lnTo>
                  <a:pt x="263258" y="36131"/>
                </a:lnTo>
                <a:lnTo>
                  <a:pt x="260781" y="37490"/>
                </a:lnTo>
                <a:lnTo>
                  <a:pt x="258114" y="39674"/>
                </a:lnTo>
                <a:lnTo>
                  <a:pt x="260489" y="19291"/>
                </a:lnTo>
                <a:lnTo>
                  <a:pt x="300863" y="19291"/>
                </a:lnTo>
                <a:lnTo>
                  <a:pt x="300863" y="2133"/>
                </a:lnTo>
                <a:lnTo>
                  <a:pt x="244881" y="2133"/>
                </a:lnTo>
                <a:lnTo>
                  <a:pt x="239153" y="56515"/>
                </a:lnTo>
                <a:lnTo>
                  <a:pt x="258826" y="57480"/>
                </a:lnTo>
                <a:lnTo>
                  <a:pt x="259753" y="55054"/>
                </a:lnTo>
                <a:lnTo>
                  <a:pt x="261378" y="53073"/>
                </a:lnTo>
                <a:lnTo>
                  <a:pt x="265988" y="50012"/>
                </a:lnTo>
                <a:lnTo>
                  <a:pt x="268617" y="49237"/>
                </a:lnTo>
                <a:lnTo>
                  <a:pt x="274408" y="49237"/>
                </a:lnTo>
                <a:lnTo>
                  <a:pt x="277368" y="50012"/>
                </a:lnTo>
                <a:lnTo>
                  <a:pt x="277088" y="50012"/>
                </a:lnTo>
                <a:lnTo>
                  <a:pt x="281089" y="52451"/>
                </a:lnTo>
                <a:lnTo>
                  <a:pt x="282727" y="54343"/>
                </a:lnTo>
                <a:lnTo>
                  <a:pt x="285089" y="59347"/>
                </a:lnTo>
                <a:lnTo>
                  <a:pt x="285673" y="62369"/>
                </a:lnTo>
                <a:lnTo>
                  <a:pt x="285559" y="71691"/>
                </a:lnTo>
                <a:lnTo>
                  <a:pt x="284403" y="75412"/>
                </a:lnTo>
                <a:lnTo>
                  <a:pt x="279298" y="80949"/>
                </a:lnTo>
                <a:lnTo>
                  <a:pt x="275831" y="82334"/>
                </a:lnTo>
                <a:lnTo>
                  <a:pt x="267347" y="82334"/>
                </a:lnTo>
                <a:lnTo>
                  <a:pt x="264147" y="81356"/>
                </a:lnTo>
                <a:lnTo>
                  <a:pt x="259511" y="77406"/>
                </a:lnTo>
                <a:lnTo>
                  <a:pt x="258051" y="74472"/>
                </a:lnTo>
                <a:lnTo>
                  <a:pt x="257619" y="71691"/>
                </a:lnTo>
                <a:lnTo>
                  <a:pt x="257556" y="71323"/>
                </a:lnTo>
                <a:lnTo>
                  <a:pt x="257441" y="70573"/>
                </a:lnTo>
                <a:lnTo>
                  <a:pt x="237871" y="71691"/>
                </a:lnTo>
                <a:lnTo>
                  <a:pt x="238315" y="76898"/>
                </a:lnTo>
                <a:lnTo>
                  <a:pt x="264769" y="99174"/>
                </a:lnTo>
                <a:lnTo>
                  <a:pt x="278257" y="99174"/>
                </a:lnTo>
                <a:lnTo>
                  <a:pt x="284200" y="97790"/>
                </a:lnTo>
                <a:lnTo>
                  <a:pt x="294335" y="92202"/>
                </a:lnTo>
                <a:lnTo>
                  <a:pt x="298272" y="88315"/>
                </a:lnTo>
                <a:lnTo>
                  <a:pt x="301599" y="82334"/>
                </a:lnTo>
                <a:lnTo>
                  <a:pt x="303847" y="78308"/>
                </a:lnTo>
                <a:lnTo>
                  <a:pt x="305244" y="72542"/>
                </a:lnTo>
                <a:close/>
              </a:path>
              <a:path w="683260" h="99694">
                <a:moveTo>
                  <a:pt x="384505" y="50634"/>
                </a:moveTo>
                <a:lnTo>
                  <a:pt x="359854" y="50634"/>
                </a:lnTo>
                <a:lnTo>
                  <a:pt x="359854" y="25984"/>
                </a:lnTo>
                <a:lnTo>
                  <a:pt x="343662" y="25984"/>
                </a:lnTo>
                <a:lnTo>
                  <a:pt x="343662" y="50634"/>
                </a:lnTo>
                <a:lnTo>
                  <a:pt x="319011" y="50634"/>
                </a:lnTo>
                <a:lnTo>
                  <a:pt x="319011" y="66827"/>
                </a:lnTo>
                <a:lnTo>
                  <a:pt x="343662" y="66827"/>
                </a:lnTo>
                <a:lnTo>
                  <a:pt x="343662" y="91478"/>
                </a:lnTo>
                <a:lnTo>
                  <a:pt x="359854" y="91478"/>
                </a:lnTo>
                <a:lnTo>
                  <a:pt x="359854" y="66827"/>
                </a:lnTo>
                <a:lnTo>
                  <a:pt x="384505" y="66827"/>
                </a:lnTo>
                <a:lnTo>
                  <a:pt x="384505" y="50634"/>
                </a:lnTo>
                <a:close/>
              </a:path>
              <a:path w="683260" h="99694">
                <a:moveTo>
                  <a:pt x="464845" y="97040"/>
                </a:moveTo>
                <a:lnTo>
                  <a:pt x="462153" y="65582"/>
                </a:lnTo>
                <a:lnTo>
                  <a:pt x="462064" y="64401"/>
                </a:lnTo>
                <a:lnTo>
                  <a:pt x="461238" y="62585"/>
                </a:lnTo>
                <a:lnTo>
                  <a:pt x="460044" y="59931"/>
                </a:lnTo>
                <a:lnTo>
                  <a:pt x="453275" y="54533"/>
                </a:lnTo>
                <a:lnTo>
                  <a:pt x="453085" y="54368"/>
                </a:lnTo>
                <a:lnTo>
                  <a:pt x="448716" y="53162"/>
                </a:lnTo>
                <a:lnTo>
                  <a:pt x="448881" y="53162"/>
                </a:lnTo>
                <a:lnTo>
                  <a:pt x="449554" y="52768"/>
                </a:lnTo>
                <a:lnTo>
                  <a:pt x="463397" y="35306"/>
                </a:lnTo>
                <a:lnTo>
                  <a:pt x="463397" y="21869"/>
                </a:lnTo>
                <a:lnTo>
                  <a:pt x="462330" y="19291"/>
                </a:lnTo>
                <a:lnTo>
                  <a:pt x="460514" y="14922"/>
                </a:lnTo>
                <a:lnTo>
                  <a:pt x="448983" y="4699"/>
                </a:lnTo>
                <a:lnTo>
                  <a:pt x="443826" y="3060"/>
                </a:lnTo>
                <a:lnTo>
                  <a:pt x="443826" y="28130"/>
                </a:lnTo>
                <a:lnTo>
                  <a:pt x="443826" y="36474"/>
                </a:lnTo>
                <a:lnTo>
                  <a:pt x="442760" y="39382"/>
                </a:lnTo>
                <a:lnTo>
                  <a:pt x="442645" y="39687"/>
                </a:lnTo>
                <a:lnTo>
                  <a:pt x="437946" y="44272"/>
                </a:lnTo>
                <a:lnTo>
                  <a:pt x="434543" y="45415"/>
                </a:lnTo>
                <a:lnTo>
                  <a:pt x="419125" y="45415"/>
                </a:lnTo>
                <a:lnTo>
                  <a:pt x="419125" y="19291"/>
                </a:lnTo>
                <a:lnTo>
                  <a:pt x="434543" y="19291"/>
                </a:lnTo>
                <a:lnTo>
                  <a:pt x="437946" y="20421"/>
                </a:lnTo>
                <a:lnTo>
                  <a:pt x="442645" y="24917"/>
                </a:lnTo>
                <a:lnTo>
                  <a:pt x="443826" y="28130"/>
                </a:lnTo>
                <a:lnTo>
                  <a:pt x="443826" y="3060"/>
                </a:lnTo>
                <a:lnTo>
                  <a:pt x="440969" y="2133"/>
                </a:lnTo>
                <a:lnTo>
                  <a:pt x="400088" y="2133"/>
                </a:lnTo>
                <a:lnTo>
                  <a:pt x="400088" y="97040"/>
                </a:lnTo>
                <a:lnTo>
                  <a:pt x="419125" y="97040"/>
                </a:lnTo>
                <a:lnTo>
                  <a:pt x="419125" y="62585"/>
                </a:lnTo>
                <a:lnTo>
                  <a:pt x="432854" y="62585"/>
                </a:lnTo>
                <a:lnTo>
                  <a:pt x="435559" y="62928"/>
                </a:lnTo>
                <a:lnTo>
                  <a:pt x="439915" y="64401"/>
                </a:lnTo>
                <a:lnTo>
                  <a:pt x="439712" y="64401"/>
                </a:lnTo>
                <a:lnTo>
                  <a:pt x="441083" y="65582"/>
                </a:lnTo>
                <a:lnTo>
                  <a:pt x="443039" y="69342"/>
                </a:lnTo>
                <a:lnTo>
                  <a:pt x="443661" y="72072"/>
                </a:lnTo>
                <a:lnTo>
                  <a:pt x="443928" y="75653"/>
                </a:lnTo>
                <a:lnTo>
                  <a:pt x="445643" y="97040"/>
                </a:lnTo>
                <a:lnTo>
                  <a:pt x="464845" y="97040"/>
                </a:lnTo>
                <a:close/>
              </a:path>
              <a:path w="683260" h="99694">
                <a:moveTo>
                  <a:pt x="545033" y="97040"/>
                </a:moveTo>
                <a:lnTo>
                  <a:pt x="542353" y="65582"/>
                </a:lnTo>
                <a:lnTo>
                  <a:pt x="542264" y="64401"/>
                </a:lnTo>
                <a:lnTo>
                  <a:pt x="541439" y="62585"/>
                </a:lnTo>
                <a:lnTo>
                  <a:pt x="540245" y="59931"/>
                </a:lnTo>
                <a:lnTo>
                  <a:pt x="533476" y="54533"/>
                </a:lnTo>
                <a:lnTo>
                  <a:pt x="533285" y="54368"/>
                </a:lnTo>
                <a:lnTo>
                  <a:pt x="528916" y="53162"/>
                </a:lnTo>
                <a:lnTo>
                  <a:pt x="529082" y="53162"/>
                </a:lnTo>
                <a:lnTo>
                  <a:pt x="529755" y="52768"/>
                </a:lnTo>
                <a:lnTo>
                  <a:pt x="543598" y="35306"/>
                </a:lnTo>
                <a:lnTo>
                  <a:pt x="543598" y="21869"/>
                </a:lnTo>
                <a:lnTo>
                  <a:pt x="542531" y="19291"/>
                </a:lnTo>
                <a:lnTo>
                  <a:pt x="540715" y="14922"/>
                </a:lnTo>
                <a:lnTo>
                  <a:pt x="529183" y="4699"/>
                </a:lnTo>
                <a:lnTo>
                  <a:pt x="524027" y="3060"/>
                </a:lnTo>
                <a:lnTo>
                  <a:pt x="524027" y="28130"/>
                </a:lnTo>
                <a:lnTo>
                  <a:pt x="524027" y="36474"/>
                </a:lnTo>
                <a:lnTo>
                  <a:pt x="522960" y="39382"/>
                </a:lnTo>
                <a:lnTo>
                  <a:pt x="522846" y="39687"/>
                </a:lnTo>
                <a:lnTo>
                  <a:pt x="518147" y="44272"/>
                </a:lnTo>
                <a:lnTo>
                  <a:pt x="514743" y="45415"/>
                </a:lnTo>
                <a:lnTo>
                  <a:pt x="499325" y="45415"/>
                </a:lnTo>
                <a:lnTo>
                  <a:pt x="499325" y="19291"/>
                </a:lnTo>
                <a:lnTo>
                  <a:pt x="514743" y="19291"/>
                </a:lnTo>
                <a:lnTo>
                  <a:pt x="518147" y="20421"/>
                </a:lnTo>
                <a:lnTo>
                  <a:pt x="522846" y="24917"/>
                </a:lnTo>
                <a:lnTo>
                  <a:pt x="524027" y="28130"/>
                </a:lnTo>
                <a:lnTo>
                  <a:pt x="524027" y="3060"/>
                </a:lnTo>
                <a:lnTo>
                  <a:pt x="521169" y="2133"/>
                </a:lnTo>
                <a:lnTo>
                  <a:pt x="480288" y="2133"/>
                </a:lnTo>
                <a:lnTo>
                  <a:pt x="480288" y="97040"/>
                </a:lnTo>
                <a:lnTo>
                  <a:pt x="499325" y="97040"/>
                </a:lnTo>
                <a:lnTo>
                  <a:pt x="499325" y="62585"/>
                </a:lnTo>
                <a:lnTo>
                  <a:pt x="513054" y="62585"/>
                </a:lnTo>
                <a:lnTo>
                  <a:pt x="515759" y="62928"/>
                </a:lnTo>
                <a:lnTo>
                  <a:pt x="520115" y="64401"/>
                </a:lnTo>
                <a:lnTo>
                  <a:pt x="519912" y="64401"/>
                </a:lnTo>
                <a:lnTo>
                  <a:pt x="521284" y="65582"/>
                </a:lnTo>
                <a:lnTo>
                  <a:pt x="523240" y="69342"/>
                </a:lnTo>
                <a:lnTo>
                  <a:pt x="523862" y="72072"/>
                </a:lnTo>
                <a:lnTo>
                  <a:pt x="524129" y="75653"/>
                </a:lnTo>
                <a:lnTo>
                  <a:pt x="525843" y="97040"/>
                </a:lnTo>
                <a:lnTo>
                  <a:pt x="545033" y="97040"/>
                </a:lnTo>
                <a:close/>
              </a:path>
              <a:path w="683260" h="99694">
                <a:moveTo>
                  <a:pt x="625233" y="2133"/>
                </a:moveTo>
                <a:lnTo>
                  <a:pt x="564819" y="2133"/>
                </a:lnTo>
                <a:lnTo>
                  <a:pt x="564819" y="97040"/>
                </a:lnTo>
                <a:lnTo>
                  <a:pt x="583857" y="97040"/>
                </a:lnTo>
                <a:lnTo>
                  <a:pt x="583857" y="58940"/>
                </a:lnTo>
                <a:lnTo>
                  <a:pt x="622833" y="58940"/>
                </a:lnTo>
                <a:lnTo>
                  <a:pt x="622833" y="42214"/>
                </a:lnTo>
                <a:lnTo>
                  <a:pt x="583857" y="42214"/>
                </a:lnTo>
                <a:lnTo>
                  <a:pt x="583857" y="19189"/>
                </a:lnTo>
                <a:lnTo>
                  <a:pt x="625233" y="19189"/>
                </a:lnTo>
                <a:lnTo>
                  <a:pt x="625233" y="11468"/>
                </a:lnTo>
                <a:lnTo>
                  <a:pt x="625233" y="2133"/>
                </a:lnTo>
                <a:close/>
              </a:path>
              <a:path w="683260" h="99694">
                <a:moveTo>
                  <a:pt x="683120" y="76860"/>
                </a:moveTo>
                <a:lnTo>
                  <a:pt x="662000" y="76860"/>
                </a:lnTo>
                <a:lnTo>
                  <a:pt x="662000" y="97040"/>
                </a:lnTo>
                <a:lnTo>
                  <a:pt x="683120" y="97040"/>
                </a:lnTo>
                <a:lnTo>
                  <a:pt x="683120" y="76860"/>
                </a:lnTo>
                <a:close/>
              </a:path>
              <a:path w="683260" h="99694">
                <a:moveTo>
                  <a:pt x="683120" y="27927"/>
                </a:moveTo>
                <a:lnTo>
                  <a:pt x="662000" y="27927"/>
                </a:lnTo>
                <a:lnTo>
                  <a:pt x="662000" y="48120"/>
                </a:lnTo>
                <a:lnTo>
                  <a:pt x="683120" y="48120"/>
                </a:lnTo>
                <a:lnTo>
                  <a:pt x="683120" y="27927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object 6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412418" y="2570247"/>
            <a:ext cx="388166" cy="116558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2900298" y="2568910"/>
            <a:ext cx="302895" cy="116839"/>
            <a:chOff x="2900298" y="2568910"/>
            <a:chExt cx="302895" cy="116839"/>
          </a:xfrm>
        </p:grpSpPr>
        <p:sp>
          <p:nvSpPr>
            <p:cNvPr id="70" name="object 70"/>
            <p:cNvSpPr/>
            <p:nvPr/>
          </p:nvSpPr>
          <p:spPr>
            <a:xfrm>
              <a:off x="2900298" y="2568910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8"/>
                  </a:moveTo>
                  <a:lnTo>
                    <a:pt x="31412" y="94458"/>
                  </a:lnTo>
                  <a:lnTo>
                    <a:pt x="30499" y="97400"/>
                  </a:lnTo>
                  <a:lnTo>
                    <a:pt x="26845" y="100964"/>
                  </a:lnTo>
                  <a:lnTo>
                    <a:pt x="23971" y="101855"/>
                  </a:lnTo>
                  <a:lnTo>
                    <a:pt x="0" y="101855"/>
                  </a:lnTo>
                  <a:lnTo>
                    <a:pt x="0" y="116291"/>
                  </a:lnTo>
                  <a:lnTo>
                    <a:pt x="31099" y="116291"/>
                  </a:lnTo>
                  <a:lnTo>
                    <a:pt x="38006" y="114131"/>
                  </a:lnTo>
                  <a:lnTo>
                    <a:pt x="47274" y="105487"/>
                  </a:lnTo>
                  <a:lnTo>
                    <a:pt x="49590" y="99181"/>
                  </a:lnTo>
                  <a:lnTo>
                    <a:pt x="49590" y="39032"/>
                  </a:lnTo>
                  <a:lnTo>
                    <a:pt x="39165" y="39032"/>
                  </a:lnTo>
                  <a:lnTo>
                    <a:pt x="31412" y="31278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8" y="24594"/>
                  </a:lnTo>
                  <a:lnTo>
                    <a:pt x="668" y="39032"/>
                  </a:lnTo>
                  <a:lnTo>
                    <a:pt x="31412" y="39032"/>
                  </a:lnTo>
                  <a:lnTo>
                    <a:pt x="31412" y="31278"/>
                  </a:lnTo>
                  <a:lnTo>
                    <a:pt x="49590" y="31278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8"/>
                  </a:moveTo>
                  <a:lnTo>
                    <a:pt x="31412" y="31278"/>
                  </a:lnTo>
                  <a:lnTo>
                    <a:pt x="39165" y="39032"/>
                  </a:lnTo>
                  <a:lnTo>
                    <a:pt x="49590" y="39032"/>
                  </a:lnTo>
                  <a:lnTo>
                    <a:pt x="49590" y="31278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4" y="0"/>
                  </a:lnTo>
                  <a:lnTo>
                    <a:pt x="31144" y="15773"/>
                  </a:lnTo>
                  <a:lnTo>
                    <a:pt x="49590" y="15773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977344" y="2591901"/>
              <a:ext cx="225528" cy="93300"/>
            </a:xfrm>
            <a:prstGeom prst="rect">
              <a:avLst/>
            </a:prstGeom>
          </p:spPr>
        </p:pic>
      </p:grpSp>
      <p:pic>
        <p:nvPicPr>
          <p:cNvPr id="72" name="object 72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04102" y="2758719"/>
            <a:ext cx="641621" cy="80424"/>
          </a:xfrm>
          <a:prstGeom prst="rect">
            <a:avLst/>
          </a:prstGeom>
        </p:spPr>
      </p:pic>
      <p:grpSp>
        <p:nvGrpSpPr>
          <p:cNvPr id="73" name="object 73"/>
          <p:cNvGrpSpPr/>
          <p:nvPr/>
        </p:nvGrpSpPr>
        <p:grpSpPr>
          <a:xfrm>
            <a:off x="1542073" y="2756937"/>
            <a:ext cx="324485" cy="83185"/>
            <a:chOff x="1542073" y="2756937"/>
            <a:chExt cx="324485" cy="83185"/>
          </a:xfrm>
        </p:grpSpPr>
        <p:sp>
          <p:nvSpPr>
            <p:cNvPr id="74" name="object 74"/>
            <p:cNvSpPr/>
            <p:nvPr/>
          </p:nvSpPr>
          <p:spPr>
            <a:xfrm>
              <a:off x="1542072" y="2756941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39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69"/>
                  </a:lnTo>
                  <a:lnTo>
                    <a:pt x="48082" y="8394"/>
                  </a:lnTo>
                  <a:lnTo>
                    <a:pt x="40716" y="2578"/>
                  </a:lnTo>
                  <a:lnTo>
                    <a:pt x="40716" y="35318"/>
                  </a:lnTo>
                  <a:lnTo>
                    <a:pt x="40716" y="47459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16" y="64465"/>
                  </a:lnTo>
                  <a:lnTo>
                    <a:pt x="39865" y="28740"/>
                  </a:lnTo>
                  <a:lnTo>
                    <a:pt x="40233" y="30238"/>
                  </a:lnTo>
                  <a:lnTo>
                    <a:pt x="40716" y="35318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59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49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85" y="80987"/>
                  </a:lnTo>
                  <a:lnTo>
                    <a:pt x="48082" y="74358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89"/>
                  </a:lnTo>
                  <a:lnTo>
                    <a:pt x="57023" y="49949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75739" y="2756937"/>
              <a:ext cx="190252" cy="82651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1925470" y="2713720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2563E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076966" y="2756937"/>
            <a:ext cx="371475" cy="83185"/>
            <a:chOff x="2076966" y="2756937"/>
            <a:chExt cx="371475" cy="83185"/>
          </a:xfrm>
        </p:grpSpPr>
        <p:sp>
          <p:nvSpPr>
            <p:cNvPr id="78" name="object 78"/>
            <p:cNvSpPr/>
            <p:nvPr/>
          </p:nvSpPr>
          <p:spPr>
            <a:xfrm>
              <a:off x="2076958" y="2756941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39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69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59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12" y="67614"/>
                  </a:lnTo>
                  <a:lnTo>
                    <a:pt x="20929" y="64465"/>
                  </a:lnTo>
                  <a:lnTo>
                    <a:pt x="39878" y="28740"/>
                  </a:lnTo>
                  <a:lnTo>
                    <a:pt x="40233" y="30238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802" y="52489"/>
                  </a:lnTo>
                  <a:lnTo>
                    <a:pt x="16306" y="47459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49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18"/>
                  </a:lnTo>
                  <a:lnTo>
                    <a:pt x="55892" y="57289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209965" y="2756937"/>
              <a:ext cx="192034" cy="82651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430871" y="2821009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4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1" name="object 8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551094" y="2758607"/>
            <a:ext cx="450015" cy="80535"/>
          </a:xfrm>
          <a:prstGeom prst="rect">
            <a:avLst/>
          </a:prstGeom>
        </p:spPr>
      </p:pic>
      <p:grpSp>
        <p:nvGrpSpPr>
          <p:cNvPr id="82" name="object 82"/>
          <p:cNvGrpSpPr/>
          <p:nvPr/>
        </p:nvGrpSpPr>
        <p:grpSpPr>
          <a:xfrm>
            <a:off x="2879434" y="2754264"/>
            <a:ext cx="2258060" cy="247015"/>
            <a:chOff x="2879434" y="2754264"/>
            <a:chExt cx="2258060" cy="247015"/>
          </a:xfrm>
        </p:grpSpPr>
        <p:pic>
          <p:nvPicPr>
            <p:cNvPr id="83" name="object 8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152883" y="2758607"/>
              <a:ext cx="115846" cy="80535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4352264" y="2758617"/>
              <a:ext cx="520700" cy="80645"/>
            </a:xfrm>
            <a:custGeom>
              <a:avLst/>
              <a:gdLst/>
              <a:ahLst/>
              <a:cxnLst/>
              <a:rect l="l" t="t" r="r" b="b"/>
              <a:pathLst>
                <a:path w="520700" h="80644">
                  <a:moveTo>
                    <a:pt x="52349" y="58915"/>
                  </a:moveTo>
                  <a:lnTo>
                    <a:pt x="42557" y="58254"/>
                  </a:lnTo>
                  <a:lnTo>
                    <a:pt x="41656" y="62712"/>
                  </a:lnTo>
                  <a:lnTo>
                    <a:pt x="39827" y="66052"/>
                  </a:lnTo>
                  <a:lnTo>
                    <a:pt x="34251" y="70510"/>
                  </a:lnTo>
                  <a:lnTo>
                    <a:pt x="30962" y="71615"/>
                  </a:lnTo>
                  <a:lnTo>
                    <a:pt x="21755" y="71615"/>
                  </a:lnTo>
                  <a:lnTo>
                    <a:pt x="17513" y="69672"/>
                  </a:lnTo>
                  <a:lnTo>
                    <a:pt x="11341" y="61874"/>
                  </a:lnTo>
                  <a:lnTo>
                    <a:pt x="9804" y="56502"/>
                  </a:lnTo>
                  <a:lnTo>
                    <a:pt x="9804" y="42849"/>
                  </a:lnTo>
                  <a:lnTo>
                    <a:pt x="11341" y="37477"/>
                  </a:lnTo>
                  <a:lnTo>
                    <a:pt x="17513" y="29679"/>
                  </a:lnTo>
                  <a:lnTo>
                    <a:pt x="21755" y="27736"/>
                  </a:lnTo>
                  <a:lnTo>
                    <a:pt x="30962" y="27736"/>
                  </a:lnTo>
                  <a:lnTo>
                    <a:pt x="34175" y="28790"/>
                  </a:lnTo>
                  <a:lnTo>
                    <a:pt x="39458" y="33020"/>
                  </a:lnTo>
                  <a:lnTo>
                    <a:pt x="41211" y="36055"/>
                  </a:lnTo>
                  <a:lnTo>
                    <a:pt x="42113" y="39979"/>
                  </a:lnTo>
                  <a:lnTo>
                    <a:pt x="51904" y="39319"/>
                  </a:lnTo>
                  <a:lnTo>
                    <a:pt x="31559" y="18821"/>
                  </a:lnTo>
                  <a:lnTo>
                    <a:pt x="21691" y="18821"/>
                  </a:lnTo>
                  <a:lnTo>
                    <a:pt x="0" y="43434"/>
                  </a:lnTo>
                  <a:lnTo>
                    <a:pt x="0" y="55918"/>
                  </a:lnTo>
                  <a:lnTo>
                    <a:pt x="21691" y="80530"/>
                  </a:lnTo>
                  <a:lnTo>
                    <a:pt x="27178" y="80530"/>
                  </a:lnTo>
                  <a:lnTo>
                    <a:pt x="31559" y="80530"/>
                  </a:lnTo>
                  <a:lnTo>
                    <a:pt x="51536" y="63296"/>
                  </a:lnTo>
                  <a:lnTo>
                    <a:pt x="52349" y="58915"/>
                  </a:lnTo>
                  <a:close/>
                </a:path>
                <a:path w="520700" h="80644">
                  <a:moveTo>
                    <a:pt x="119189" y="20154"/>
                  </a:moveTo>
                  <a:lnTo>
                    <a:pt x="102819" y="20154"/>
                  </a:lnTo>
                  <a:lnTo>
                    <a:pt x="99441" y="21399"/>
                  </a:lnTo>
                  <a:lnTo>
                    <a:pt x="94386" y="26377"/>
                  </a:lnTo>
                  <a:lnTo>
                    <a:pt x="92824" y="30187"/>
                  </a:lnTo>
                  <a:lnTo>
                    <a:pt x="92875" y="31496"/>
                  </a:lnTo>
                  <a:lnTo>
                    <a:pt x="92811" y="30353"/>
                  </a:lnTo>
                  <a:lnTo>
                    <a:pt x="92697" y="28397"/>
                  </a:lnTo>
                  <a:lnTo>
                    <a:pt x="92443" y="23837"/>
                  </a:lnTo>
                  <a:lnTo>
                    <a:pt x="92303" y="21399"/>
                  </a:lnTo>
                  <a:lnTo>
                    <a:pt x="92227" y="20154"/>
                  </a:lnTo>
                  <a:lnTo>
                    <a:pt x="69062" y="20154"/>
                  </a:lnTo>
                  <a:lnTo>
                    <a:pt x="69062" y="28397"/>
                  </a:lnTo>
                  <a:lnTo>
                    <a:pt x="84429" y="28397"/>
                  </a:lnTo>
                  <a:lnTo>
                    <a:pt x="84429" y="70954"/>
                  </a:lnTo>
                  <a:lnTo>
                    <a:pt x="69062" y="70954"/>
                  </a:lnTo>
                  <a:lnTo>
                    <a:pt x="69062" y="79197"/>
                  </a:lnTo>
                  <a:lnTo>
                    <a:pt x="112509" y="79197"/>
                  </a:lnTo>
                  <a:lnTo>
                    <a:pt x="112509" y="75412"/>
                  </a:lnTo>
                  <a:lnTo>
                    <a:pt x="112509" y="70954"/>
                  </a:lnTo>
                  <a:lnTo>
                    <a:pt x="93789" y="70954"/>
                  </a:lnTo>
                  <a:lnTo>
                    <a:pt x="93789" y="40284"/>
                  </a:lnTo>
                  <a:lnTo>
                    <a:pt x="94310" y="37553"/>
                  </a:lnTo>
                  <a:lnTo>
                    <a:pt x="95059" y="35979"/>
                  </a:lnTo>
                  <a:lnTo>
                    <a:pt x="96393" y="33172"/>
                  </a:lnTo>
                  <a:lnTo>
                    <a:pt x="97891" y="31496"/>
                  </a:lnTo>
                  <a:lnTo>
                    <a:pt x="101828" y="29197"/>
                  </a:lnTo>
                  <a:lnTo>
                    <a:pt x="104267" y="28625"/>
                  </a:lnTo>
                  <a:lnTo>
                    <a:pt x="119189" y="28625"/>
                  </a:lnTo>
                  <a:lnTo>
                    <a:pt x="119189" y="20154"/>
                  </a:lnTo>
                  <a:close/>
                </a:path>
                <a:path w="520700" h="80644">
                  <a:moveTo>
                    <a:pt x="167424" y="0"/>
                  </a:moveTo>
                  <a:lnTo>
                    <a:pt x="157619" y="0"/>
                  </a:lnTo>
                  <a:lnTo>
                    <a:pt x="157619" y="10909"/>
                  </a:lnTo>
                  <a:lnTo>
                    <a:pt x="167424" y="10909"/>
                  </a:lnTo>
                  <a:lnTo>
                    <a:pt x="167424" y="0"/>
                  </a:lnTo>
                  <a:close/>
                </a:path>
                <a:path w="520700" h="80644">
                  <a:moveTo>
                    <a:pt x="188252" y="70954"/>
                  </a:moveTo>
                  <a:lnTo>
                    <a:pt x="167868" y="70954"/>
                  </a:lnTo>
                  <a:lnTo>
                    <a:pt x="167868" y="28397"/>
                  </a:lnTo>
                  <a:lnTo>
                    <a:pt x="167868" y="23837"/>
                  </a:lnTo>
                  <a:lnTo>
                    <a:pt x="167868" y="20154"/>
                  </a:lnTo>
                  <a:lnTo>
                    <a:pt x="135902" y="20154"/>
                  </a:lnTo>
                  <a:lnTo>
                    <a:pt x="135902" y="28397"/>
                  </a:lnTo>
                  <a:lnTo>
                    <a:pt x="158508" y="28397"/>
                  </a:lnTo>
                  <a:lnTo>
                    <a:pt x="158508" y="70954"/>
                  </a:lnTo>
                  <a:lnTo>
                    <a:pt x="134785" y="70954"/>
                  </a:lnTo>
                  <a:lnTo>
                    <a:pt x="134785" y="79197"/>
                  </a:lnTo>
                  <a:lnTo>
                    <a:pt x="188252" y="79197"/>
                  </a:lnTo>
                  <a:lnTo>
                    <a:pt x="188252" y="70954"/>
                  </a:lnTo>
                  <a:close/>
                </a:path>
                <a:path w="520700" h="80644">
                  <a:moveTo>
                    <a:pt x="250634" y="20154"/>
                  </a:moveTo>
                  <a:lnTo>
                    <a:pt x="227126" y="20154"/>
                  </a:lnTo>
                  <a:lnTo>
                    <a:pt x="227126" y="6350"/>
                  </a:lnTo>
                  <a:lnTo>
                    <a:pt x="217766" y="6350"/>
                  </a:lnTo>
                  <a:lnTo>
                    <a:pt x="217766" y="20154"/>
                  </a:lnTo>
                  <a:lnTo>
                    <a:pt x="198272" y="20154"/>
                  </a:lnTo>
                  <a:lnTo>
                    <a:pt x="198272" y="28397"/>
                  </a:lnTo>
                  <a:lnTo>
                    <a:pt x="217766" y="28397"/>
                  </a:lnTo>
                  <a:lnTo>
                    <a:pt x="217766" y="68427"/>
                  </a:lnTo>
                  <a:lnTo>
                    <a:pt x="219176" y="72517"/>
                  </a:lnTo>
                  <a:lnTo>
                    <a:pt x="224828" y="77863"/>
                  </a:lnTo>
                  <a:lnTo>
                    <a:pt x="229095" y="79197"/>
                  </a:lnTo>
                  <a:lnTo>
                    <a:pt x="250634" y="79197"/>
                  </a:lnTo>
                  <a:lnTo>
                    <a:pt x="250634" y="70954"/>
                  </a:lnTo>
                  <a:lnTo>
                    <a:pt x="232219" y="70954"/>
                  </a:lnTo>
                  <a:lnTo>
                    <a:pt x="230276" y="70307"/>
                  </a:lnTo>
                  <a:lnTo>
                    <a:pt x="227761" y="67703"/>
                  </a:lnTo>
                  <a:lnTo>
                    <a:pt x="227126" y="65684"/>
                  </a:lnTo>
                  <a:lnTo>
                    <a:pt x="227126" y="28397"/>
                  </a:lnTo>
                  <a:lnTo>
                    <a:pt x="250634" y="28397"/>
                  </a:lnTo>
                  <a:lnTo>
                    <a:pt x="250634" y="20154"/>
                  </a:lnTo>
                  <a:close/>
                </a:path>
                <a:path w="520700" h="80644">
                  <a:moveTo>
                    <a:pt x="301091" y="0"/>
                  </a:moveTo>
                  <a:lnTo>
                    <a:pt x="291287" y="0"/>
                  </a:lnTo>
                  <a:lnTo>
                    <a:pt x="291287" y="10909"/>
                  </a:lnTo>
                  <a:lnTo>
                    <a:pt x="301091" y="10909"/>
                  </a:lnTo>
                  <a:lnTo>
                    <a:pt x="301091" y="0"/>
                  </a:lnTo>
                  <a:close/>
                </a:path>
                <a:path w="520700" h="80644">
                  <a:moveTo>
                    <a:pt x="321919" y="70954"/>
                  </a:moveTo>
                  <a:lnTo>
                    <a:pt x="301536" y="70954"/>
                  </a:lnTo>
                  <a:lnTo>
                    <a:pt x="301536" y="28397"/>
                  </a:lnTo>
                  <a:lnTo>
                    <a:pt x="301536" y="23837"/>
                  </a:lnTo>
                  <a:lnTo>
                    <a:pt x="301536" y="20154"/>
                  </a:lnTo>
                  <a:lnTo>
                    <a:pt x="269570" y="20154"/>
                  </a:lnTo>
                  <a:lnTo>
                    <a:pt x="269570" y="28397"/>
                  </a:lnTo>
                  <a:lnTo>
                    <a:pt x="292176" y="28397"/>
                  </a:lnTo>
                  <a:lnTo>
                    <a:pt x="292176" y="70954"/>
                  </a:lnTo>
                  <a:lnTo>
                    <a:pt x="268452" y="70954"/>
                  </a:lnTo>
                  <a:lnTo>
                    <a:pt x="268452" y="79197"/>
                  </a:lnTo>
                  <a:lnTo>
                    <a:pt x="321919" y="79197"/>
                  </a:lnTo>
                  <a:lnTo>
                    <a:pt x="321919" y="70954"/>
                  </a:lnTo>
                  <a:close/>
                </a:path>
                <a:path w="520700" h="80644">
                  <a:moveTo>
                    <a:pt x="386524" y="58915"/>
                  </a:moveTo>
                  <a:lnTo>
                    <a:pt x="376720" y="58254"/>
                  </a:lnTo>
                  <a:lnTo>
                    <a:pt x="375831" y="62712"/>
                  </a:lnTo>
                  <a:lnTo>
                    <a:pt x="373989" y="66052"/>
                  </a:lnTo>
                  <a:lnTo>
                    <a:pt x="368427" y="70510"/>
                  </a:lnTo>
                  <a:lnTo>
                    <a:pt x="365137" y="71615"/>
                  </a:lnTo>
                  <a:lnTo>
                    <a:pt x="355930" y="71615"/>
                  </a:lnTo>
                  <a:lnTo>
                    <a:pt x="351675" y="69672"/>
                  </a:lnTo>
                  <a:lnTo>
                    <a:pt x="345516" y="61874"/>
                  </a:lnTo>
                  <a:lnTo>
                    <a:pt x="343979" y="56502"/>
                  </a:lnTo>
                  <a:lnTo>
                    <a:pt x="343979" y="42849"/>
                  </a:lnTo>
                  <a:lnTo>
                    <a:pt x="345516" y="37477"/>
                  </a:lnTo>
                  <a:lnTo>
                    <a:pt x="351675" y="29679"/>
                  </a:lnTo>
                  <a:lnTo>
                    <a:pt x="355930" y="27736"/>
                  </a:lnTo>
                  <a:lnTo>
                    <a:pt x="365137" y="27736"/>
                  </a:lnTo>
                  <a:lnTo>
                    <a:pt x="368350" y="28790"/>
                  </a:lnTo>
                  <a:lnTo>
                    <a:pt x="373621" y="33020"/>
                  </a:lnTo>
                  <a:lnTo>
                    <a:pt x="375386" y="36055"/>
                  </a:lnTo>
                  <a:lnTo>
                    <a:pt x="376275" y="39979"/>
                  </a:lnTo>
                  <a:lnTo>
                    <a:pt x="386080" y="39319"/>
                  </a:lnTo>
                  <a:lnTo>
                    <a:pt x="365734" y="18821"/>
                  </a:lnTo>
                  <a:lnTo>
                    <a:pt x="355854" y="18821"/>
                  </a:lnTo>
                  <a:lnTo>
                    <a:pt x="334175" y="43434"/>
                  </a:lnTo>
                  <a:lnTo>
                    <a:pt x="334175" y="55918"/>
                  </a:lnTo>
                  <a:lnTo>
                    <a:pt x="355854" y="80530"/>
                  </a:lnTo>
                  <a:lnTo>
                    <a:pt x="361353" y="80530"/>
                  </a:lnTo>
                  <a:lnTo>
                    <a:pt x="365734" y="80530"/>
                  </a:lnTo>
                  <a:lnTo>
                    <a:pt x="385711" y="63296"/>
                  </a:lnTo>
                  <a:lnTo>
                    <a:pt x="386524" y="58915"/>
                  </a:lnTo>
                  <a:close/>
                </a:path>
                <a:path w="520700" h="80644">
                  <a:moveTo>
                    <a:pt x="455574" y="79006"/>
                  </a:moveTo>
                  <a:lnTo>
                    <a:pt x="454469" y="79006"/>
                  </a:lnTo>
                  <a:lnTo>
                    <a:pt x="454469" y="70954"/>
                  </a:lnTo>
                  <a:lnTo>
                    <a:pt x="449503" y="70954"/>
                  </a:lnTo>
                  <a:lnTo>
                    <a:pt x="448602" y="70688"/>
                  </a:lnTo>
                  <a:lnTo>
                    <a:pt x="447459" y="69684"/>
                  </a:lnTo>
                  <a:lnTo>
                    <a:pt x="447167" y="68859"/>
                  </a:lnTo>
                  <a:lnTo>
                    <a:pt x="447116" y="67170"/>
                  </a:lnTo>
                  <a:lnTo>
                    <a:pt x="447116" y="50673"/>
                  </a:lnTo>
                  <a:lnTo>
                    <a:pt x="447116" y="35382"/>
                  </a:lnTo>
                  <a:lnTo>
                    <a:pt x="445160" y="29502"/>
                  </a:lnTo>
                  <a:lnTo>
                    <a:pt x="443522" y="27736"/>
                  </a:lnTo>
                  <a:lnTo>
                    <a:pt x="437286" y="20955"/>
                  </a:lnTo>
                  <a:lnTo>
                    <a:pt x="431749" y="18821"/>
                  </a:lnTo>
                  <a:lnTo>
                    <a:pt x="417931" y="18821"/>
                  </a:lnTo>
                  <a:lnTo>
                    <a:pt x="412496" y="20548"/>
                  </a:lnTo>
                  <a:lnTo>
                    <a:pt x="404101" y="27457"/>
                  </a:lnTo>
                  <a:lnTo>
                    <a:pt x="401447" y="31965"/>
                  </a:lnTo>
                  <a:lnTo>
                    <a:pt x="400316" y="37604"/>
                  </a:lnTo>
                  <a:lnTo>
                    <a:pt x="401294" y="37604"/>
                  </a:lnTo>
                  <a:lnTo>
                    <a:pt x="410248" y="38315"/>
                  </a:lnTo>
                  <a:lnTo>
                    <a:pt x="420535" y="27736"/>
                  </a:lnTo>
                  <a:lnTo>
                    <a:pt x="428853" y="27736"/>
                  </a:lnTo>
                  <a:lnTo>
                    <a:pt x="432104" y="28956"/>
                  </a:lnTo>
                  <a:lnTo>
                    <a:pt x="436638" y="33858"/>
                  </a:lnTo>
                  <a:lnTo>
                    <a:pt x="437769" y="37604"/>
                  </a:lnTo>
                  <a:lnTo>
                    <a:pt x="437769" y="42659"/>
                  </a:lnTo>
                  <a:lnTo>
                    <a:pt x="437769" y="50673"/>
                  </a:lnTo>
                  <a:lnTo>
                    <a:pt x="423735" y="72288"/>
                  </a:lnTo>
                  <a:lnTo>
                    <a:pt x="416382" y="72288"/>
                  </a:lnTo>
                  <a:lnTo>
                    <a:pt x="414007" y="71602"/>
                  </a:lnTo>
                  <a:lnTo>
                    <a:pt x="413854" y="71602"/>
                  </a:lnTo>
                  <a:lnTo>
                    <a:pt x="409968" y="68478"/>
                  </a:lnTo>
                  <a:lnTo>
                    <a:pt x="409028" y="66344"/>
                  </a:lnTo>
                  <a:lnTo>
                    <a:pt x="409028" y="61150"/>
                  </a:lnTo>
                  <a:lnTo>
                    <a:pt x="409702" y="59436"/>
                  </a:lnTo>
                  <a:lnTo>
                    <a:pt x="409803" y="59156"/>
                  </a:lnTo>
                  <a:lnTo>
                    <a:pt x="412927" y="56121"/>
                  </a:lnTo>
                  <a:lnTo>
                    <a:pt x="415709" y="54991"/>
                  </a:lnTo>
                  <a:lnTo>
                    <a:pt x="419722" y="54241"/>
                  </a:lnTo>
                  <a:lnTo>
                    <a:pt x="437769" y="50673"/>
                  </a:lnTo>
                  <a:lnTo>
                    <a:pt x="437769" y="42659"/>
                  </a:lnTo>
                  <a:lnTo>
                    <a:pt x="411480" y="47929"/>
                  </a:lnTo>
                  <a:lnTo>
                    <a:pt x="406742" y="49949"/>
                  </a:lnTo>
                  <a:lnTo>
                    <a:pt x="400723" y="55524"/>
                  </a:lnTo>
                  <a:lnTo>
                    <a:pt x="399326" y="59156"/>
                  </a:lnTo>
                  <a:lnTo>
                    <a:pt x="399224" y="67678"/>
                  </a:lnTo>
                  <a:lnTo>
                    <a:pt x="400075" y="70485"/>
                  </a:lnTo>
                  <a:lnTo>
                    <a:pt x="403491" y="75311"/>
                  </a:lnTo>
                  <a:lnTo>
                    <a:pt x="405828" y="77190"/>
                  </a:lnTo>
                  <a:lnTo>
                    <a:pt x="411975" y="79959"/>
                  </a:lnTo>
                  <a:lnTo>
                    <a:pt x="412242" y="79959"/>
                  </a:lnTo>
                  <a:lnTo>
                    <a:pt x="415112" y="80530"/>
                  </a:lnTo>
                  <a:lnTo>
                    <a:pt x="422249" y="80530"/>
                  </a:lnTo>
                  <a:lnTo>
                    <a:pt x="425437" y="79959"/>
                  </a:lnTo>
                  <a:lnTo>
                    <a:pt x="431380" y="77647"/>
                  </a:lnTo>
                  <a:lnTo>
                    <a:pt x="433844" y="76060"/>
                  </a:lnTo>
                  <a:lnTo>
                    <a:pt x="437349" y="72415"/>
                  </a:lnTo>
                  <a:lnTo>
                    <a:pt x="437476" y="72288"/>
                  </a:lnTo>
                  <a:lnTo>
                    <a:pt x="437781" y="71970"/>
                  </a:lnTo>
                  <a:lnTo>
                    <a:pt x="437984" y="71602"/>
                  </a:lnTo>
                  <a:lnTo>
                    <a:pt x="437921" y="70485"/>
                  </a:lnTo>
                  <a:lnTo>
                    <a:pt x="438023" y="70954"/>
                  </a:lnTo>
                  <a:lnTo>
                    <a:pt x="438111" y="71374"/>
                  </a:lnTo>
                  <a:lnTo>
                    <a:pt x="438340" y="70954"/>
                  </a:lnTo>
                  <a:lnTo>
                    <a:pt x="438327" y="72415"/>
                  </a:lnTo>
                  <a:lnTo>
                    <a:pt x="440105" y="76060"/>
                  </a:lnTo>
                  <a:lnTo>
                    <a:pt x="441426" y="77381"/>
                  </a:lnTo>
                  <a:lnTo>
                    <a:pt x="444906" y="79006"/>
                  </a:lnTo>
                  <a:lnTo>
                    <a:pt x="447052" y="79413"/>
                  </a:lnTo>
                  <a:lnTo>
                    <a:pt x="453148" y="79413"/>
                  </a:lnTo>
                  <a:lnTo>
                    <a:pt x="455574" y="79006"/>
                  </a:lnTo>
                  <a:close/>
                </a:path>
                <a:path w="520700" h="80644">
                  <a:moveTo>
                    <a:pt x="520192" y="70954"/>
                  </a:moveTo>
                  <a:lnTo>
                    <a:pt x="499808" y="70954"/>
                  </a:lnTo>
                  <a:lnTo>
                    <a:pt x="499808" y="11176"/>
                  </a:lnTo>
                  <a:lnTo>
                    <a:pt x="498411" y="7073"/>
                  </a:lnTo>
                  <a:lnTo>
                    <a:pt x="492848" y="1498"/>
                  </a:lnTo>
                  <a:lnTo>
                    <a:pt x="488746" y="101"/>
                  </a:lnTo>
                  <a:lnTo>
                    <a:pt x="468960" y="101"/>
                  </a:lnTo>
                  <a:lnTo>
                    <a:pt x="468960" y="8356"/>
                  </a:lnTo>
                  <a:lnTo>
                    <a:pt x="485254" y="8356"/>
                  </a:lnTo>
                  <a:lnTo>
                    <a:pt x="487108" y="9017"/>
                  </a:lnTo>
                  <a:lnTo>
                    <a:pt x="489788" y="11696"/>
                  </a:lnTo>
                  <a:lnTo>
                    <a:pt x="490448" y="13550"/>
                  </a:lnTo>
                  <a:lnTo>
                    <a:pt x="490448" y="70954"/>
                  </a:lnTo>
                  <a:lnTo>
                    <a:pt x="466725" y="70954"/>
                  </a:lnTo>
                  <a:lnTo>
                    <a:pt x="466725" y="79197"/>
                  </a:lnTo>
                  <a:lnTo>
                    <a:pt x="520192" y="79197"/>
                  </a:lnTo>
                  <a:lnTo>
                    <a:pt x="520192" y="75857"/>
                  </a:lnTo>
                  <a:lnTo>
                    <a:pt x="520192" y="7095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079083" y="2754264"/>
              <a:ext cx="1391001" cy="24639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879434" y="2909764"/>
              <a:ext cx="319689" cy="74185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504616" y="2969023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6014" y="13590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6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620907" y="2909764"/>
              <a:ext cx="182233" cy="74185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891138" y="2903422"/>
              <a:ext cx="111125" cy="96520"/>
            </a:xfrm>
            <a:custGeom>
              <a:avLst/>
              <a:gdLst/>
              <a:ahLst/>
              <a:cxnLst/>
              <a:rect l="l" t="t" r="r" b="b"/>
              <a:pathLst>
                <a:path w="111125" h="96519">
                  <a:moveTo>
                    <a:pt x="36639" y="0"/>
                  </a:moveTo>
                  <a:lnTo>
                    <a:pt x="26835" y="0"/>
                  </a:lnTo>
                  <a:lnTo>
                    <a:pt x="26835" y="10909"/>
                  </a:lnTo>
                  <a:lnTo>
                    <a:pt x="36639" y="10909"/>
                  </a:lnTo>
                  <a:lnTo>
                    <a:pt x="36639" y="0"/>
                  </a:lnTo>
                  <a:close/>
                </a:path>
                <a:path w="111125" h="96519">
                  <a:moveTo>
                    <a:pt x="36753" y="20154"/>
                  </a:moveTo>
                  <a:lnTo>
                    <a:pt x="1104" y="20154"/>
                  </a:lnTo>
                  <a:lnTo>
                    <a:pt x="1104" y="28397"/>
                  </a:lnTo>
                  <a:lnTo>
                    <a:pt x="27393" y="28397"/>
                  </a:lnTo>
                  <a:lnTo>
                    <a:pt x="27393" y="82092"/>
                  </a:lnTo>
                  <a:lnTo>
                    <a:pt x="26543" y="84620"/>
                  </a:lnTo>
                  <a:lnTo>
                    <a:pt x="23774" y="87033"/>
                  </a:lnTo>
                  <a:lnTo>
                    <a:pt x="21602" y="87668"/>
                  </a:lnTo>
                  <a:lnTo>
                    <a:pt x="0" y="87668"/>
                  </a:lnTo>
                  <a:lnTo>
                    <a:pt x="0" y="95910"/>
                  </a:lnTo>
                  <a:lnTo>
                    <a:pt x="25768" y="95910"/>
                  </a:lnTo>
                  <a:lnTo>
                    <a:pt x="30073" y="94475"/>
                  </a:lnTo>
                  <a:lnTo>
                    <a:pt x="35420" y="88760"/>
                  </a:lnTo>
                  <a:lnTo>
                    <a:pt x="36753" y="84620"/>
                  </a:lnTo>
                  <a:lnTo>
                    <a:pt x="36753" y="28397"/>
                  </a:lnTo>
                  <a:lnTo>
                    <a:pt x="36753" y="23837"/>
                  </a:lnTo>
                  <a:lnTo>
                    <a:pt x="36753" y="20154"/>
                  </a:lnTo>
                  <a:close/>
                </a:path>
                <a:path w="111125" h="96519">
                  <a:moveTo>
                    <a:pt x="110718" y="20154"/>
                  </a:moveTo>
                  <a:lnTo>
                    <a:pt x="101358" y="20154"/>
                  </a:lnTo>
                  <a:lnTo>
                    <a:pt x="101358" y="60629"/>
                  </a:lnTo>
                  <a:lnTo>
                    <a:pt x="100076" y="64604"/>
                  </a:lnTo>
                  <a:lnTo>
                    <a:pt x="100025" y="64770"/>
                  </a:lnTo>
                  <a:lnTo>
                    <a:pt x="94678" y="70789"/>
                  </a:lnTo>
                  <a:lnTo>
                    <a:pt x="91033" y="72288"/>
                  </a:lnTo>
                  <a:lnTo>
                    <a:pt x="82207" y="72288"/>
                  </a:lnTo>
                  <a:lnTo>
                    <a:pt x="79070" y="70929"/>
                  </a:lnTo>
                  <a:lnTo>
                    <a:pt x="74980" y="65519"/>
                  </a:lnTo>
                  <a:lnTo>
                    <a:pt x="73964" y="61302"/>
                  </a:lnTo>
                  <a:lnTo>
                    <a:pt x="73964" y="20154"/>
                  </a:lnTo>
                  <a:lnTo>
                    <a:pt x="64604" y="20154"/>
                  </a:lnTo>
                  <a:lnTo>
                    <a:pt x="64719" y="65519"/>
                  </a:lnTo>
                  <a:lnTo>
                    <a:pt x="78003" y="80530"/>
                  </a:lnTo>
                  <a:lnTo>
                    <a:pt x="88925" y="80530"/>
                  </a:lnTo>
                  <a:lnTo>
                    <a:pt x="93116" y="79209"/>
                  </a:lnTo>
                  <a:lnTo>
                    <a:pt x="99796" y="73939"/>
                  </a:lnTo>
                  <a:lnTo>
                    <a:pt x="100799" y="72288"/>
                  </a:lnTo>
                  <a:lnTo>
                    <a:pt x="101625" y="70929"/>
                  </a:lnTo>
                  <a:lnTo>
                    <a:pt x="101714" y="70789"/>
                  </a:lnTo>
                  <a:lnTo>
                    <a:pt x="101803" y="64604"/>
                  </a:lnTo>
                  <a:lnTo>
                    <a:pt x="101803" y="70637"/>
                  </a:lnTo>
                  <a:lnTo>
                    <a:pt x="101803" y="79209"/>
                  </a:lnTo>
                  <a:lnTo>
                    <a:pt x="110718" y="79209"/>
                  </a:lnTo>
                  <a:lnTo>
                    <a:pt x="110718" y="64604"/>
                  </a:lnTo>
                  <a:lnTo>
                    <a:pt x="110718" y="2015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021465" y="2909764"/>
              <a:ext cx="115845" cy="74185"/>
            </a:xfrm>
            <a:prstGeom prst="rect">
              <a:avLst/>
            </a:prstGeom>
          </p:spPr>
        </p:pic>
      </p:grpSp>
      <p:pic>
        <p:nvPicPr>
          <p:cNvPr id="91" name="object 91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953778" y="2758719"/>
            <a:ext cx="186021" cy="80424"/>
          </a:xfrm>
          <a:prstGeom prst="rect">
            <a:avLst/>
          </a:prstGeom>
        </p:spPr>
      </p:pic>
      <p:sp>
        <p:nvSpPr>
          <p:cNvPr id="92" name="object 92"/>
          <p:cNvSpPr/>
          <p:nvPr/>
        </p:nvSpPr>
        <p:spPr>
          <a:xfrm>
            <a:off x="5221109" y="2764967"/>
            <a:ext cx="518159" cy="74295"/>
          </a:xfrm>
          <a:custGeom>
            <a:avLst/>
            <a:gdLst/>
            <a:ahLst/>
            <a:cxnLst/>
            <a:rect l="l" t="t" r="r" b="b"/>
            <a:pathLst>
              <a:path w="518160" h="74294">
                <a:moveTo>
                  <a:pt x="52349" y="52565"/>
                </a:moveTo>
                <a:lnTo>
                  <a:pt x="42545" y="51904"/>
                </a:lnTo>
                <a:lnTo>
                  <a:pt x="41656" y="56362"/>
                </a:lnTo>
                <a:lnTo>
                  <a:pt x="39827" y="59702"/>
                </a:lnTo>
                <a:lnTo>
                  <a:pt x="34251" y="64160"/>
                </a:lnTo>
                <a:lnTo>
                  <a:pt x="30962" y="65265"/>
                </a:lnTo>
                <a:lnTo>
                  <a:pt x="21755" y="65265"/>
                </a:lnTo>
                <a:lnTo>
                  <a:pt x="17500" y="63322"/>
                </a:lnTo>
                <a:lnTo>
                  <a:pt x="11341" y="55524"/>
                </a:lnTo>
                <a:lnTo>
                  <a:pt x="9804" y="50152"/>
                </a:lnTo>
                <a:lnTo>
                  <a:pt x="9804" y="36499"/>
                </a:lnTo>
                <a:lnTo>
                  <a:pt x="11341" y="31127"/>
                </a:lnTo>
                <a:lnTo>
                  <a:pt x="17500" y="23329"/>
                </a:lnTo>
                <a:lnTo>
                  <a:pt x="21755" y="21386"/>
                </a:lnTo>
                <a:lnTo>
                  <a:pt x="30962" y="21386"/>
                </a:lnTo>
                <a:lnTo>
                  <a:pt x="34175" y="22440"/>
                </a:lnTo>
                <a:lnTo>
                  <a:pt x="39446" y="26670"/>
                </a:lnTo>
                <a:lnTo>
                  <a:pt x="41211" y="29705"/>
                </a:lnTo>
                <a:lnTo>
                  <a:pt x="42100" y="33629"/>
                </a:lnTo>
                <a:lnTo>
                  <a:pt x="51904" y="32969"/>
                </a:lnTo>
                <a:lnTo>
                  <a:pt x="31559" y="12471"/>
                </a:lnTo>
                <a:lnTo>
                  <a:pt x="21678" y="12471"/>
                </a:lnTo>
                <a:lnTo>
                  <a:pt x="0" y="37084"/>
                </a:lnTo>
                <a:lnTo>
                  <a:pt x="0" y="49568"/>
                </a:lnTo>
                <a:lnTo>
                  <a:pt x="21678" y="74180"/>
                </a:lnTo>
                <a:lnTo>
                  <a:pt x="27178" y="74180"/>
                </a:lnTo>
                <a:lnTo>
                  <a:pt x="31559" y="74180"/>
                </a:lnTo>
                <a:lnTo>
                  <a:pt x="51536" y="56946"/>
                </a:lnTo>
                <a:lnTo>
                  <a:pt x="52349" y="52565"/>
                </a:lnTo>
                <a:close/>
              </a:path>
              <a:path w="518160" h="74294">
                <a:moveTo>
                  <a:pt x="119303" y="36499"/>
                </a:moveTo>
                <a:lnTo>
                  <a:pt x="118300" y="31559"/>
                </a:lnTo>
                <a:lnTo>
                  <a:pt x="113842" y="22352"/>
                </a:lnTo>
                <a:lnTo>
                  <a:pt x="112991" y="21386"/>
                </a:lnTo>
                <a:lnTo>
                  <a:pt x="110705" y="18783"/>
                </a:lnTo>
                <a:lnTo>
                  <a:pt x="109613" y="18110"/>
                </a:lnTo>
                <a:lnTo>
                  <a:pt x="109613" y="36499"/>
                </a:lnTo>
                <a:lnTo>
                  <a:pt x="109613" y="50152"/>
                </a:lnTo>
                <a:lnTo>
                  <a:pt x="108102" y="55524"/>
                </a:lnTo>
                <a:lnTo>
                  <a:pt x="102082" y="63322"/>
                </a:lnTo>
                <a:lnTo>
                  <a:pt x="97878" y="65265"/>
                </a:lnTo>
                <a:lnTo>
                  <a:pt x="87033" y="65265"/>
                </a:lnTo>
                <a:lnTo>
                  <a:pt x="82816" y="63322"/>
                </a:lnTo>
                <a:lnTo>
                  <a:pt x="76809" y="55524"/>
                </a:lnTo>
                <a:lnTo>
                  <a:pt x="75298" y="50152"/>
                </a:lnTo>
                <a:lnTo>
                  <a:pt x="75298" y="36499"/>
                </a:lnTo>
                <a:lnTo>
                  <a:pt x="76682" y="31559"/>
                </a:lnTo>
                <a:lnTo>
                  <a:pt x="76809" y="31127"/>
                </a:lnTo>
                <a:lnTo>
                  <a:pt x="82816" y="23329"/>
                </a:lnTo>
                <a:lnTo>
                  <a:pt x="87033" y="21386"/>
                </a:lnTo>
                <a:lnTo>
                  <a:pt x="97878" y="21386"/>
                </a:lnTo>
                <a:lnTo>
                  <a:pt x="102082" y="23329"/>
                </a:lnTo>
                <a:lnTo>
                  <a:pt x="108102" y="31127"/>
                </a:lnTo>
                <a:lnTo>
                  <a:pt x="109613" y="36499"/>
                </a:lnTo>
                <a:lnTo>
                  <a:pt x="109613" y="18110"/>
                </a:lnTo>
                <a:lnTo>
                  <a:pt x="102603" y="13728"/>
                </a:lnTo>
                <a:lnTo>
                  <a:pt x="97878" y="12471"/>
                </a:lnTo>
                <a:lnTo>
                  <a:pt x="87033" y="12471"/>
                </a:lnTo>
                <a:lnTo>
                  <a:pt x="65608" y="36499"/>
                </a:lnTo>
                <a:lnTo>
                  <a:pt x="65620" y="50152"/>
                </a:lnTo>
                <a:lnTo>
                  <a:pt x="87033" y="74180"/>
                </a:lnTo>
                <a:lnTo>
                  <a:pt x="97878" y="74180"/>
                </a:lnTo>
                <a:lnTo>
                  <a:pt x="102603" y="72923"/>
                </a:lnTo>
                <a:lnTo>
                  <a:pt x="110705" y="67868"/>
                </a:lnTo>
                <a:lnTo>
                  <a:pt x="112979" y="65265"/>
                </a:lnTo>
                <a:lnTo>
                  <a:pt x="113842" y="64287"/>
                </a:lnTo>
                <a:lnTo>
                  <a:pt x="118300" y="55003"/>
                </a:lnTo>
                <a:lnTo>
                  <a:pt x="119291" y="50152"/>
                </a:lnTo>
                <a:lnTo>
                  <a:pt x="119303" y="36499"/>
                </a:lnTo>
                <a:close/>
              </a:path>
              <a:path w="518160" h="74294">
                <a:moveTo>
                  <a:pt x="183349" y="30695"/>
                </a:moveTo>
                <a:lnTo>
                  <a:pt x="182562" y="26936"/>
                </a:lnTo>
                <a:lnTo>
                  <a:pt x="179692" y="20713"/>
                </a:lnTo>
                <a:lnTo>
                  <a:pt x="179451" y="20180"/>
                </a:lnTo>
                <a:lnTo>
                  <a:pt x="177165" y="17487"/>
                </a:lnTo>
                <a:lnTo>
                  <a:pt x="171145" y="13474"/>
                </a:lnTo>
                <a:lnTo>
                  <a:pt x="167386" y="12471"/>
                </a:lnTo>
                <a:lnTo>
                  <a:pt x="159804" y="12471"/>
                </a:lnTo>
                <a:lnTo>
                  <a:pt x="144030" y="23799"/>
                </a:lnTo>
                <a:lnTo>
                  <a:pt x="144030" y="23964"/>
                </a:lnTo>
                <a:lnTo>
                  <a:pt x="143764" y="24358"/>
                </a:lnTo>
                <a:lnTo>
                  <a:pt x="143802" y="13804"/>
                </a:lnTo>
                <a:lnTo>
                  <a:pt x="135229" y="13804"/>
                </a:lnTo>
                <a:lnTo>
                  <a:pt x="135229" y="72847"/>
                </a:lnTo>
                <a:lnTo>
                  <a:pt x="144589" y="72847"/>
                </a:lnTo>
                <a:lnTo>
                  <a:pt x="144589" y="33896"/>
                </a:lnTo>
                <a:lnTo>
                  <a:pt x="145313" y="30835"/>
                </a:lnTo>
                <a:lnTo>
                  <a:pt x="146469" y="28841"/>
                </a:lnTo>
                <a:lnTo>
                  <a:pt x="148209" y="25857"/>
                </a:lnTo>
                <a:lnTo>
                  <a:pt x="150152" y="23964"/>
                </a:lnTo>
                <a:lnTo>
                  <a:pt x="154838" y="21475"/>
                </a:lnTo>
                <a:lnTo>
                  <a:pt x="154584" y="21475"/>
                </a:lnTo>
                <a:lnTo>
                  <a:pt x="157797" y="20713"/>
                </a:lnTo>
                <a:lnTo>
                  <a:pt x="165303" y="20713"/>
                </a:lnTo>
                <a:lnTo>
                  <a:pt x="168605" y="22148"/>
                </a:lnTo>
                <a:lnTo>
                  <a:pt x="172910" y="27863"/>
                </a:lnTo>
                <a:lnTo>
                  <a:pt x="173990" y="32042"/>
                </a:lnTo>
                <a:lnTo>
                  <a:pt x="173990" y="72847"/>
                </a:lnTo>
                <a:lnTo>
                  <a:pt x="183349" y="72847"/>
                </a:lnTo>
                <a:lnTo>
                  <a:pt x="183349" y="30695"/>
                </a:lnTo>
                <a:close/>
              </a:path>
              <a:path w="518160" h="74294">
                <a:moveTo>
                  <a:pt x="250621" y="13804"/>
                </a:moveTo>
                <a:lnTo>
                  <a:pt x="227126" y="13804"/>
                </a:lnTo>
                <a:lnTo>
                  <a:pt x="227126" y="0"/>
                </a:lnTo>
                <a:lnTo>
                  <a:pt x="217766" y="0"/>
                </a:lnTo>
                <a:lnTo>
                  <a:pt x="217766" y="13804"/>
                </a:lnTo>
                <a:lnTo>
                  <a:pt x="198272" y="13804"/>
                </a:lnTo>
                <a:lnTo>
                  <a:pt x="198272" y="22047"/>
                </a:lnTo>
                <a:lnTo>
                  <a:pt x="217766" y="22047"/>
                </a:lnTo>
                <a:lnTo>
                  <a:pt x="217766" y="62077"/>
                </a:lnTo>
                <a:lnTo>
                  <a:pt x="219176" y="66167"/>
                </a:lnTo>
                <a:lnTo>
                  <a:pt x="224828" y="71513"/>
                </a:lnTo>
                <a:lnTo>
                  <a:pt x="229095" y="72847"/>
                </a:lnTo>
                <a:lnTo>
                  <a:pt x="250621" y="72847"/>
                </a:lnTo>
                <a:lnTo>
                  <a:pt x="250621" y="64604"/>
                </a:lnTo>
                <a:lnTo>
                  <a:pt x="232206" y="64604"/>
                </a:lnTo>
                <a:lnTo>
                  <a:pt x="230276" y="63957"/>
                </a:lnTo>
                <a:lnTo>
                  <a:pt x="227761" y="61353"/>
                </a:lnTo>
                <a:lnTo>
                  <a:pt x="227126" y="59334"/>
                </a:lnTo>
                <a:lnTo>
                  <a:pt x="227126" y="22047"/>
                </a:lnTo>
                <a:lnTo>
                  <a:pt x="250621" y="22047"/>
                </a:lnTo>
                <a:lnTo>
                  <a:pt x="250621" y="13804"/>
                </a:lnTo>
                <a:close/>
              </a:path>
              <a:path w="518160" h="74294">
                <a:moveTo>
                  <a:pt x="319684" y="13804"/>
                </a:moveTo>
                <a:lnTo>
                  <a:pt x="303314" y="13804"/>
                </a:lnTo>
                <a:lnTo>
                  <a:pt x="299935" y="15049"/>
                </a:lnTo>
                <a:lnTo>
                  <a:pt x="294881" y="20027"/>
                </a:lnTo>
                <a:lnTo>
                  <a:pt x="293331" y="23837"/>
                </a:lnTo>
                <a:lnTo>
                  <a:pt x="293370" y="25146"/>
                </a:lnTo>
                <a:lnTo>
                  <a:pt x="293306" y="24003"/>
                </a:lnTo>
                <a:lnTo>
                  <a:pt x="293192" y="22047"/>
                </a:lnTo>
                <a:lnTo>
                  <a:pt x="292938" y="17487"/>
                </a:lnTo>
                <a:lnTo>
                  <a:pt x="292798" y="15049"/>
                </a:lnTo>
                <a:lnTo>
                  <a:pt x="292735" y="13804"/>
                </a:lnTo>
                <a:lnTo>
                  <a:pt x="269570" y="13804"/>
                </a:lnTo>
                <a:lnTo>
                  <a:pt x="269570" y="22047"/>
                </a:lnTo>
                <a:lnTo>
                  <a:pt x="284937" y="22047"/>
                </a:lnTo>
                <a:lnTo>
                  <a:pt x="284937" y="64604"/>
                </a:lnTo>
                <a:lnTo>
                  <a:pt x="269570" y="64604"/>
                </a:lnTo>
                <a:lnTo>
                  <a:pt x="269570" y="72847"/>
                </a:lnTo>
                <a:lnTo>
                  <a:pt x="313004" y="72847"/>
                </a:lnTo>
                <a:lnTo>
                  <a:pt x="313004" y="69062"/>
                </a:lnTo>
                <a:lnTo>
                  <a:pt x="313004" y="64604"/>
                </a:lnTo>
                <a:lnTo>
                  <a:pt x="294297" y="64604"/>
                </a:lnTo>
                <a:lnTo>
                  <a:pt x="294297" y="33934"/>
                </a:lnTo>
                <a:lnTo>
                  <a:pt x="304761" y="22275"/>
                </a:lnTo>
                <a:lnTo>
                  <a:pt x="319684" y="22275"/>
                </a:lnTo>
                <a:lnTo>
                  <a:pt x="319684" y="13804"/>
                </a:lnTo>
                <a:close/>
              </a:path>
              <a:path w="518160" h="74294">
                <a:moveTo>
                  <a:pt x="388734" y="72656"/>
                </a:moveTo>
                <a:lnTo>
                  <a:pt x="387642" y="72656"/>
                </a:lnTo>
                <a:lnTo>
                  <a:pt x="387642" y="64604"/>
                </a:lnTo>
                <a:lnTo>
                  <a:pt x="382663" y="64604"/>
                </a:lnTo>
                <a:lnTo>
                  <a:pt x="381774" y="64338"/>
                </a:lnTo>
                <a:lnTo>
                  <a:pt x="380619" y="63334"/>
                </a:lnTo>
                <a:lnTo>
                  <a:pt x="380326" y="62509"/>
                </a:lnTo>
                <a:lnTo>
                  <a:pt x="380288" y="60820"/>
                </a:lnTo>
                <a:lnTo>
                  <a:pt x="380288" y="44323"/>
                </a:lnTo>
                <a:lnTo>
                  <a:pt x="380288" y="29032"/>
                </a:lnTo>
                <a:lnTo>
                  <a:pt x="378320" y="23152"/>
                </a:lnTo>
                <a:lnTo>
                  <a:pt x="376694" y="21386"/>
                </a:lnTo>
                <a:lnTo>
                  <a:pt x="370446" y="14605"/>
                </a:lnTo>
                <a:lnTo>
                  <a:pt x="364909" y="12471"/>
                </a:lnTo>
                <a:lnTo>
                  <a:pt x="351104" y="12471"/>
                </a:lnTo>
                <a:lnTo>
                  <a:pt x="345655" y="14198"/>
                </a:lnTo>
                <a:lnTo>
                  <a:pt x="337273" y="21107"/>
                </a:lnTo>
                <a:lnTo>
                  <a:pt x="334619" y="25615"/>
                </a:lnTo>
                <a:lnTo>
                  <a:pt x="333489" y="31254"/>
                </a:lnTo>
                <a:lnTo>
                  <a:pt x="334454" y="31254"/>
                </a:lnTo>
                <a:lnTo>
                  <a:pt x="343420" y="31965"/>
                </a:lnTo>
                <a:lnTo>
                  <a:pt x="353695" y="21386"/>
                </a:lnTo>
                <a:lnTo>
                  <a:pt x="362013" y="21386"/>
                </a:lnTo>
                <a:lnTo>
                  <a:pt x="365264" y="22606"/>
                </a:lnTo>
                <a:lnTo>
                  <a:pt x="369798" y="27508"/>
                </a:lnTo>
                <a:lnTo>
                  <a:pt x="370928" y="31254"/>
                </a:lnTo>
                <a:lnTo>
                  <a:pt x="370928" y="36309"/>
                </a:lnTo>
                <a:lnTo>
                  <a:pt x="370928" y="44323"/>
                </a:lnTo>
                <a:lnTo>
                  <a:pt x="356895" y="65938"/>
                </a:lnTo>
                <a:lnTo>
                  <a:pt x="349542" y="65938"/>
                </a:lnTo>
                <a:lnTo>
                  <a:pt x="347179" y="65252"/>
                </a:lnTo>
                <a:lnTo>
                  <a:pt x="347014" y="65252"/>
                </a:lnTo>
                <a:lnTo>
                  <a:pt x="343141" y="62128"/>
                </a:lnTo>
                <a:lnTo>
                  <a:pt x="342188" y="59994"/>
                </a:lnTo>
                <a:lnTo>
                  <a:pt x="342188" y="54800"/>
                </a:lnTo>
                <a:lnTo>
                  <a:pt x="352882" y="47891"/>
                </a:lnTo>
                <a:lnTo>
                  <a:pt x="370928" y="44323"/>
                </a:lnTo>
                <a:lnTo>
                  <a:pt x="370928" y="36309"/>
                </a:lnTo>
                <a:lnTo>
                  <a:pt x="344639" y="41579"/>
                </a:lnTo>
                <a:lnTo>
                  <a:pt x="339902" y="43599"/>
                </a:lnTo>
                <a:lnTo>
                  <a:pt x="333895" y="49174"/>
                </a:lnTo>
                <a:lnTo>
                  <a:pt x="332498" y="52806"/>
                </a:lnTo>
                <a:lnTo>
                  <a:pt x="332384" y="61328"/>
                </a:lnTo>
                <a:lnTo>
                  <a:pt x="333248" y="64135"/>
                </a:lnTo>
                <a:lnTo>
                  <a:pt x="336651" y="68961"/>
                </a:lnTo>
                <a:lnTo>
                  <a:pt x="339001" y="70840"/>
                </a:lnTo>
                <a:lnTo>
                  <a:pt x="345147" y="73609"/>
                </a:lnTo>
                <a:lnTo>
                  <a:pt x="345401" y="73609"/>
                </a:lnTo>
                <a:lnTo>
                  <a:pt x="348284" y="74180"/>
                </a:lnTo>
                <a:lnTo>
                  <a:pt x="355409" y="74180"/>
                </a:lnTo>
                <a:lnTo>
                  <a:pt x="358597" y="73609"/>
                </a:lnTo>
                <a:lnTo>
                  <a:pt x="364540" y="71297"/>
                </a:lnTo>
                <a:lnTo>
                  <a:pt x="367017" y="69710"/>
                </a:lnTo>
                <a:lnTo>
                  <a:pt x="370522" y="66065"/>
                </a:lnTo>
                <a:lnTo>
                  <a:pt x="370649" y="65938"/>
                </a:lnTo>
                <a:lnTo>
                  <a:pt x="370941" y="65620"/>
                </a:lnTo>
                <a:lnTo>
                  <a:pt x="371144" y="65252"/>
                </a:lnTo>
                <a:lnTo>
                  <a:pt x="371094" y="64135"/>
                </a:lnTo>
                <a:lnTo>
                  <a:pt x="371182" y="64604"/>
                </a:lnTo>
                <a:lnTo>
                  <a:pt x="371271" y="65024"/>
                </a:lnTo>
                <a:lnTo>
                  <a:pt x="371500" y="64604"/>
                </a:lnTo>
                <a:lnTo>
                  <a:pt x="371487" y="66065"/>
                </a:lnTo>
                <a:lnTo>
                  <a:pt x="373265" y="69710"/>
                </a:lnTo>
                <a:lnTo>
                  <a:pt x="374586" y="71031"/>
                </a:lnTo>
                <a:lnTo>
                  <a:pt x="378079" y="72656"/>
                </a:lnTo>
                <a:lnTo>
                  <a:pt x="380212" y="73063"/>
                </a:lnTo>
                <a:lnTo>
                  <a:pt x="386308" y="73063"/>
                </a:lnTo>
                <a:lnTo>
                  <a:pt x="388734" y="72656"/>
                </a:lnTo>
                <a:close/>
              </a:path>
              <a:path w="518160" h="74294">
                <a:moveTo>
                  <a:pt x="453351" y="52565"/>
                </a:moveTo>
                <a:lnTo>
                  <a:pt x="443560" y="51904"/>
                </a:lnTo>
                <a:lnTo>
                  <a:pt x="442658" y="56362"/>
                </a:lnTo>
                <a:lnTo>
                  <a:pt x="440829" y="59702"/>
                </a:lnTo>
                <a:lnTo>
                  <a:pt x="435254" y="64160"/>
                </a:lnTo>
                <a:lnTo>
                  <a:pt x="431965" y="65265"/>
                </a:lnTo>
                <a:lnTo>
                  <a:pt x="422757" y="65265"/>
                </a:lnTo>
                <a:lnTo>
                  <a:pt x="418515" y="63322"/>
                </a:lnTo>
                <a:lnTo>
                  <a:pt x="412343" y="55524"/>
                </a:lnTo>
                <a:lnTo>
                  <a:pt x="410806" y="50152"/>
                </a:lnTo>
                <a:lnTo>
                  <a:pt x="410806" y="36499"/>
                </a:lnTo>
                <a:lnTo>
                  <a:pt x="412343" y="31127"/>
                </a:lnTo>
                <a:lnTo>
                  <a:pt x="418515" y="23329"/>
                </a:lnTo>
                <a:lnTo>
                  <a:pt x="422757" y="21386"/>
                </a:lnTo>
                <a:lnTo>
                  <a:pt x="431965" y="21386"/>
                </a:lnTo>
                <a:lnTo>
                  <a:pt x="435178" y="22440"/>
                </a:lnTo>
                <a:lnTo>
                  <a:pt x="440448" y="26670"/>
                </a:lnTo>
                <a:lnTo>
                  <a:pt x="442214" y="29705"/>
                </a:lnTo>
                <a:lnTo>
                  <a:pt x="443115" y="33629"/>
                </a:lnTo>
                <a:lnTo>
                  <a:pt x="452907" y="32969"/>
                </a:lnTo>
                <a:lnTo>
                  <a:pt x="432562" y="12471"/>
                </a:lnTo>
                <a:lnTo>
                  <a:pt x="422694" y="12471"/>
                </a:lnTo>
                <a:lnTo>
                  <a:pt x="401002" y="37084"/>
                </a:lnTo>
                <a:lnTo>
                  <a:pt x="401002" y="49568"/>
                </a:lnTo>
                <a:lnTo>
                  <a:pt x="422694" y="74180"/>
                </a:lnTo>
                <a:lnTo>
                  <a:pt x="428180" y="74180"/>
                </a:lnTo>
                <a:lnTo>
                  <a:pt x="432562" y="74180"/>
                </a:lnTo>
                <a:lnTo>
                  <a:pt x="452539" y="56946"/>
                </a:lnTo>
                <a:lnTo>
                  <a:pt x="453351" y="52565"/>
                </a:lnTo>
                <a:close/>
              </a:path>
              <a:path w="518160" h="74294">
                <a:moveTo>
                  <a:pt x="517969" y="13804"/>
                </a:moveTo>
                <a:lnTo>
                  <a:pt x="494461" y="13804"/>
                </a:lnTo>
                <a:lnTo>
                  <a:pt x="494461" y="0"/>
                </a:lnTo>
                <a:lnTo>
                  <a:pt x="485101" y="0"/>
                </a:lnTo>
                <a:lnTo>
                  <a:pt x="485101" y="13804"/>
                </a:lnTo>
                <a:lnTo>
                  <a:pt x="465607" y="13804"/>
                </a:lnTo>
                <a:lnTo>
                  <a:pt x="465607" y="22047"/>
                </a:lnTo>
                <a:lnTo>
                  <a:pt x="485101" y="22047"/>
                </a:lnTo>
                <a:lnTo>
                  <a:pt x="485101" y="62077"/>
                </a:lnTo>
                <a:lnTo>
                  <a:pt x="486511" y="66167"/>
                </a:lnTo>
                <a:lnTo>
                  <a:pt x="492163" y="71513"/>
                </a:lnTo>
                <a:lnTo>
                  <a:pt x="496430" y="72847"/>
                </a:lnTo>
                <a:lnTo>
                  <a:pt x="517969" y="72847"/>
                </a:lnTo>
                <a:lnTo>
                  <a:pt x="517969" y="64604"/>
                </a:lnTo>
                <a:lnTo>
                  <a:pt x="499541" y="64604"/>
                </a:lnTo>
                <a:lnTo>
                  <a:pt x="497611" y="63957"/>
                </a:lnTo>
                <a:lnTo>
                  <a:pt x="495096" y="61353"/>
                </a:lnTo>
                <a:lnTo>
                  <a:pt x="494461" y="59334"/>
                </a:lnTo>
                <a:lnTo>
                  <a:pt x="494461" y="22047"/>
                </a:lnTo>
                <a:lnTo>
                  <a:pt x="517969" y="22047"/>
                </a:lnTo>
                <a:lnTo>
                  <a:pt x="517969" y="1380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3" name="object 93"/>
          <p:cNvGrpSpPr/>
          <p:nvPr/>
        </p:nvGrpSpPr>
        <p:grpSpPr>
          <a:xfrm>
            <a:off x="809805" y="2903526"/>
            <a:ext cx="386715" cy="80645"/>
            <a:chOff x="809805" y="2903526"/>
            <a:chExt cx="386715" cy="80645"/>
          </a:xfrm>
        </p:grpSpPr>
        <p:pic>
          <p:nvPicPr>
            <p:cNvPr id="94" name="object 9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09805" y="2903526"/>
              <a:ext cx="248845" cy="8042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1078255" y="2922244"/>
              <a:ext cx="118110" cy="62230"/>
            </a:xfrm>
            <a:custGeom>
              <a:avLst/>
              <a:gdLst/>
              <a:ahLst/>
              <a:cxnLst/>
              <a:rect l="l" t="t" r="r" b="b"/>
              <a:pathLst>
                <a:path w="118109" h="62230">
                  <a:moveTo>
                    <a:pt x="49009" y="41732"/>
                  </a:moveTo>
                  <a:lnTo>
                    <a:pt x="22275" y="26809"/>
                  </a:lnTo>
                  <a:lnTo>
                    <a:pt x="19418" y="26162"/>
                  </a:lnTo>
                  <a:lnTo>
                    <a:pt x="15100" y="24752"/>
                  </a:lnTo>
                  <a:lnTo>
                    <a:pt x="13550" y="23799"/>
                  </a:lnTo>
                  <a:lnTo>
                    <a:pt x="11620" y="21424"/>
                  </a:lnTo>
                  <a:lnTo>
                    <a:pt x="11137" y="19824"/>
                  </a:lnTo>
                  <a:lnTo>
                    <a:pt x="11137" y="15303"/>
                  </a:lnTo>
                  <a:lnTo>
                    <a:pt x="12179" y="13182"/>
                  </a:lnTo>
                  <a:lnTo>
                    <a:pt x="16332" y="9766"/>
                  </a:lnTo>
                  <a:lnTo>
                    <a:pt x="19519" y="8915"/>
                  </a:lnTo>
                  <a:lnTo>
                    <a:pt x="26504" y="8915"/>
                  </a:lnTo>
                  <a:lnTo>
                    <a:pt x="38087" y="19608"/>
                  </a:lnTo>
                  <a:lnTo>
                    <a:pt x="47891" y="18935"/>
                  </a:lnTo>
                  <a:lnTo>
                    <a:pt x="28841" y="0"/>
                  </a:lnTo>
                  <a:lnTo>
                    <a:pt x="19113" y="0"/>
                  </a:lnTo>
                  <a:lnTo>
                    <a:pt x="1549" y="14401"/>
                  </a:lnTo>
                  <a:lnTo>
                    <a:pt x="1549" y="21018"/>
                  </a:lnTo>
                  <a:lnTo>
                    <a:pt x="28143" y="36385"/>
                  </a:lnTo>
                  <a:lnTo>
                    <a:pt x="31407" y="37147"/>
                  </a:lnTo>
                  <a:lnTo>
                    <a:pt x="35864" y="38709"/>
                  </a:lnTo>
                  <a:lnTo>
                    <a:pt x="37388" y="39662"/>
                  </a:lnTo>
                  <a:lnTo>
                    <a:pt x="39014" y="41884"/>
                  </a:lnTo>
                  <a:lnTo>
                    <a:pt x="39420" y="43294"/>
                  </a:lnTo>
                  <a:lnTo>
                    <a:pt x="39420" y="47675"/>
                  </a:lnTo>
                  <a:lnTo>
                    <a:pt x="38214" y="49644"/>
                  </a:lnTo>
                  <a:lnTo>
                    <a:pt x="33388" y="52171"/>
                  </a:lnTo>
                  <a:lnTo>
                    <a:pt x="29997" y="52793"/>
                  </a:lnTo>
                  <a:lnTo>
                    <a:pt x="20929" y="52793"/>
                  </a:lnTo>
                  <a:lnTo>
                    <a:pt x="17284" y="51765"/>
                  </a:lnTo>
                  <a:lnTo>
                    <a:pt x="12001" y="47599"/>
                  </a:lnTo>
                  <a:lnTo>
                    <a:pt x="10388" y="44742"/>
                  </a:lnTo>
                  <a:lnTo>
                    <a:pt x="9791" y="41109"/>
                  </a:lnTo>
                  <a:lnTo>
                    <a:pt x="0" y="41770"/>
                  </a:lnTo>
                  <a:lnTo>
                    <a:pt x="20485" y="61709"/>
                  </a:lnTo>
                  <a:lnTo>
                    <a:pt x="25615" y="61709"/>
                  </a:lnTo>
                  <a:lnTo>
                    <a:pt x="30073" y="61709"/>
                  </a:lnTo>
                  <a:lnTo>
                    <a:pt x="49009" y="48488"/>
                  </a:lnTo>
                  <a:lnTo>
                    <a:pt x="49009" y="41732"/>
                  </a:lnTo>
                  <a:close/>
                </a:path>
                <a:path w="118109" h="62230">
                  <a:moveTo>
                    <a:pt x="117729" y="24358"/>
                  </a:moveTo>
                  <a:lnTo>
                    <a:pt x="116865" y="20015"/>
                  </a:lnTo>
                  <a:lnTo>
                    <a:pt x="116827" y="19786"/>
                  </a:lnTo>
                  <a:lnTo>
                    <a:pt x="116713" y="19202"/>
                  </a:lnTo>
                  <a:lnTo>
                    <a:pt x="116624" y="18757"/>
                  </a:lnTo>
                  <a:lnTo>
                    <a:pt x="112166" y="9537"/>
                  </a:lnTo>
                  <a:lnTo>
                    <a:pt x="111607" y="8915"/>
                  </a:lnTo>
                  <a:lnTo>
                    <a:pt x="109080" y="6032"/>
                  </a:lnTo>
                  <a:lnTo>
                    <a:pt x="107480" y="5054"/>
                  </a:lnTo>
                  <a:lnTo>
                    <a:pt x="107480" y="25514"/>
                  </a:lnTo>
                  <a:lnTo>
                    <a:pt x="74739" y="25514"/>
                  </a:lnTo>
                  <a:lnTo>
                    <a:pt x="75552" y="20015"/>
                  </a:lnTo>
                  <a:lnTo>
                    <a:pt x="77431" y="15875"/>
                  </a:lnTo>
                  <a:lnTo>
                    <a:pt x="83299" y="10299"/>
                  </a:lnTo>
                  <a:lnTo>
                    <a:pt x="87033" y="8915"/>
                  </a:lnTo>
                  <a:lnTo>
                    <a:pt x="95935" y="8915"/>
                  </a:lnTo>
                  <a:lnTo>
                    <a:pt x="107480" y="25514"/>
                  </a:lnTo>
                  <a:lnTo>
                    <a:pt x="107480" y="5054"/>
                  </a:lnTo>
                  <a:lnTo>
                    <a:pt x="101333" y="1282"/>
                  </a:lnTo>
                  <a:lnTo>
                    <a:pt x="101485" y="1282"/>
                  </a:lnTo>
                  <a:lnTo>
                    <a:pt x="96685" y="0"/>
                  </a:lnTo>
                  <a:lnTo>
                    <a:pt x="86131" y="0"/>
                  </a:lnTo>
                  <a:lnTo>
                    <a:pt x="81445" y="1282"/>
                  </a:lnTo>
                  <a:lnTo>
                    <a:pt x="64935" y="37096"/>
                  </a:lnTo>
                  <a:lnTo>
                    <a:pt x="66027" y="42532"/>
                  </a:lnTo>
                  <a:lnTo>
                    <a:pt x="86436" y="61709"/>
                  </a:lnTo>
                  <a:lnTo>
                    <a:pt x="98234" y="61709"/>
                  </a:lnTo>
                  <a:lnTo>
                    <a:pt x="103530" y="60020"/>
                  </a:lnTo>
                  <a:lnTo>
                    <a:pt x="112217" y="53263"/>
                  </a:lnTo>
                  <a:lnTo>
                    <a:pt x="112534" y="52793"/>
                  </a:lnTo>
                  <a:lnTo>
                    <a:pt x="115176" y="48933"/>
                  </a:lnTo>
                  <a:lnTo>
                    <a:pt x="116725" y="43662"/>
                  </a:lnTo>
                  <a:lnTo>
                    <a:pt x="106705" y="42887"/>
                  </a:lnTo>
                  <a:lnTo>
                    <a:pt x="105740" y="45859"/>
                  </a:lnTo>
                  <a:lnTo>
                    <a:pt x="104013" y="48247"/>
                  </a:lnTo>
                  <a:lnTo>
                    <a:pt x="99034" y="51892"/>
                  </a:lnTo>
                  <a:lnTo>
                    <a:pt x="95859" y="52793"/>
                  </a:lnTo>
                  <a:lnTo>
                    <a:pt x="86880" y="52793"/>
                  </a:lnTo>
                  <a:lnTo>
                    <a:pt x="82816" y="51206"/>
                  </a:lnTo>
                  <a:lnTo>
                    <a:pt x="76796" y="44818"/>
                  </a:lnTo>
                  <a:lnTo>
                    <a:pt x="75107" y="40068"/>
                  </a:lnTo>
                  <a:lnTo>
                    <a:pt x="74739" y="33756"/>
                  </a:lnTo>
                  <a:lnTo>
                    <a:pt x="117729" y="33756"/>
                  </a:lnTo>
                  <a:lnTo>
                    <a:pt x="117729" y="25514"/>
                  </a:lnTo>
                  <a:lnTo>
                    <a:pt x="117729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6" name="object 9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279871" y="2903415"/>
            <a:ext cx="584798" cy="80534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1940415" y="2945743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8" name="object 9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078873" y="2909764"/>
            <a:ext cx="318241" cy="74185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479544" y="2903526"/>
            <a:ext cx="320803" cy="97132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221968" y="2903415"/>
            <a:ext cx="519078" cy="80534"/>
          </a:xfrm>
          <a:prstGeom prst="rect">
            <a:avLst/>
          </a:prstGeom>
        </p:spPr>
      </p:pic>
      <p:grpSp>
        <p:nvGrpSpPr>
          <p:cNvPr id="101" name="object 101"/>
          <p:cNvGrpSpPr/>
          <p:nvPr/>
        </p:nvGrpSpPr>
        <p:grpSpPr>
          <a:xfrm>
            <a:off x="810919" y="3048222"/>
            <a:ext cx="699770" cy="96520"/>
            <a:chOff x="810919" y="3048222"/>
            <a:chExt cx="699770" cy="96520"/>
          </a:xfrm>
        </p:grpSpPr>
        <p:pic>
          <p:nvPicPr>
            <p:cNvPr id="102" name="object 10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10919" y="3048222"/>
              <a:ext cx="653637" cy="95906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1496860" y="311383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/>
          <p:nvPr/>
        </p:nvSpPr>
        <p:spPr>
          <a:xfrm>
            <a:off x="556950" y="3962846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5" name="object 105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556950" y="3277802"/>
            <a:ext cx="155946" cy="155935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806766" y="3314421"/>
            <a:ext cx="149761" cy="99181"/>
          </a:xfrm>
          <a:prstGeom prst="rect">
            <a:avLst/>
          </a:prstGeom>
        </p:spPr>
      </p:pic>
      <p:grpSp>
        <p:nvGrpSpPr>
          <p:cNvPr id="107" name="object 107"/>
          <p:cNvGrpSpPr/>
          <p:nvPr/>
        </p:nvGrpSpPr>
        <p:grpSpPr>
          <a:xfrm>
            <a:off x="1049023" y="3316560"/>
            <a:ext cx="365125" cy="115570"/>
            <a:chOff x="1049023" y="3316560"/>
            <a:chExt cx="365125" cy="115570"/>
          </a:xfrm>
        </p:grpSpPr>
        <p:pic>
          <p:nvPicPr>
            <p:cNvPr id="108" name="object 10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049023" y="3316560"/>
              <a:ext cx="305828" cy="114955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1392947" y="3342359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8" y="48921"/>
                  </a:moveTo>
                  <a:lnTo>
                    <a:pt x="0" y="48921"/>
                  </a:lnTo>
                  <a:lnTo>
                    <a:pt x="0" y="69105"/>
                  </a:lnTo>
                  <a:lnTo>
                    <a:pt x="21118" y="69105"/>
                  </a:lnTo>
                  <a:lnTo>
                    <a:pt x="21118" y="48921"/>
                  </a:lnTo>
                  <a:close/>
                </a:path>
                <a:path w="21590" h="69214">
                  <a:moveTo>
                    <a:pt x="21118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8" y="20184"/>
                  </a:lnTo>
                  <a:lnTo>
                    <a:pt x="2111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0" name="object 110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530595" y="3315224"/>
            <a:ext cx="949351" cy="116291"/>
          </a:xfrm>
          <a:prstGeom prst="rect">
            <a:avLst/>
          </a:prstGeom>
        </p:spPr>
      </p:pic>
      <p:grpSp>
        <p:nvGrpSpPr>
          <p:cNvPr id="111" name="object 111"/>
          <p:cNvGrpSpPr/>
          <p:nvPr/>
        </p:nvGrpSpPr>
        <p:grpSpPr>
          <a:xfrm>
            <a:off x="2574955" y="3315224"/>
            <a:ext cx="546735" cy="98425"/>
            <a:chOff x="2574955" y="3315224"/>
            <a:chExt cx="546735" cy="98425"/>
          </a:xfrm>
        </p:grpSpPr>
        <p:pic>
          <p:nvPicPr>
            <p:cNvPr id="112" name="object 11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574955" y="3315224"/>
              <a:ext cx="382179" cy="97844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977023" y="3338215"/>
              <a:ext cx="144360" cy="74853"/>
            </a:xfrm>
            <a:prstGeom prst="rect">
              <a:avLst/>
            </a:prstGeom>
          </p:spPr>
        </p:pic>
      </p:grpSp>
      <p:grpSp>
        <p:nvGrpSpPr>
          <p:cNvPr id="114" name="object 114"/>
          <p:cNvGrpSpPr/>
          <p:nvPr/>
        </p:nvGrpSpPr>
        <p:grpSpPr>
          <a:xfrm>
            <a:off x="3226177" y="3311213"/>
            <a:ext cx="525145" cy="115570"/>
            <a:chOff x="3226177" y="3311213"/>
            <a:chExt cx="525145" cy="115570"/>
          </a:xfrm>
        </p:grpSpPr>
        <p:sp>
          <p:nvSpPr>
            <p:cNvPr id="115" name="object 115"/>
            <p:cNvSpPr/>
            <p:nvPr/>
          </p:nvSpPr>
          <p:spPr>
            <a:xfrm>
              <a:off x="3226177" y="3311213"/>
              <a:ext cx="44450" cy="115570"/>
            </a:xfrm>
            <a:custGeom>
              <a:avLst/>
              <a:gdLst/>
              <a:ahLst/>
              <a:cxnLst/>
              <a:rect l="l" t="t" r="r" b="b"/>
              <a:pathLst>
                <a:path w="44450" h="115570">
                  <a:moveTo>
                    <a:pt x="43842" y="0"/>
                  </a:moveTo>
                  <a:lnTo>
                    <a:pt x="25557" y="0"/>
                  </a:lnTo>
                  <a:lnTo>
                    <a:pt x="18926" y="6256"/>
                  </a:lnTo>
                  <a:lnTo>
                    <a:pt x="748" y="44582"/>
                  </a:lnTo>
                  <a:lnTo>
                    <a:pt x="0" y="51026"/>
                  </a:lnTo>
                  <a:lnTo>
                    <a:pt x="0" y="63930"/>
                  </a:lnTo>
                  <a:lnTo>
                    <a:pt x="13757" y="102384"/>
                  </a:lnTo>
                  <a:lnTo>
                    <a:pt x="25557" y="114955"/>
                  </a:lnTo>
                  <a:lnTo>
                    <a:pt x="43842" y="114955"/>
                  </a:lnTo>
                  <a:lnTo>
                    <a:pt x="37641" y="108539"/>
                  </a:lnTo>
                  <a:lnTo>
                    <a:pt x="32788" y="102144"/>
                  </a:lnTo>
                  <a:lnTo>
                    <a:pt x="25784" y="89401"/>
                  </a:lnTo>
                  <a:lnTo>
                    <a:pt x="23315" y="83031"/>
                  </a:lnTo>
                  <a:lnTo>
                    <a:pt x="20445" y="70288"/>
                  </a:lnTo>
                  <a:lnTo>
                    <a:pt x="19728" y="63893"/>
                  </a:lnTo>
                  <a:lnTo>
                    <a:pt x="19728" y="51061"/>
                  </a:lnTo>
                  <a:lnTo>
                    <a:pt x="32788" y="12698"/>
                  </a:lnTo>
                  <a:lnTo>
                    <a:pt x="37641" y="6327"/>
                  </a:lnTo>
                  <a:lnTo>
                    <a:pt x="4384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294078" y="3314421"/>
              <a:ext cx="68439" cy="99181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3397964" y="3391308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21065" y="0"/>
                  </a:moveTo>
                  <a:lnTo>
                    <a:pt x="0" y="0"/>
                  </a:lnTo>
                  <a:lnTo>
                    <a:pt x="0" y="20156"/>
                  </a:lnTo>
                  <a:lnTo>
                    <a:pt x="21065" y="20156"/>
                  </a:lnTo>
                  <a:lnTo>
                    <a:pt x="2106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455013" y="3314421"/>
              <a:ext cx="230441" cy="99181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3707375" y="3311213"/>
              <a:ext cx="44450" cy="115570"/>
            </a:xfrm>
            <a:custGeom>
              <a:avLst/>
              <a:gdLst/>
              <a:ahLst/>
              <a:cxnLst/>
              <a:rect l="l" t="t" r="r" b="b"/>
              <a:pathLst>
                <a:path w="44450" h="115570">
                  <a:moveTo>
                    <a:pt x="18285" y="0"/>
                  </a:moveTo>
                  <a:lnTo>
                    <a:pt x="0" y="0"/>
                  </a:lnTo>
                  <a:lnTo>
                    <a:pt x="6256" y="6327"/>
                  </a:lnTo>
                  <a:lnTo>
                    <a:pt x="11121" y="12698"/>
                  </a:lnTo>
                  <a:lnTo>
                    <a:pt x="18072" y="25530"/>
                  </a:lnTo>
                  <a:lnTo>
                    <a:pt x="20527" y="31925"/>
                  </a:lnTo>
                  <a:lnTo>
                    <a:pt x="23397" y="44668"/>
                  </a:lnTo>
                  <a:lnTo>
                    <a:pt x="24114" y="51061"/>
                  </a:lnTo>
                  <a:lnTo>
                    <a:pt x="24114" y="63893"/>
                  </a:lnTo>
                  <a:lnTo>
                    <a:pt x="11121" y="102144"/>
                  </a:lnTo>
                  <a:lnTo>
                    <a:pt x="0" y="114955"/>
                  </a:lnTo>
                  <a:lnTo>
                    <a:pt x="18285" y="114955"/>
                  </a:lnTo>
                  <a:lnTo>
                    <a:pt x="40101" y="83239"/>
                  </a:lnTo>
                  <a:lnTo>
                    <a:pt x="43842" y="63930"/>
                  </a:lnTo>
                  <a:lnTo>
                    <a:pt x="43842" y="51026"/>
                  </a:lnTo>
                  <a:lnTo>
                    <a:pt x="30085" y="12570"/>
                  </a:lnTo>
                  <a:lnTo>
                    <a:pt x="24916" y="6256"/>
                  </a:lnTo>
                  <a:lnTo>
                    <a:pt x="1828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0" name="object 120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804682" y="3505033"/>
            <a:ext cx="323918" cy="80422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211027" y="3505033"/>
            <a:ext cx="385404" cy="80422"/>
          </a:xfrm>
          <a:prstGeom prst="rect">
            <a:avLst/>
          </a:prstGeom>
        </p:spPr>
      </p:pic>
      <p:grpSp>
        <p:nvGrpSpPr>
          <p:cNvPr id="122" name="object 122"/>
          <p:cNvGrpSpPr/>
          <p:nvPr/>
        </p:nvGrpSpPr>
        <p:grpSpPr>
          <a:xfrm>
            <a:off x="807578" y="3503919"/>
            <a:ext cx="5334635" cy="387985"/>
            <a:chOff x="807578" y="3503919"/>
            <a:chExt cx="5334635" cy="387985"/>
          </a:xfrm>
        </p:grpSpPr>
        <p:pic>
          <p:nvPicPr>
            <p:cNvPr id="123" name="object 12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678412" y="3503919"/>
              <a:ext cx="118071" cy="80200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876238" y="3505033"/>
              <a:ext cx="190252" cy="80422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2631140" y="3567323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5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5" y="16797"/>
                  </a:lnTo>
                  <a:lnTo>
                    <a:pt x="17555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619055" y="3505034"/>
              <a:ext cx="516255" cy="80645"/>
            </a:xfrm>
            <a:custGeom>
              <a:avLst/>
              <a:gdLst/>
              <a:ahLst/>
              <a:cxnLst/>
              <a:rect l="l" t="t" r="r" b="b"/>
              <a:pathLst>
                <a:path w="516254" h="80645">
                  <a:moveTo>
                    <a:pt x="52578" y="31191"/>
                  </a:moveTo>
                  <a:lnTo>
                    <a:pt x="51181" y="24003"/>
                  </a:lnTo>
                  <a:lnTo>
                    <a:pt x="45618" y="12204"/>
                  </a:lnTo>
                  <a:lnTo>
                    <a:pt x="43129" y="9359"/>
                  </a:lnTo>
                  <a:lnTo>
                    <a:pt x="42557" y="8712"/>
                  </a:lnTo>
                  <a:lnTo>
                    <a:pt x="42557" y="29629"/>
                  </a:lnTo>
                  <a:lnTo>
                    <a:pt x="42557" y="49682"/>
                  </a:lnTo>
                  <a:lnTo>
                    <a:pt x="40424" y="57200"/>
                  </a:lnTo>
                  <a:lnTo>
                    <a:pt x="31877" y="67233"/>
                  </a:lnTo>
                  <a:lnTo>
                    <a:pt x="25882" y="69735"/>
                  </a:lnTo>
                  <a:lnTo>
                    <a:pt x="9588" y="69735"/>
                  </a:lnTo>
                  <a:lnTo>
                    <a:pt x="9588" y="9359"/>
                  </a:lnTo>
                  <a:lnTo>
                    <a:pt x="25882" y="9359"/>
                  </a:lnTo>
                  <a:lnTo>
                    <a:pt x="31877" y="11899"/>
                  </a:lnTo>
                  <a:lnTo>
                    <a:pt x="40424" y="22072"/>
                  </a:lnTo>
                  <a:lnTo>
                    <a:pt x="42557" y="29629"/>
                  </a:lnTo>
                  <a:lnTo>
                    <a:pt x="42557" y="8712"/>
                  </a:lnTo>
                  <a:lnTo>
                    <a:pt x="41681" y="7708"/>
                  </a:lnTo>
                  <a:lnTo>
                    <a:pt x="31508" y="1549"/>
                  </a:lnTo>
                  <a:lnTo>
                    <a:pt x="25552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25552" y="79095"/>
                  </a:lnTo>
                  <a:lnTo>
                    <a:pt x="52578" y="48120"/>
                  </a:lnTo>
                  <a:lnTo>
                    <a:pt x="52578" y="31191"/>
                  </a:lnTo>
                  <a:close/>
                </a:path>
                <a:path w="516254" h="80645">
                  <a:moveTo>
                    <a:pt x="117081" y="42735"/>
                  </a:moveTo>
                  <a:lnTo>
                    <a:pt x="107378" y="24345"/>
                  </a:lnTo>
                  <a:lnTo>
                    <a:pt x="107378" y="42735"/>
                  </a:lnTo>
                  <a:lnTo>
                    <a:pt x="107378" y="56400"/>
                  </a:lnTo>
                  <a:lnTo>
                    <a:pt x="105879" y="61772"/>
                  </a:lnTo>
                  <a:lnTo>
                    <a:pt x="99860" y="69570"/>
                  </a:lnTo>
                  <a:lnTo>
                    <a:pt x="95656" y="71513"/>
                  </a:lnTo>
                  <a:lnTo>
                    <a:pt x="84810" y="71513"/>
                  </a:lnTo>
                  <a:lnTo>
                    <a:pt x="80594" y="69570"/>
                  </a:lnTo>
                  <a:lnTo>
                    <a:pt x="74574" y="61772"/>
                  </a:lnTo>
                  <a:lnTo>
                    <a:pt x="73075" y="56400"/>
                  </a:lnTo>
                  <a:lnTo>
                    <a:pt x="73075" y="42735"/>
                  </a:lnTo>
                  <a:lnTo>
                    <a:pt x="74460" y="37807"/>
                  </a:lnTo>
                  <a:lnTo>
                    <a:pt x="74574" y="37376"/>
                  </a:lnTo>
                  <a:lnTo>
                    <a:pt x="80594" y="29578"/>
                  </a:lnTo>
                  <a:lnTo>
                    <a:pt x="84810" y="27622"/>
                  </a:lnTo>
                  <a:lnTo>
                    <a:pt x="95656" y="27622"/>
                  </a:lnTo>
                  <a:lnTo>
                    <a:pt x="99860" y="29578"/>
                  </a:lnTo>
                  <a:lnTo>
                    <a:pt x="105879" y="37376"/>
                  </a:lnTo>
                  <a:lnTo>
                    <a:pt x="107378" y="42735"/>
                  </a:lnTo>
                  <a:lnTo>
                    <a:pt x="107378" y="24345"/>
                  </a:lnTo>
                  <a:lnTo>
                    <a:pt x="100380" y="19977"/>
                  </a:lnTo>
                  <a:lnTo>
                    <a:pt x="95656" y="18719"/>
                  </a:lnTo>
                  <a:lnTo>
                    <a:pt x="84810" y="18719"/>
                  </a:lnTo>
                  <a:lnTo>
                    <a:pt x="63373" y="42735"/>
                  </a:lnTo>
                  <a:lnTo>
                    <a:pt x="63398" y="56400"/>
                  </a:lnTo>
                  <a:lnTo>
                    <a:pt x="84810" y="80429"/>
                  </a:lnTo>
                  <a:lnTo>
                    <a:pt x="95656" y="80429"/>
                  </a:lnTo>
                  <a:lnTo>
                    <a:pt x="100380" y="79159"/>
                  </a:lnTo>
                  <a:lnTo>
                    <a:pt x="108483" y="74117"/>
                  </a:lnTo>
                  <a:lnTo>
                    <a:pt x="110756" y="71513"/>
                  </a:lnTo>
                  <a:lnTo>
                    <a:pt x="111620" y="70535"/>
                  </a:lnTo>
                  <a:lnTo>
                    <a:pt x="116078" y="61252"/>
                  </a:lnTo>
                  <a:lnTo>
                    <a:pt x="117068" y="56400"/>
                  </a:lnTo>
                  <a:lnTo>
                    <a:pt x="117081" y="42735"/>
                  </a:lnTo>
                  <a:close/>
                </a:path>
                <a:path w="516254" h="80645">
                  <a:moveTo>
                    <a:pt x="183794" y="58813"/>
                  </a:moveTo>
                  <a:lnTo>
                    <a:pt x="173990" y="58153"/>
                  </a:lnTo>
                  <a:lnTo>
                    <a:pt x="173101" y="62611"/>
                  </a:lnTo>
                  <a:lnTo>
                    <a:pt x="171259" y="65951"/>
                  </a:lnTo>
                  <a:lnTo>
                    <a:pt x="165696" y="70408"/>
                  </a:lnTo>
                  <a:lnTo>
                    <a:pt x="162407" y="71513"/>
                  </a:lnTo>
                  <a:lnTo>
                    <a:pt x="153200" y="71513"/>
                  </a:lnTo>
                  <a:lnTo>
                    <a:pt x="148945" y="69570"/>
                  </a:lnTo>
                  <a:lnTo>
                    <a:pt x="142786" y="61772"/>
                  </a:lnTo>
                  <a:lnTo>
                    <a:pt x="141249" y="56400"/>
                  </a:lnTo>
                  <a:lnTo>
                    <a:pt x="141249" y="42735"/>
                  </a:lnTo>
                  <a:lnTo>
                    <a:pt x="142786" y="37376"/>
                  </a:lnTo>
                  <a:lnTo>
                    <a:pt x="148945" y="29578"/>
                  </a:lnTo>
                  <a:lnTo>
                    <a:pt x="153200" y="27622"/>
                  </a:lnTo>
                  <a:lnTo>
                    <a:pt x="162407" y="27622"/>
                  </a:lnTo>
                  <a:lnTo>
                    <a:pt x="165620" y="28689"/>
                  </a:lnTo>
                  <a:lnTo>
                    <a:pt x="170891" y="32918"/>
                  </a:lnTo>
                  <a:lnTo>
                    <a:pt x="172656" y="35941"/>
                  </a:lnTo>
                  <a:lnTo>
                    <a:pt x="173545" y="39878"/>
                  </a:lnTo>
                  <a:lnTo>
                    <a:pt x="183349" y="39217"/>
                  </a:lnTo>
                  <a:lnTo>
                    <a:pt x="163004" y="18719"/>
                  </a:lnTo>
                  <a:lnTo>
                    <a:pt x="153123" y="18719"/>
                  </a:lnTo>
                  <a:lnTo>
                    <a:pt x="131445" y="43332"/>
                  </a:lnTo>
                  <a:lnTo>
                    <a:pt x="131445" y="55816"/>
                  </a:lnTo>
                  <a:lnTo>
                    <a:pt x="153123" y="80429"/>
                  </a:lnTo>
                  <a:lnTo>
                    <a:pt x="158623" y="80429"/>
                  </a:lnTo>
                  <a:lnTo>
                    <a:pt x="163004" y="80429"/>
                  </a:lnTo>
                  <a:lnTo>
                    <a:pt x="182981" y="63195"/>
                  </a:lnTo>
                  <a:lnTo>
                    <a:pt x="183794" y="58813"/>
                  </a:lnTo>
                  <a:close/>
                </a:path>
                <a:path w="516254" h="80645">
                  <a:moveTo>
                    <a:pt x="246621" y="20053"/>
                  </a:moveTo>
                  <a:lnTo>
                    <a:pt x="237261" y="20053"/>
                  </a:lnTo>
                  <a:lnTo>
                    <a:pt x="237261" y="60528"/>
                  </a:lnTo>
                  <a:lnTo>
                    <a:pt x="235978" y="64503"/>
                  </a:lnTo>
                  <a:lnTo>
                    <a:pt x="235927" y="64668"/>
                  </a:lnTo>
                  <a:lnTo>
                    <a:pt x="230581" y="70675"/>
                  </a:lnTo>
                  <a:lnTo>
                    <a:pt x="226936" y="72186"/>
                  </a:lnTo>
                  <a:lnTo>
                    <a:pt x="218109" y="72186"/>
                  </a:lnTo>
                  <a:lnTo>
                    <a:pt x="214972" y="70827"/>
                  </a:lnTo>
                  <a:lnTo>
                    <a:pt x="210883" y="65405"/>
                  </a:lnTo>
                  <a:lnTo>
                    <a:pt x="209867" y="61188"/>
                  </a:lnTo>
                  <a:lnTo>
                    <a:pt x="209867" y="20053"/>
                  </a:lnTo>
                  <a:lnTo>
                    <a:pt x="200507" y="20053"/>
                  </a:lnTo>
                  <a:lnTo>
                    <a:pt x="200634" y="65405"/>
                  </a:lnTo>
                  <a:lnTo>
                    <a:pt x="213906" y="80429"/>
                  </a:lnTo>
                  <a:lnTo>
                    <a:pt x="224828" y="80429"/>
                  </a:lnTo>
                  <a:lnTo>
                    <a:pt x="237705" y="64503"/>
                  </a:lnTo>
                  <a:lnTo>
                    <a:pt x="237705" y="70535"/>
                  </a:lnTo>
                  <a:lnTo>
                    <a:pt x="237705" y="79108"/>
                  </a:lnTo>
                  <a:lnTo>
                    <a:pt x="246621" y="79108"/>
                  </a:lnTo>
                  <a:lnTo>
                    <a:pt x="246621" y="64503"/>
                  </a:lnTo>
                  <a:lnTo>
                    <a:pt x="246621" y="20053"/>
                  </a:lnTo>
                  <a:close/>
                </a:path>
                <a:path w="516254" h="80645">
                  <a:moveTo>
                    <a:pt x="319697" y="32308"/>
                  </a:moveTo>
                  <a:lnTo>
                    <a:pt x="319125" y="29464"/>
                  </a:lnTo>
                  <a:lnTo>
                    <a:pt x="319074" y="29197"/>
                  </a:lnTo>
                  <a:lnTo>
                    <a:pt x="318960" y="28600"/>
                  </a:lnTo>
                  <a:lnTo>
                    <a:pt x="318846" y="28079"/>
                  </a:lnTo>
                  <a:lnTo>
                    <a:pt x="318731" y="27457"/>
                  </a:lnTo>
                  <a:lnTo>
                    <a:pt x="318630" y="26962"/>
                  </a:lnTo>
                  <a:lnTo>
                    <a:pt x="314312" y="20345"/>
                  </a:lnTo>
                  <a:lnTo>
                    <a:pt x="310857" y="18719"/>
                  </a:lnTo>
                  <a:lnTo>
                    <a:pt x="302539" y="18719"/>
                  </a:lnTo>
                  <a:lnTo>
                    <a:pt x="299593" y="20053"/>
                  </a:lnTo>
                  <a:lnTo>
                    <a:pt x="294906" y="25400"/>
                  </a:lnTo>
                  <a:lnTo>
                    <a:pt x="293624" y="28600"/>
                  </a:lnTo>
                  <a:lnTo>
                    <a:pt x="293662" y="31038"/>
                  </a:lnTo>
                  <a:lnTo>
                    <a:pt x="293560" y="29464"/>
                  </a:lnTo>
                  <a:lnTo>
                    <a:pt x="293535" y="29197"/>
                  </a:lnTo>
                  <a:lnTo>
                    <a:pt x="293458" y="28981"/>
                  </a:lnTo>
                  <a:lnTo>
                    <a:pt x="293535" y="28816"/>
                  </a:lnTo>
                  <a:lnTo>
                    <a:pt x="293357" y="28600"/>
                  </a:lnTo>
                  <a:lnTo>
                    <a:pt x="292874" y="27089"/>
                  </a:lnTo>
                  <a:lnTo>
                    <a:pt x="292874" y="32677"/>
                  </a:lnTo>
                  <a:lnTo>
                    <a:pt x="292836" y="32969"/>
                  </a:lnTo>
                  <a:lnTo>
                    <a:pt x="292735" y="33642"/>
                  </a:lnTo>
                  <a:lnTo>
                    <a:pt x="292874" y="32677"/>
                  </a:lnTo>
                  <a:lnTo>
                    <a:pt x="292874" y="27089"/>
                  </a:lnTo>
                  <a:lnTo>
                    <a:pt x="285750" y="18719"/>
                  </a:lnTo>
                  <a:lnTo>
                    <a:pt x="278853" y="18719"/>
                  </a:lnTo>
                  <a:lnTo>
                    <a:pt x="275996" y="20053"/>
                  </a:lnTo>
                  <a:lnTo>
                    <a:pt x="271665" y="25120"/>
                  </a:lnTo>
                  <a:lnTo>
                    <a:pt x="270548" y="27838"/>
                  </a:lnTo>
                  <a:lnTo>
                    <a:pt x="270548" y="28079"/>
                  </a:lnTo>
                  <a:lnTo>
                    <a:pt x="270230" y="28600"/>
                  </a:lnTo>
                  <a:lnTo>
                    <a:pt x="270344" y="20053"/>
                  </a:lnTo>
                  <a:lnTo>
                    <a:pt x="261772" y="20053"/>
                  </a:lnTo>
                  <a:lnTo>
                    <a:pt x="261772" y="79095"/>
                  </a:lnTo>
                  <a:lnTo>
                    <a:pt x="271132" y="79095"/>
                  </a:lnTo>
                  <a:lnTo>
                    <a:pt x="271132" y="38100"/>
                  </a:lnTo>
                  <a:lnTo>
                    <a:pt x="271373" y="36169"/>
                  </a:lnTo>
                  <a:lnTo>
                    <a:pt x="271475" y="35356"/>
                  </a:lnTo>
                  <a:lnTo>
                    <a:pt x="272186" y="33197"/>
                  </a:lnTo>
                  <a:lnTo>
                    <a:pt x="272884" y="31038"/>
                  </a:lnTo>
                  <a:lnTo>
                    <a:pt x="273837" y="29464"/>
                  </a:lnTo>
                  <a:lnTo>
                    <a:pt x="276212" y="27457"/>
                  </a:lnTo>
                  <a:lnTo>
                    <a:pt x="277583" y="26962"/>
                  </a:lnTo>
                  <a:lnTo>
                    <a:pt x="281597" y="26962"/>
                  </a:lnTo>
                  <a:lnTo>
                    <a:pt x="286054" y="79095"/>
                  </a:lnTo>
                  <a:lnTo>
                    <a:pt x="295414" y="79095"/>
                  </a:lnTo>
                  <a:lnTo>
                    <a:pt x="295414" y="38100"/>
                  </a:lnTo>
                  <a:lnTo>
                    <a:pt x="295656" y="36169"/>
                  </a:lnTo>
                  <a:lnTo>
                    <a:pt x="295757" y="35356"/>
                  </a:lnTo>
                  <a:lnTo>
                    <a:pt x="301866" y="26962"/>
                  </a:lnTo>
                  <a:lnTo>
                    <a:pt x="305803" y="26962"/>
                  </a:lnTo>
                  <a:lnTo>
                    <a:pt x="310337" y="79095"/>
                  </a:lnTo>
                  <a:lnTo>
                    <a:pt x="319697" y="79095"/>
                  </a:lnTo>
                  <a:lnTo>
                    <a:pt x="319697" y="32308"/>
                  </a:lnTo>
                  <a:close/>
                </a:path>
                <a:path w="516254" h="80645">
                  <a:moveTo>
                    <a:pt x="383959" y="43078"/>
                  </a:moveTo>
                  <a:lnTo>
                    <a:pt x="383095" y="38735"/>
                  </a:lnTo>
                  <a:lnTo>
                    <a:pt x="383057" y="38506"/>
                  </a:lnTo>
                  <a:lnTo>
                    <a:pt x="382943" y="37909"/>
                  </a:lnTo>
                  <a:lnTo>
                    <a:pt x="373722" y="23787"/>
                  </a:lnTo>
                  <a:lnTo>
                    <a:pt x="373722" y="44221"/>
                  </a:lnTo>
                  <a:lnTo>
                    <a:pt x="340969" y="44221"/>
                  </a:lnTo>
                  <a:lnTo>
                    <a:pt x="341782" y="38735"/>
                  </a:lnTo>
                  <a:lnTo>
                    <a:pt x="343662" y="34594"/>
                  </a:lnTo>
                  <a:lnTo>
                    <a:pt x="349529" y="29019"/>
                  </a:lnTo>
                  <a:lnTo>
                    <a:pt x="353263" y="27622"/>
                  </a:lnTo>
                  <a:lnTo>
                    <a:pt x="362165" y="27622"/>
                  </a:lnTo>
                  <a:lnTo>
                    <a:pt x="373621" y="43078"/>
                  </a:lnTo>
                  <a:lnTo>
                    <a:pt x="373722" y="44221"/>
                  </a:lnTo>
                  <a:lnTo>
                    <a:pt x="373722" y="23787"/>
                  </a:lnTo>
                  <a:lnTo>
                    <a:pt x="367563" y="20002"/>
                  </a:lnTo>
                  <a:lnTo>
                    <a:pt x="367715" y="20002"/>
                  </a:lnTo>
                  <a:lnTo>
                    <a:pt x="362915" y="18719"/>
                  </a:lnTo>
                  <a:lnTo>
                    <a:pt x="352361" y="18719"/>
                  </a:lnTo>
                  <a:lnTo>
                    <a:pt x="331165" y="55816"/>
                  </a:lnTo>
                  <a:lnTo>
                    <a:pt x="332257" y="61252"/>
                  </a:lnTo>
                  <a:lnTo>
                    <a:pt x="352666" y="80429"/>
                  </a:lnTo>
                  <a:lnTo>
                    <a:pt x="364477" y="80429"/>
                  </a:lnTo>
                  <a:lnTo>
                    <a:pt x="369760" y="78740"/>
                  </a:lnTo>
                  <a:lnTo>
                    <a:pt x="378447" y="71983"/>
                  </a:lnTo>
                  <a:lnTo>
                    <a:pt x="378764" y="71513"/>
                  </a:lnTo>
                  <a:lnTo>
                    <a:pt x="381406" y="67652"/>
                  </a:lnTo>
                  <a:lnTo>
                    <a:pt x="382968" y="62382"/>
                  </a:lnTo>
                  <a:lnTo>
                    <a:pt x="372935" y="61607"/>
                  </a:lnTo>
                  <a:lnTo>
                    <a:pt x="371970" y="64566"/>
                  </a:lnTo>
                  <a:lnTo>
                    <a:pt x="370243" y="66967"/>
                  </a:lnTo>
                  <a:lnTo>
                    <a:pt x="365264" y="70612"/>
                  </a:lnTo>
                  <a:lnTo>
                    <a:pt x="362089" y="71513"/>
                  </a:lnTo>
                  <a:lnTo>
                    <a:pt x="353110" y="71513"/>
                  </a:lnTo>
                  <a:lnTo>
                    <a:pt x="349046" y="69913"/>
                  </a:lnTo>
                  <a:lnTo>
                    <a:pt x="343027" y="63538"/>
                  </a:lnTo>
                  <a:lnTo>
                    <a:pt x="341337" y="58775"/>
                  </a:lnTo>
                  <a:lnTo>
                    <a:pt x="340969" y="52463"/>
                  </a:lnTo>
                  <a:lnTo>
                    <a:pt x="383959" y="52463"/>
                  </a:lnTo>
                  <a:lnTo>
                    <a:pt x="383959" y="44221"/>
                  </a:lnTo>
                  <a:lnTo>
                    <a:pt x="383959" y="43078"/>
                  </a:lnTo>
                  <a:close/>
                </a:path>
                <a:path w="516254" h="80645">
                  <a:moveTo>
                    <a:pt x="448462" y="36944"/>
                  </a:moveTo>
                  <a:lnTo>
                    <a:pt x="447675" y="33185"/>
                  </a:lnTo>
                  <a:lnTo>
                    <a:pt x="444804" y="26962"/>
                  </a:lnTo>
                  <a:lnTo>
                    <a:pt x="444563" y="26416"/>
                  </a:lnTo>
                  <a:lnTo>
                    <a:pt x="442277" y="23736"/>
                  </a:lnTo>
                  <a:lnTo>
                    <a:pt x="436257" y="19723"/>
                  </a:lnTo>
                  <a:lnTo>
                    <a:pt x="432498" y="18719"/>
                  </a:lnTo>
                  <a:lnTo>
                    <a:pt x="424916" y="18719"/>
                  </a:lnTo>
                  <a:lnTo>
                    <a:pt x="409143" y="30048"/>
                  </a:lnTo>
                  <a:lnTo>
                    <a:pt x="409143" y="30213"/>
                  </a:lnTo>
                  <a:lnTo>
                    <a:pt x="408876" y="30594"/>
                  </a:lnTo>
                  <a:lnTo>
                    <a:pt x="408914" y="20053"/>
                  </a:lnTo>
                  <a:lnTo>
                    <a:pt x="400342" y="20053"/>
                  </a:lnTo>
                  <a:lnTo>
                    <a:pt x="400342" y="79095"/>
                  </a:lnTo>
                  <a:lnTo>
                    <a:pt x="409702" y="79095"/>
                  </a:lnTo>
                  <a:lnTo>
                    <a:pt x="409702" y="40144"/>
                  </a:lnTo>
                  <a:lnTo>
                    <a:pt x="410425" y="37084"/>
                  </a:lnTo>
                  <a:lnTo>
                    <a:pt x="411581" y="35090"/>
                  </a:lnTo>
                  <a:lnTo>
                    <a:pt x="413321" y="32105"/>
                  </a:lnTo>
                  <a:lnTo>
                    <a:pt x="415264" y="30213"/>
                  </a:lnTo>
                  <a:lnTo>
                    <a:pt x="419950" y="27724"/>
                  </a:lnTo>
                  <a:lnTo>
                    <a:pt x="419696" y="27724"/>
                  </a:lnTo>
                  <a:lnTo>
                    <a:pt x="422910" y="26962"/>
                  </a:lnTo>
                  <a:lnTo>
                    <a:pt x="430415" y="26962"/>
                  </a:lnTo>
                  <a:lnTo>
                    <a:pt x="433717" y="28384"/>
                  </a:lnTo>
                  <a:lnTo>
                    <a:pt x="438023" y="34112"/>
                  </a:lnTo>
                  <a:lnTo>
                    <a:pt x="439102" y="38290"/>
                  </a:lnTo>
                  <a:lnTo>
                    <a:pt x="439102" y="79095"/>
                  </a:lnTo>
                  <a:lnTo>
                    <a:pt x="448462" y="79095"/>
                  </a:lnTo>
                  <a:lnTo>
                    <a:pt x="448462" y="36944"/>
                  </a:lnTo>
                  <a:close/>
                </a:path>
                <a:path w="516254" h="80645">
                  <a:moveTo>
                    <a:pt x="515734" y="20053"/>
                  </a:moveTo>
                  <a:lnTo>
                    <a:pt x="492239" y="20053"/>
                  </a:lnTo>
                  <a:lnTo>
                    <a:pt x="492239" y="6235"/>
                  </a:lnTo>
                  <a:lnTo>
                    <a:pt x="482879" y="6235"/>
                  </a:lnTo>
                  <a:lnTo>
                    <a:pt x="482879" y="20053"/>
                  </a:lnTo>
                  <a:lnTo>
                    <a:pt x="463384" y="20053"/>
                  </a:lnTo>
                  <a:lnTo>
                    <a:pt x="463384" y="28295"/>
                  </a:lnTo>
                  <a:lnTo>
                    <a:pt x="482879" y="28295"/>
                  </a:lnTo>
                  <a:lnTo>
                    <a:pt x="482879" y="68326"/>
                  </a:lnTo>
                  <a:lnTo>
                    <a:pt x="484289" y="72402"/>
                  </a:lnTo>
                  <a:lnTo>
                    <a:pt x="489927" y="77749"/>
                  </a:lnTo>
                  <a:lnTo>
                    <a:pt x="494207" y="79095"/>
                  </a:lnTo>
                  <a:lnTo>
                    <a:pt x="515734" y="79095"/>
                  </a:lnTo>
                  <a:lnTo>
                    <a:pt x="515734" y="70853"/>
                  </a:lnTo>
                  <a:lnTo>
                    <a:pt x="497319" y="70853"/>
                  </a:lnTo>
                  <a:lnTo>
                    <a:pt x="495388" y="70192"/>
                  </a:lnTo>
                  <a:lnTo>
                    <a:pt x="492861" y="67602"/>
                  </a:lnTo>
                  <a:lnTo>
                    <a:pt x="492239" y="65570"/>
                  </a:lnTo>
                  <a:lnTo>
                    <a:pt x="492239" y="28295"/>
                  </a:lnTo>
                  <a:lnTo>
                    <a:pt x="515734" y="28295"/>
                  </a:lnTo>
                  <a:lnTo>
                    <a:pt x="515734" y="2005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220570" y="3504921"/>
              <a:ext cx="583684" cy="97243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555024" y="3505033"/>
              <a:ext cx="252521" cy="80422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743701" y="3503919"/>
              <a:ext cx="1855313" cy="371151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417063" y="3505033"/>
              <a:ext cx="1320639" cy="225230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3611266" y="3692057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752733" y="3649840"/>
              <a:ext cx="181565" cy="80424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07578" y="3649728"/>
              <a:ext cx="922310" cy="24205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4015613" y="3656078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088016" y="3649840"/>
              <a:ext cx="249179" cy="80424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821247" y="3649840"/>
              <a:ext cx="320803" cy="97132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683670" y="3800885"/>
              <a:ext cx="451130" cy="74185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4170222" y="386014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/>
          <p:nvPr/>
        </p:nvSpPr>
        <p:spPr>
          <a:xfrm>
            <a:off x="556950" y="4709159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0" name="object 140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556950" y="4024110"/>
            <a:ext cx="155946" cy="155940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809226" y="4060736"/>
            <a:ext cx="228302" cy="99181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1128421" y="4069317"/>
            <a:ext cx="710570" cy="110115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932155" y="4086721"/>
            <a:ext cx="65497" cy="65497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2089748" y="4060736"/>
            <a:ext cx="307700" cy="99181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2490478" y="4060736"/>
            <a:ext cx="230976" cy="99181"/>
          </a:xfrm>
          <a:prstGeom prst="rect">
            <a:avLst/>
          </a:prstGeom>
        </p:spPr>
      </p:pic>
      <p:grpSp>
        <p:nvGrpSpPr>
          <p:cNvPr id="146" name="object 146"/>
          <p:cNvGrpSpPr/>
          <p:nvPr/>
        </p:nvGrpSpPr>
        <p:grpSpPr>
          <a:xfrm>
            <a:off x="2815609" y="4069317"/>
            <a:ext cx="707390" cy="90170"/>
            <a:chOff x="2815609" y="4069317"/>
            <a:chExt cx="707390" cy="90170"/>
          </a:xfrm>
        </p:grpSpPr>
        <p:sp>
          <p:nvSpPr>
            <p:cNvPr id="147" name="object 147"/>
            <p:cNvSpPr/>
            <p:nvPr/>
          </p:nvSpPr>
          <p:spPr>
            <a:xfrm>
              <a:off x="2815602" y="4069321"/>
              <a:ext cx="542925" cy="90170"/>
            </a:xfrm>
            <a:custGeom>
              <a:avLst/>
              <a:gdLst/>
              <a:ahLst/>
              <a:cxnLst/>
              <a:rect l="l" t="t" r="r" b="b"/>
              <a:pathLst>
                <a:path w="542925" h="90170">
                  <a:moveTo>
                    <a:pt x="62979" y="64541"/>
                  </a:moveTo>
                  <a:lnTo>
                    <a:pt x="32029" y="46266"/>
                  </a:lnTo>
                  <a:lnTo>
                    <a:pt x="28714" y="45427"/>
                  </a:lnTo>
                  <a:lnTo>
                    <a:pt x="24028" y="43840"/>
                  </a:lnTo>
                  <a:lnTo>
                    <a:pt x="22402" y="42900"/>
                  </a:lnTo>
                  <a:lnTo>
                    <a:pt x="20561" y="40754"/>
                  </a:lnTo>
                  <a:lnTo>
                    <a:pt x="20104" y="39382"/>
                  </a:lnTo>
                  <a:lnTo>
                    <a:pt x="20104" y="35814"/>
                  </a:lnTo>
                  <a:lnTo>
                    <a:pt x="20955" y="34112"/>
                  </a:lnTo>
                  <a:lnTo>
                    <a:pt x="24333" y="31140"/>
                  </a:lnTo>
                  <a:lnTo>
                    <a:pt x="27127" y="30391"/>
                  </a:lnTo>
                  <a:lnTo>
                    <a:pt x="33528" y="30391"/>
                  </a:lnTo>
                  <a:lnTo>
                    <a:pt x="44424" y="40017"/>
                  </a:lnTo>
                  <a:lnTo>
                    <a:pt x="62445" y="39217"/>
                  </a:lnTo>
                  <a:lnTo>
                    <a:pt x="38061" y="15214"/>
                  </a:lnTo>
                  <a:lnTo>
                    <a:pt x="24358" y="15214"/>
                  </a:lnTo>
                  <a:lnTo>
                    <a:pt x="1549" y="33566"/>
                  </a:lnTo>
                  <a:lnTo>
                    <a:pt x="1549" y="42037"/>
                  </a:lnTo>
                  <a:lnTo>
                    <a:pt x="34467" y="61658"/>
                  </a:lnTo>
                  <a:lnTo>
                    <a:pt x="37426" y="62407"/>
                  </a:lnTo>
                  <a:lnTo>
                    <a:pt x="41389" y="63855"/>
                  </a:lnTo>
                  <a:lnTo>
                    <a:pt x="42710" y="64655"/>
                  </a:lnTo>
                  <a:lnTo>
                    <a:pt x="44081" y="66421"/>
                  </a:lnTo>
                  <a:lnTo>
                    <a:pt x="44424" y="67538"/>
                  </a:lnTo>
                  <a:lnTo>
                    <a:pt x="44424" y="70866"/>
                  </a:lnTo>
                  <a:lnTo>
                    <a:pt x="43446" y="72364"/>
                  </a:lnTo>
                  <a:lnTo>
                    <a:pt x="39535" y="74383"/>
                  </a:lnTo>
                  <a:lnTo>
                    <a:pt x="36487" y="74879"/>
                  </a:lnTo>
                  <a:lnTo>
                    <a:pt x="27965" y="74879"/>
                  </a:lnTo>
                  <a:lnTo>
                    <a:pt x="24638" y="74015"/>
                  </a:lnTo>
                  <a:lnTo>
                    <a:pt x="20129" y="70523"/>
                  </a:lnTo>
                  <a:lnTo>
                    <a:pt x="18618" y="68186"/>
                  </a:lnTo>
                  <a:lnTo>
                    <a:pt x="17856" y="65265"/>
                  </a:lnTo>
                  <a:lnTo>
                    <a:pt x="0" y="65976"/>
                  </a:lnTo>
                  <a:lnTo>
                    <a:pt x="25285" y="90068"/>
                  </a:lnTo>
                  <a:lnTo>
                    <a:pt x="32181" y="90068"/>
                  </a:lnTo>
                  <a:lnTo>
                    <a:pt x="38709" y="90068"/>
                  </a:lnTo>
                  <a:lnTo>
                    <a:pt x="62979" y="73025"/>
                  </a:lnTo>
                  <a:lnTo>
                    <a:pt x="62979" y="64541"/>
                  </a:lnTo>
                  <a:close/>
                </a:path>
                <a:path w="542925" h="90170">
                  <a:moveTo>
                    <a:pt x="142697" y="16814"/>
                  </a:moveTo>
                  <a:lnTo>
                    <a:pt x="116179" y="16814"/>
                  </a:lnTo>
                  <a:lnTo>
                    <a:pt x="116179" y="0"/>
                  </a:lnTo>
                  <a:lnTo>
                    <a:pt x="98056" y="0"/>
                  </a:lnTo>
                  <a:lnTo>
                    <a:pt x="98056" y="16814"/>
                  </a:lnTo>
                  <a:lnTo>
                    <a:pt x="77470" y="16814"/>
                  </a:lnTo>
                  <a:lnTo>
                    <a:pt x="77470" y="31203"/>
                  </a:lnTo>
                  <a:lnTo>
                    <a:pt x="98056" y="31203"/>
                  </a:lnTo>
                  <a:lnTo>
                    <a:pt x="98056" y="73672"/>
                  </a:lnTo>
                  <a:lnTo>
                    <a:pt x="99949" y="79311"/>
                  </a:lnTo>
                  <a:lnTo>
                    <a:pt x="107530" y="86626"/>
                  </a:lnTo>
                  <a:lnTo>
                    <a:pt x="113436" y="88468"/>
                  </a:lnTo>
                  <a:lnTo>
                    <a:pt x="142697" y="88468"/>
                  </a:lnTo>
                  <a:lnTo>
                    <a:pt x="142697" y="74079"/>
                  </a:lnTo>
                  <a:lnTo>
                    <a:pt x="122580" y="74079"/>
                  </a:lnTo>
                  <a:lnTo>
                    <a:pt x="120167" y="73279"/>
                  </a:lnTo>
                  <a:lnTo>
                    <a:pt x="116979" y="70053"/>
                  </a:lnTo>
                  <a:lnTo>
                    <a:pt x="116179" y="67589"/>
                  </a:lnTo>
                  <a:lnTo>
                    <a:pt x="116179" y="31203"/>
                  </a:lnTo>
                  <a:lnTo>
                    <a:pt x="142697" y="31203"/>
                  </a:lnTo>
                  <a:lnTo>
                    <a:pt x="142697" y="16814"/>
                  </a:lnTo>
                  <a:close/>
                </a:path>
                <a:path w="542925" h="90170">
                  <a:moveTo>
                    <a:pt x="226377" y="16814"/>
                  </a:moveTo>
                  <a:lnTo>
                    <a:pt x="204457" y="16814"/>
                  </a:lnTo>
                  <a:lnTo>
                    <a:pt x="200088" y="18542"/>
                  </a:lnTo>
                  <a:lnTo>
                    <a:pt x="194297" y="25412"/>
                  </a:lnTo>
                  <a:lnTo>
                    <a:pt x="193446" y="27914"/>
                  </a:lnTo>
                  <a:lnTo>
                    <a:pt x="193446" y="36791"/>
                  </a:lnTo>
                  <a:lnTo>
                    <a:pt x="193103" y="32207"/>
                  </a:lnTo>
                  <a:lnTo>
                    <a:pt x="193421" y="36283"/>
                  </a:lnTo>
                  <a:lnTo>
                    <a:pt x="193446" y="36791"/>
                  </a:lnTo>
                  <a:lnTo>
                    <a:pt x="193446" y="27914"/>
                  </a:lnTo>
                  <a:lnTo>
                    <a:pt x="192900" y="29502"/>
                  </a:lnTo>
                  <a:lnTo>
                    <a:pt x="192443" y="23469"/>
                  </a:lnTo>
                  <a:lnTo>
                    <a:pt x="191947" y="16814"/>
                  </a:lnTo>
                  <a:lnTo>
                    <a:pt x="161417" y="16814"/>
                  </a:lnTo>
                  <a:lnTo>
                    <a:pt x="161417" y="31203"/>
                  </a:lnTo>
                  <a:lnTo>
                    <a:pt x="178574" y="31203"/>
                  </a:lnTo>
                  <a:lnTo>
                    <a:pt x="178574" y="74079"/>
                  </a:lnTo>
                  <a:lnTo>
                    <a:pt x="161417" y="74079"/>
                  </a:lnTo>
                  <a:lnTo>
                    <a:pt x="161417" y="88468"/>
                  </a:lnTo>
                  <a:lnTo>
                    <a:pt x="218516" y="88468"/>
                  </a:lnTo>
                  <a:lnTo>
                    <a:pt x="218516" y="81749"/>
                  </a:lnTo>
                  <a:lnTo>
                    <a:pt x="218516" y="74079"/>
                  </a:lnTo>
                  <a:lnTo>
                    <a:pt x="196697" y="74079"/>
                  </a:lnTo>
                  <a:lnTo>
                    <a:pt x="196697" y="43802"/>
                  </a:lnTo>
                  <a:lnTo>
                    <a:pt x="208254" y="31623"/>
                  </a:lnTo>
                  <a:lnTo>
                    <a:pt x="226377" y="31623"/>
                  </a:lnTo>
                  <a:lnTo>
                    <a:pt x="226377" y="16814"/>
                  </a:lnTo>
                  <a:close/>
                </a:path>
                <a:path w="542925" h="90170">
                  <a:moveTo>
                    <a:pt x="301929" y="16814"/>
                  </a:moveTo>
                  <a:lnTo>
                    <a:pt x="283794" y="16814"/>
                  </a:lnTo>
                  <a:lnTo>
                    <a:pt x="283794" y="63728"/>
                  </a:lnTo>
                  <a:lnTo>
                    <a:pt x="282498" y="67830"/>
                  </a:lnTo>
                  <a:lnTo>
                    <a:pt x="277520" y="73329"/>
                  </a:lnTo>
                  <a:lnTo>
                    <a:pt x="274434" y="74726"/>
                  </a:lnTo>
                  <a:lnTo>
                    <a:pt x="267246" y="74726"/>
                  </a:lnTo>
                  <a:lnTo>
                    <a:pt x="264579" y="73507"/>
                  </a:lnTo>
                  <a:lnTo>
                    <a:pt x="260959" y="68668"/>
                  </a:lnTo>
                  <a:lnTo>
                    <a:pt x="260057" y="64693"/>
                  </a:lnTo>
                  <a:lnTo>
                    <a:pt x="260057" y="16814"/>
                  </a:lnTo>
                  <a:lnTo>
                    <a:pt x="241935" y="16814"/>
                  </a:lnTo>
                  <a:lnTo>
                    <a:pt x="241935" y="72301"/>
                  </a:lnTo>
                  <a:lnTo>
                    <a:pt x="243878" y="78816"/>
                  </a:lnTo>
                  <a:lnTo>
                    <a:pt x="251675" y="87820"/>
                  </a:lnTo>
                  <a:lnTo>
                    <a:pt x="256971" y="90068"/>
                  </a:lnTo>
                  <a:lnTo>
                    <a:pt x="270129" y="90068"/>
                  </a:lnTo>
                  <a:lnTo>
                    <a:pt x="275361" y="88176"/>
                  </a:lnTo>
                  <a:lnTo>
                    <a:pt x="283438" y="80619"/>
                  </a:lnTo>
                  <a:lnTo>
                    <a:pt x="285000" y="77304"/>
                  </a:lnTo>
                  <a:lnTo>
                    <a:pt x="285203" y="87820"/>
                  </a:lnTo>
                  <a:lnTo>
                    <a:pt x="285216" y="88468"/>
                  </a:lnTo>
                  <a:lnTo>
                    <a:pt x="301929" y="88468"/>
                  </a:lnTo>
                  <a:lnTo>
                    <a:pt x="301929" y="67830"/>
                  </a:lnTo>
                  <a:lnTo>
                    <a:pt x="301929" y="16814"/>
                  </a:lnTo>
                  <a:close/>
                </a:path>
                <a:path w="542925" h="90170">
                  <a:moveTo>
                    <a:pt x="386130" y="61887"/>
                  </a:moveTo>
                  <a:lnTo>
                    <a:pt x="368122" y="60921"/>
                  </a:lnTo>
                  <a:lnTo>
                    <a:pt x="367258" y="65201"/>
                  </a:lnTo>
                  <a:lnTo>
                    <a:pt x="365569" y="68465"/>
                  </a:lnTo>
                  <a:lnTo>
                    <a:pt x="360489" y="72961"/>
                  </a:lnTo>
                  <a:lnTo>
                    <a:pt x="357365" y="74079"/>
                  </a:lnTo>
                  <a:lnTo>
                    <a:pt x="348729" y="74079"/>
                  </a:lnTo>
                  <a:lnTo>
                    <a:pt x="344843" y="72174"/>
                  </a:lnTo>
                  <a:lnTo>
                    <a:pt x="339204" y="64528"/>
                  </a:lnTo>
                  <a:lnTo>
                    <a:pt x="337794" y="59283"/>
                  </a:lnTo>
                  <a:lnTo>
                    <a:pt x="337794" y="45999"/>
                  </a:lnTo>
                  <a:lnTo>
                    <a:pt x="339204" y="40754"/>
                  </a:lnTo>
                  <a:lnTo>
                    <a:pt x="344843" y="33108"/>
                  </a:lnTo>
                  <a:lnTo>
                    <a:pt x="348729" y="31203"/>
                  </a:lnTo>
                  <a:lnTo>
                    <a:pt x="357314" y="31203"/>
                  </a:lnTo>
                  <a:lnTo>
                    <a:pt x="360375" y="32270"/>
                  </a:lnTo>
                  <a:lnTo>
                    <a:pt x="365302" y="36550"/>
                  </a:lnTo>
                  <a:lnTo>
                    <a:pt x="366991" y="39624"/>
                  </a:lnTo>
                  <a:lnTo>
                    <a:pt x="367906" y="43662"/>
                  </a:lnTo>
                  <a:lnTo>
                    <a:pt x="385914" y="42697"/>
                  </a:lnTo>
                  <a:lnTo>
                    <a:pt x="359156" y="15214"/>
                  </a:lnTo>
                  <a:lnTo>
                    <a:pt x="346710" y="15214"/>
                  </a:lnTo>
                  <a:lnTo>
                    <a:pt x="318985" y="45212"/>
                  </a:lnTo>
                  <a:lnTo>
                    <a:pt x="318985" y="60071"/>
                  </a:lnTo>
                  <a:lnTo>
                    <a:pt x="346710" y="90068"/>
                  </a:lnTo>
                  <a:lnTo>
                    <a:pt x="353517" y="90068"/>
                  </a:lnTo>
                  <a:lnTo>
                    <a:pt x="359206" y="90068"/>
                  </a:lnTo>
                  <a:lnTo>
                    <a:pt x="385368" y="67525"/>
                  </a:lnTo>
                  <a:lnTo>
                    <a:pt x="386130" y="61887"/>
                  </a:lnTo>
                  <a:close/>
                </a:path>
                <a:path w="542925" h="90170">
                  <a:moveTo>
                    <a:pt x="463499" y="16814"/>
                  </a:moveTo>
                  <a:lnTo>
                    <a:pt x="436981" y="16814"/>
                  </a:lnTo>
                  <a:lnTo>
                    <a:pt x="436981" y="0"/>
                  </a:lnTo>
                  <a:lnTo>
                    <a:pt x="418858" y="0"/>
                  </a:lnTo>
                  <a:lnTo>
                    <a:pt x="418858" y="16814"/>
                  </a:lnTo>
                  <a:lnTo>
                    <a:pt x="398272" y="16814"/>
                  </a:lnTo>
                  <a:lnTo>
                    <a:pt x="398272" y="31203"/>
                  </a:lnTo>
                  <a:lnTo>
                    <a:pt x="418858" y="31203"/>
                  </a:lnTo>
                  <a:lnTo>
                    <a:pt x="418858" y="73672"/>
                  </a:lnTo>
                  <a:lnTo>
                    <a:pt x="420751" y="79311"/>
                  </a:lnTo>
                  <a:lnTo>
                    <a:pt x="428320" y="86626"/>
                  </a:lnTo>
                  <a:lnTo>
                    <a:pt x="434238" y="88468"/>
                  </a:lnTo>
                  <a:lnTo>
                    <a:pt x="463499" y="88468"/>
                  </a:lnTo>
                  <a:lnTo>
                    <a:pt x="463499" y="74079"/>
                  </a:lnTo>
                  <a:lnTo>
                    <a:pt x="443382" y="74079"/>
                  </a:lnTo>
                  <a:lnTo>
                    <a:pt x="440969" y="73279"/>
                  </a:lnTo>
                  <a:lnTo>
                    <a:pt x="437781" y="70053"/>
                  </a:lnTo>
                  <a:lnTo>
                    <a:pt x="436981" y="67589"/>
                  </a:lnTo>
                  <a:lnTo>
                    <a:pt x="436981" y="31203"/>
                  </a:lnTo>
                  <a:lnTo>
                    <a:pt x="463499" y="31203"/>
                  </a:lnTo>
                  <a:lnTo>
                    <a:pt x="463499" y="16814"/>
                  </a:lnTo>
                  <a:close/>
                </a:path>
                <a:path w="542925" h="90170">
                  <a:moveTo>
                    <a:pt x="542531" y="16814"/>
                  </a:moveTo>
                  <a:lnTo>
                    <a:pt x="524395" y="16814"/>
                  </a:lnTo>
                  <a:lnTo>
                    <a:pt x="524395" y="63728"/>
                  </a:lnTo>
                  <a:lnTo>
                    <a:pt x="523087" y="67830"/>
                  </a:lnTo>
                  <a:lnTo>
                    <a:pt x="518121" y="73329"/>
                  </a:lnTo>
                  <a:lnTo>
                    <a:pt x="515035" y="74726"/>
                  </a:lnTo>
                  <a:lnTo>
                    <a:pt x="507847" y="74726"/>
                  </a:lnTo>
                  <a:lnTo>
                    <a:pt x="505180" y="73507"/>
                  </a:lnTo>
                  <a:lnTo>
                    <a:pt x="501561" y="68668"/>
                  </a:lnTo>
                  <a:lnTo>
                    <a:pt x="500659" y="64693"/>
                  </a:lnTo>
                  <a:lnTo>
                    <a:pt x="500659" y="16814"/>
                  </a:lnTo>
                  <a:lnTo>
                    <a:pt x="482536" y="16814"/>
                  </a:lnTo>
                  <a:lnTo>
                    <a:pt x="482536" y="72301"/>
                  </a:lnTo>
                  <a:lnTo>
                    <a:pt x="484479" y="78816"/>
                  </a:lnTo>
                  <a:lnTo>
                    <a:pt x="492264" y="87820"/>
                  </a:lnTo>
                  <a:lnTo>
                    <a:pt x="497573" y="90068"/>
                  </a:lnTo>
                  <a:lnTo>
                    <a:pt x="510730" y="90068"/>
                  </a:lnTo>
                  <a:lnTo>
                    <a:pt x="515962" y="88176"/>
                  </a:lnTo>
                  <a:lnTo>
                    <a:pt x="524040" y="80619"/>
                  </a:lnTo>
                  <a:lnTo>
                    <a:pt x="525602" y="77304"/>
                  </a:lnTo>
                  <a:lnTo>
                    <a:pt x="525805" y="87820"/>
                  </a:lnTo>
                  <a:lnTo>
                    <a:pt x="525818" y="88468"/>
                  </a:lnTo>
                  <a:lnTo>
                    <a:pt x="542531" y="88468"/>
                  </a:lnTo>
                  <a:lnTo>
                    <a:pt x="542531" y="67830"/>
                  </a:lnTo>
                  <a:lnTo>
                    <a:pt x="542531" y="1681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378022" y="4084529"/>
              <a:ext cx="144359" cy="74853"/>
            </a:xfrm>
            <a:prstGeom prst="rect">
              <a:avLst/>
            </a:prstGeom>
          </p:spPr>
        </p:pic>
      </p:grpSp>
      <p:pic>
        <p:nvPicPr>
          <p:cNvPr id="149" name="object 149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804102" y="4251346"/>
            <a:ext cx="641621" cy="80424"/>
          </a:xfrm>
          <a:prstGeom prst="rect">
            <a:avLst/>
          </a:prstGeom>
        </p:spPr>
      </p:pic>
      <p:grpSp>
        <p:nvGrpSpPr>
          <p:cNvPr id="150" name="object 150"/>
          <p:cNvGrpSpPr/>
          <p:nvPr/>
        </p:nvGrpSpPr>
        <p:grpSpPr>
          <a:xfrm>
            <a:off x="1542073" y="4249564"/>
            <a:ext cx="371475" cy="83185"/>
            <a:chOff x="1542073" y="4249564"/>
            <a:chExt cx="371475" cy="83185"/>
          </a:xfrm>
        </p:grpSpPr>
        <p:sp>
          <p:nvSpPr>
            <p:cNvPr id="151" name="object 151"/>
            <p:cNvSpPr/>
            <p:nvPr/>
          </p:nvSpPr>
          <p:spPr>
            <a:xfrm>
              <a:off x="1542072" y="4249572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57"/>
                  </a:lnTo>
                  <a:lnTo>
                    <a:pt x="48082" y="8394"/>
                  </a:lnTo>
                  <a:lnTo>
                    <a:pt x="40716" y="2578"/>
                  </a:lnTo>
                  <a:lnTo>
                    <a:pt x="40716" y="35318"/>
                  </a:lnTo>
                  <a:lnTo>
                    <a:pt x="40716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16" y="64452"/>
                  </a:lnTo>
                  <a:lnTo>
                    <a:pt x="39865" y="28740"/>
                  </a:lnTo>
                  <a:lnTo>
                    <a:pt x="40233" y="30226"/>
                  </a:lnTo>
                  <a:lnTo>
                    <a:pt x="40716" y="35318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36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85" y="80987"/>
                  </a:lnTo>
                  <a:lnTo>
                    <a:pt x="48082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23" y="49949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675071" y="4249564"/>
              <a:ext cx="190920" cy="82651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1895976" y="4313636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5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5" y="16797"/>
                  </a:lnTo>
                  <a:lnTo>
                    <a:pt x="17555" y="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4" name="object 154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2678931" y="4257584"/>
            <a:ext cx="121532" cy="74185"/>
          </a:xfrm>
          <a:prstGeom prst="rect">
            <a:avLst/>
          </a:prstGeom>
        </p:spPr>
      </p:pic>
      <p:grpSp>
        <p:nvGrpSpPr>
          <p:cNvPr id="155" name="object 155"/>
          <p:cNvGrpSpPr/>
          <p:nvPr/>
        </p:nvGrpSpPr>
        <p:grpSpPr>
          <a:xfrm>
            <a:off x="2880548" y="4249564"/>
            <a:ext cx="857885" cy="83185"/>
            <a:chOff x="2880548" y="4249564"/>
            <a:chExt cx="857885" cy="83185"/>
          </a:xfrm>
        </p:grpSpPr>
        <p:pic>
          <p:nvPicPr>
            <p:cNvPr id="156" name="object 156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880548" y="4249564"/>
              <a:ext cx="455585" cy="82651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3368205" y="4249572"/>
              <a:ext cx="160655" cy="83185"/>
            </a:xfrm>
            <a:custGeom>
              <a:avLst/>
              <a:gdLst/>
              <a:ahLst/>
              <a:cxnLst/>
              <a:rect l="l" t="t" r="r" b="b"/>
              <a:pathLst>
                <a:path w="160654" h="83185">
                  <a:moveTo>
                    <a:pt x="13817" y="67271"/>
                  </a:moveTo>
                  <a:lnTo>
                    <a:pt x="0" y="67271"/>
                  </a:lnTo>
                  <a:lnTo>
                    <a:pt x="0" y="80860"/>
                  </a:lnTo>
                  <a:lnTo>
                    <a:pt x="13817" y="80860"/>
                  </a:lnTo>
                  <a:lnTo>
                    <a:pt x="13817" y="67271"/>
                  </a:lnTo>
                  <a:close/>
                </a:path>
                <a:path w="160654" h="83185">
                  <a:moveTo>
                    <a:pt x="101587" y="53022"/>
                  </a:moveTo>
                  <a:lnTo>
                    <a:pt x="99695" y="48196"/>
                  </a:lnTo>
                  <a:lnTo>
                    <a:pt x="92125" y="40474"/>
                  </a:lnTo>
                  <a:lnTo>
                    <a:pt x="89814" y="39433"/>
                  </a:lnTo>
                  <a:lnTo>
                    <a:pt x="86995" y="38163"/>
                  </a:lnTo>
                  <a:lnTo>
                    <a:pt x="86550" y="38315"/>
                  </a:lnTo>
                  <a:lnTo>
                    <a:pt x="86880" y="38163"/>
                  </a:lnTo>
                  <a:lnTo>
                    <a:pt x="88519" y="37426"/>
                  </a:lnTo>
                  <a:lnTo>
                    <a:pt x="91097" y="36258"/>
                  </a:lnTo>
                  <a:lnTo>
                    <a:pt x="97269" y="30238"/>
                  </a:lnTo>
                  <a:lnTo>
                    <a:pt x="98806" y="26289"/>
                  </a:lnTo>
                  <a:lnTo>
                    <a:pt x="98806" y="17119"/>
                  </a:lnTo>
                  <a:lnTo>
                    <a:pt x="97790" y="13220"/>
                  </a:lnTo>
                  <a:lnTo>
                    <a:pt x="95313" y="9359"/>
                  </a:lnTo>
                  <a:lnTo>
                    <a:pt x="93700" y="6832"/>
                  </a:lnTo>
                  <a:lnTo>
                    <a:pt x="90792" y="4356"/>
                  </a:lnTo>
                  <a:lnTo>
                    <a:pt x="83210" y="876"/>
                  </a:lnTo>
                  <a:lnTo>
                    <a:pt x="78752" y="0"/>
                  </a:lnTo>
                  <a:lnTo>
                    <a:pt x="65989" y="0"/>
                  </a:lnTo>
                  <a:lnTo>
                    <a:pt x="59931" y="1841"/>
                  </a:lnTo>
                  <a:lnTo>
                    <a:pt x="51015" y="9182"/>
                  </a:lnTo>
                  <a:lnTo>
                    <a:pt x="48425" y="13995"/>
                  </a:lnTo>
                  <a:lnTo>
                    <a:pt x="47675" y="19939"/>
                  </a:lnTo>
                  <a:lnTo>
                    <a:pt x="57708" y="20599"/>
                  </a:lnTo>
                  <a:lnTo>
                    <a:pt x="58127" y="17741"/>
                  </a:lnTo>
                  <a:lnTo>
                    <a:pt x="58216" y="17119"/>
                  </a:lnTo>
                  <a:lnTo>
                    <a:pt x="59766" y="14363"/>
                  </a:lnTo>
                  <a:lnTo>
                    <a:pt x="64820" y="10414"/>
                  </a:lnTo>
                  <a:lnTo>
                    <a:pt x="64681" y="10414"/>
                  </a:lnTo>
                  <a:lnTo>
                    <a:pt x="68656" y="9359"/>
                  </a:lnTo>
                  <a:lnTo>
                    <a:pt x="78536" y="9359"/>
                  </a:lnTo>
                  <a:lnTo>
                    <a:pt x="82283" y="10414"/>
                  </a:lnTo>
                  <a:lnTo>
                    <a:pt x="87477" y="14643"/>
                  </a:lnTo>
                  <a:lnTo>
                    <a:pt x="88785" y="17741"/>
                  </a:lnTo>
                  <a:lnTo>
                    <a:pt x="88785" y="24803"/>
                  </a:lnTo>
                  <a:lnTo>
                    <a:pt x="76377" y="34188"/>
                  </a:lnTo>
                  <a:lnTo>
                    <a:pt x="67398" y="34188"/>
                  </a:lnTo>
                  <a:lnTo>
                    <a:pt x="67398" y="43548"/>
                  </a:lnTo>
                  <a:lnTo>
                    <a:pt x="77050" y="43548"/>
                  </a:lnTo>
                  <a:lnTo>
                    <a:pt x="80111" y="44094"/>
                  </a:lnTo>
                  <a:lnTo>
                    <a:pt x="85534" y="46240"/>
                  </a:lnTo>
                  <a:lnTo>
                    <a:pt x="87668" y="47917"/>
                  </a:lnTo>
                  <a:lnTo>
                    <a:pt x="90792" y="52438"/>
                  </a:lnTo>
                  <a:lnTo>
                    <a:pt x="91567" y="55321"/>
                  </a:lnTo>
                  <a:lnTo>
                    <a:pt x="91567" y="62382"/>
                  </a:lnTo>
                  <a:lnTo>
                    <a:pt x="76263" y="73291"/>
                  </a:lnTo>
                  <a:lnTo>
                    <a:pt x="68326" y="73291"/>
                  </a:lnTo>
                  <a:lnTo>
                    <a:pt x="64719" y="72351"/>
                  </a:lnTo>
                  <a:lnTo>
                    <a:pt x="64503" y="72351"/>
                  </a:lnTo>
                  <a:lnTo>
                    <a:pt x="58166" y="68173"/>
                  </a:lnTo>
                  <a:lnTo>
                    <a:pt x="57492" y="67017"/>
                  </a:lnTo>
                  <a:lnTo>
                    <a:pt x="56261" y="64643"/>
                  </a:lnTo>
                  <a:lnTo>
                    <a:pt x="55867" y="60477"/>
                  </a:lnTo>
                  <a:lnTo>
                    <a:pt x="55803" y="59817"/>
                  </a:lnTo>
                  <a:lnTo>
                    <a:pt x="45897" y="60477"/>
                  </a:lnTo>
                  <a:lnTo>
                    <a:pt x="45999" y="62382"/>
                  </a:lnTo>
                  <a:lnTo>
                    <a:pt x="46088" y="63855"/>
                  </a:lnTo>
                  <a:lnTo>
                    <a:pt x="46164" y="65214"/>
                  </a:lnTo>
                  <a:lnTo>
                    <a:pt x="46266" y="67017"/>
                  </a:lnTo>
                  <a:lnTo>
                    <a:pt x="48755" y="72351"/>
                  </a:lnTo>
                  <a:lnTo>
                    <a:pt x="57962" y="80594"/>
                  </a:lnTo>
                  <a:lnTo>
                    <a:pt x="64541" y="82651"/>
                  </a:lnTo>
                  <a:lnTo>
                    <a:pt x="78574" y="82651"/>
                  </a:lnTo>
                  <a:lnTo>
                    <a:pt x="83477" y="81724"/>
                  </a:lnTo>
                  <a:lnTo>
                    <a:pt x="92087" y="78003"/>
                  </a:lnTo>
                  <a:lnTo>
                    <a:pt x="95465" y="75298"/>
                  </a:lnTo>
                  <a:lnTo>
                    <a:pt x="96837" y="73291"/>
                  </a:lnTo>
                  <a:lnTo>
                    <a:pt x="100368" y="68173"/>
                  </a:lnTo>
                  <a:lnTo>
                    <a:pt x="101587" y="63855"/>
                  </a:lnTo>
                  <a:lnTo>
                    <a:pt x="101587" y="53022"/>
                  </a:lnTo>
                  <a:close/>
                </a:path>
                <a:path w="160654" h="83185">
                  <a:moveTo>
                    <a:pt x="160629" y="43992"/>
                  </a:moveTo>
                  <a:lnTo>
                    <a:pt x="120523" y="43992"/>
                  </a:lnTo>
                  <a:lnTo>
                    <a:pt x="120523" y="52793"/>
                  </a:lnTo>
                  <a:lnTo>
                    <a:pt x="160629" y="52793"/>
                  </a:lnTo>
                  <a:lnTo>
                    <a:pt x="160629" y="4399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548889" y="4249564"/>
              <a:ext cx="189278" cy="82651"/>
            </a:xfrm>
            <a:prstGeom prst="rect">
              <a:avLst/>
            </a:prstGeom>
          </p:spPr>
        </p:pic>
      </p:grpSp>
      <p:pic>
        <p:nvPicPr>
          <p:cNvPr id="159" name="object 159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3815556" y="4251346"/>
            <a:ext cx="184462" cy="80424"/>
          </a:xfrm>
          <a:prstGeom prst="rect">
            <a:avLst/>
          </a:prstGeom>
        </p:spPr>
      </p:pic>
      <p:grpSp>
        <p:nvGrpSpPr>
          <p:cNvPr id="160" name="object 160"/>
          <p:cNvGrpSpPr/>
          <p:nvPr/>
        </p:nvGrpSpPr>
        <p:grpSpPr>
          <a:xfrm>
            <a:off x="1338908" y="4251234"/>
            <a:ext cx="1442085" cy="387350"/>
            <a:chOff x="1338908" y="4251234"/>
            <a:chExt cx="1442085" cy="387350"/>
          </a:xfrm>
        </p:grpSpPr>
        <p:pic>
          <p:nvPicPr>
            <p:cNvPr id="161" name="object 161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010591" y="4251234"/>
              <a:ext cx="589253" cy="225342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1338908" y="4438370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5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342250" y="4396042"/>
              <a:ext cx="788642" cy="225342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2211082" y="4540859"/>
              <a:ext cx="569595" cy="97790"/>
            </a:xfrm>
            <a:custGeom>
              <a:avLst/>
              <a:gdLst/>
              <a:ahLst/>
              <a:cxnLst/>
              <a:rect l="l" t="t" r="r" b="b"/>
              <a:pathLst>
                <a:path w="569594" h="97789">
                  <a:moveTo>
                    <a:pt x="52362" y="20154"/>
                  </a:moveTo>
                  <a:lnTo>
                    <a:pt x="28854" y="20154"/>
                  </a:lnTo>
                  <a:lnTo>
                    <a:pt x="28854" y="6350"/>
                  </a:lnTo>
                  <a:lnTo>
                    <a:pt x="19494" y="6350"/>
                  </a:lnTo>
                  <a:lnTo>
                    <a:pt x="19494" y="20154"/>
                  </a:lnTo>
                  <a:lnTo>
                    <a:pt x="0" y="20154"/>
                  </a:lnTo>
                  <a:lnTo>
                    <a:pt x="0" y="28397"/>
                  </a:lnTo>
                  <a:lnTo>
                    <a:pt x="19494" y="28397"/>
                  </a:lnTo>
                  <a:lnTo>
                    <a:pt x="19494" y="68427"/>
                  </a:lnTo>
                  <a:lnTo>
                    <a:pt x="20904" y="72517"/>
                  </a:lnTo>
                  <a:lnTo>
                    <a:pt x="26555" y="77863"/>
                  </a:lnTo>
                  <a:lnTo>
                    <a:pt x="30822" y="79197"/>
                  </a:lnTo>
                  <a:lnTo>
                    <a:pt x="52362" y="79197"/>
                  </a:lnTo>
                  <a:lnTo>
                    <a:pt x="52362" y="70954"/>
                  </a:lnTo>
                  <a:lnTo>
                    <a:pt x="33947" y="70954"/>
                  </a:lnTo>
                  <a:lnTo>
                    <a:pt x="32016" y="70307"/>
                  </a:lnTo>
                  <a:lnTo>
                    <a:pt x="29489" y="67703"/>
                  </a:lnTo>
                  <a:lnTo>
                    <a:pt x="28854" y="65684"/>
                  </a:lnTo>
                  <a:lnTo>
                    <a:pt x="28854" y="28397"/>
                  </a:lnTo>
                  <a:lnTo>
                    <a:pt x="52362" y="28397"/>
                  </a:lnTo>
                  <a:lnTo>
                    <a:pt x="52362" y="20154"/>
                  </a:lnTo>
                  <a:close/>
                </a:path>
                <a:path w="569594" h="97789">
                  <a:moveTo>
                    <a:pt x="121424" y="20154"/>
                  </a:moveTo>
                  <a:lnTo>
                    <a:pt x="105041" y="20154"/>
                  </a:lnTo>
                  <a:lnTo>
                    <a:pt x="101663" y="21399"/>
                  </a:lnTo>
                  <a:lnTo>
                    <a:pt x="96621" y="26377"/>
                  </a:lnTo>
                  <a:lnTo>
                    <a:pt x="95059" y="30187"/>
                  </a:lnTo>
                  <a:lnTo>
                    <a:pt x="95097" y="31496"/>
                  </a:lnTo>
                  <a:lnTo>
                    <a:pt x="95034" y="30353"/>
                  </a:lnTo>
                  <a:lnTo>
                    <a:pt x="94932" y="28397"/>
                  </a:lnTo>
                  <a:lnTo>
                    <a:pt x="94665" y="23837"/>
                  </a:lnTo>
                  <a:lnTo>
                    <a:pt x="94538" y="21399"/>
                  </a:lnTo>
                  <a:lnTo>
                    <a:pt x="94462" y="20154"/>
                  </a:lnTo>
                  <a:lnTo>
                    <a:pt x="71297" y="20154"/>
                  </a:lnTo>
                  <a:lnTo>
                    <a:pt x="71297" y="28397"/>
                  </a:lnTo>
                  <a:lnTo>
                    <a:pt x="86664" y="28397"/>
                  </a:lnTo>
                  <a:lnTo>
                    <a:pt x="86664" y="70954"/>
                  </a:lnTo>
                  <a:lnTo>
                    <a:pt x="71297" y="70954"/>
                  </a:lnTo>
                  <a:lnTo>
                    <a:pt x="71297" y="79197"/>
                  </a:lnTo>
                  <a:lnTo>
                    <a:pt x="114731" y="79197"/>
                  </a:lnTo>
                  <a:lnTo>
                    <a:pt x="114731" y="75412"/>
                  </a:lnTo>
                  <a:lnTo>
                    <a:pt x="114731" y="70954"/>
                  </a:lnTo>
                  <a:lnTo>
                    <a:pt x="96024" y="70954"/>
                  </a:lnTo>
                  <a:lnTo>
                    <a:pt x="96024" y="40284"/>
                  </a:lnTo>
                  <a:lnTo>
                    <a:pt x="96545" y="37553"/>
                  </a:lnTo>
                  <a:lnTo>
                    <a:pt x="97294" y="35979"/>
                  </a:lnTo>
                  <a:lnTo>
                    <a:pt x="98628" y="33172"/>
                  </a:lnTo>
                  <a:lnTo>
                    <a:pt x="100126" y="31496"/>
                  </a:lnTo>
                  <a:lnTo>
                    <a:pt x="104063" y="29197"/>
                  </a:lnTo>
                  <a:lnTo>
                    <a:pt x="106489" y="28625"/>
                  </a:lnTo>
                  <a:lnTo>
                    <a:pt x="121424" y="28625"/>
                  </a:lnTo>
                  <a:lnTo>
                    <a:pt x="121424" y="20154"/>
                  </a:lnTo>
                  <a:close/>
                </a:path>
                <a:path w="569594" h="97789">
                  <a:moveTo>
                    <a:pt x="169646" y="0"/>
                  </a:moveTo>
                  <a:lnTo>
                    <a:pt x="159854" y="0"/>
                  </a:lnTo>
                  <a:lnTo>
                    <a:pt x="159854" y="10909"/>
                  </a:lnTo>
                  <a:lnTo>
                    <a:pt x="169646" y="10909"/>
                  </a:lnTo>
                  <a:lnTo>
                    <a:pt x="169646" y="0"/>
                  </a:lnTo>
                  <a:close/>
                </a:path>
                <a:path w="569594" h="97789">
                  <a:moveTo>
                    <a:pt x="190487" y="70954"/>
                  </a:moveTo>
                  <a:lnTo>
                    <a:pt x="170103" y="70954"/>
                  </a:lnTo>
                  <a:lnTo>
                    <a:pt x="170103" y="28397"/>
                  </a:lnTo>
                  <a:lnTo>
                    <a:pt x="170103" y="23837"/>
                  </a:lnTo>
                  <a:lnTo>
                    <a:pt x="170103" y="20154"/>
                  </a:lnTo>
                  <a:lnTo>
                    <a:pt x="138125" y="20154"/>
                  </a:lnTo>
                  <a:lnTo>
                    <a:pt x="138125" y="28397"/>
                  </a:lnTo>
                  <a:lnTo>
                    <a:pt x="160743" y="28397"/>
                  </a:lnTo>
                  <a:lnTo>
                    <a:pt x="160743" y="70954"/>
                  </a:lnTo>
                  <a:lnTo>
                    <a:pt x="137020" y="70954"/>
                  </a:lnTo>
                  <a:lnTo>
                    <a:pt x="137020" y="79197"/>
                  </a:lnTo>
                  <a:lnTo>
                    <a:pt x="190487" y="79197"/>
                  </a:lnTo>
                  <a:lnTo>
                    <a:pt x="190487" y="70954"/>
                  </a:lnTo>
                  <a:close/>
                </a:path>
                <a:path w="569594" h="97789">
                  <a:moveTo>
                    <a:pt x="257302" y="79006"/>
                  </a:moveTo>
                  <a:lnTo>
                    <a:pt x="256197" y="79006"/>
                  </a:lnTo>
                  <a:lnTo>
                    <a:pt x="256197" y="70954"/>
                  </a:lnTo>
                  <a:lnTo>
                    <a:pt x="251231" y="70954"/>
                  </a:lnTo>
                  <a:lnTo>
                    <a:pt x="250329" y="70688"/>
                  </a:lnTo>
                  <a:lnTo>
                    <a:pt x="249186" y="69684"/>
                  </a:lnTo>
                  <a:lnTo>
                    <a:pt x="248894" y="68859"/>
                  </a:lnTo>
                  <a:lnTo>
                    <a:pt x="248856" y="67170"/>
                  </a:lnTo>
                  <a:lnTo>
                    <a:pt x="248856" y="50673"/>
                  </a:lnTo>
                  <a:lnTo>
                    <a:pt x="248856" y="35382"/>
                  </a:lnTo>
                  <a:lnTo>
                    <a:pt x="246888" y="29489"/>
                  </a:lnTo>
                  <a:lnTo>
                    <a:pt x="245262" y="27736"/>
                  </a:lnTo>
                  <a:lnTo>
                    <a:pt x="239014" y="20955"/>
                  </a:lnTo>
                  <a:lnTo>
                    <a:pt x="233476" y="18821"/>
                  </a:lnTo>
                  <a:lnTo>
                    <a:pt x="219671" y="18821"/>
                  </a:lnTo>
                  <a:lnTo>
                    <a:pt x="214223" y="20548"/>
                  </a:lnTo>
                  <a:lnTo>
                    <a:pt x="205841" y="27457"/>
                  </a:lnTo>
                  <a:lnTo>
                    <a:pt x="203174" y="31965"/>
                  </a:lnTo>
                  <a:lnTo>
                    <a:pt x="202057" y="37604"/>
                  </a:lnTo>
                  <a:lnTo>
                    <a:pt x="203022" y="37604"/>
                  </a:lnTo>
                  <a:lnTo>
                    <a:pt x="211975" y="38315"/>
                  </a:lnTo>
                  <a:lnTo>
                    <a:pt x="212750" y="35382"/>
                  </a:lnTo>
                  <a:lnTo>
                    <a:pt x="212877" y="34899"/>
                  </a:lnTo>
                  <a:lnTo>
                    <a:pt x="214464" y="32283"/>
                  </a:lnTo>
                  <a:lnTo>
                    <a:pt x="219075" y="28638"/>
                  </a:lnTo>
                  <a:lnTo>
                    <a:pt x="222262" y="27736"/>
                  </a:lnTo>
                  <a:lnTo>
                    <a:pt x="230581" y="27736"/>
                  </a:lnTo>
                  <a:lnTo>
                    <a:pt x="233832" y="28956"/>
                  </a:lnTo>
                  <a:lnTo>
                    <a:pt x="238366" y="33858"/>
                  </a:lnTo>
                  <a:lnTo>
                    <a:pt x="239496" y="37604"/>
                  </a:lnTo>
                  <a:lnTo>
                    <a:pt x="239496" y="42659"/>
                  </a:lnTo>
                  <a:lnTo>
                    <a:pt x="239496" y="50673"/>
                  </a:lnTo>
                  <a:lnTo>
                    <a:pt x="225463" y="72288"/>
                  </a:lnTo>
                  <a:lnTo>
                    <a:pt x="218109" y="72288"/>
                  </a:lnTo>
                  <a:lnTo>
                    <a:pt x="215747" y="71602"/>
                  </a:lnTo>
                  <a:lnTo>
                    <a:pt x="215582" y="71602"/>
                  </a:lnTo>
                  <a:lnTo>
                    <a:pt x="211696" y="68478"/>
                  </a:lnTo>
                  <a:lnTo>
                    <a:pt x="210756" y="66344"/>
                  </a:lnTo>
                  <a:lnTo>
                    <a:pt x="210756" y="61150"/>
                  </a:lnTo>
                  <a:lnTo>
                    <a:pt x="211429" y="59436"/>
                  </a:lnTo>
                  <a:lnTo>
                    <a:pt x="211531" y="59156"/>
                  </a:lnTo>
                  <a:lnTo>
                    <a:pt x="214655" y="56121"/>
                  </a:lnTo>
                  <a:lnTo>
                    <a:pt x="217436" y="54991"/>
                  </a:lnTo>
                  <a:lnTo>
                    <a:pt x="221449" y="54241"/>
                  </a:lnTo>
                  <a:lnTo>
                    <a:pt x="239496" y="50673"/>
                  </a:lnTo>
                  <a:lnTo>
                    <a:pt x="239496" y="42659"/>
                  </a:lnTo>
                  <a:lnTo>
                    <a:pt x="213207" y="47929"/>
                  </a:lnTo>
                  <a:lnTo>
                    <a:pt x="208470" y="49949"/>
                  </a:lnTo>
                  <a:lnTo>
                    <a:pt x="202450" y="55524"/>
                  </a:lnTo>
                  <a:lnTo>
                    <a:pt x="201053" y="59156"/>
                  </a:lnTo>
                  <a:lnTo>
                    <a:pt x="200952" y="67678"/>
                  </a:lnTo>
                  <a:lnTo>
                    <a:pt x="201803" y="70485"/>
                  </a:lnTo>
                  <a:lnTo>
                    <a:pt x="205219" y="75311"/>
                  </a:lnTo>
                  <a:lnTo>
                    <a:pt x="207556" y="77190"/>
                  </a:lnTo>
                  <a:lnTo>
                    <a:pt x="213702" y="79959"/>
                  </a:lnTo>
                  <a:lnTo>
                    <a:pt x="213969" y="79959"/>
                  </a:lnTo>
                  <a:lnTo>
                    <a:pt x="216839" y="80530"/>
                  </a:lnTo>
                  <a:lnTo>
                    <a:pt x="223977" y="80530"/>
                  </a:lnTo>
                  <a:lnTo>
                    <a:pt x="227164" y="79959"/>
                  </a:lnTo>
                  <a:lnTo>
                    <a:pt x="233108" y="77647"/>
                  </a:lnTo>
                  <a:lnTo>
                    <a:pt x="235572" y="76060"/>
                  </a:lnTo>
                  <a:lnTo>
                    <a:pt x="239077" y="72415"/>
                  </a:lnTo>
                  <a:lnTo>
                    <a:pt x="239204" y="72288"/>
                  </a:lnTo>
                  <a:lnTo>
                    <a:pt x="239509" y="71970"/>
                  </a:lnTo>
                  <a:lnTo>
                    <a:pt x="239712" y="71602"/>
                  </a:lnTo>
                  <a:lnTo>
                    <a:pt x="239649" y="70485"/>
                  </a:lnTo>
                  <a:lnTo>
                    <a:pt x="239750" y="70954"/>
                  </a:lnTo>
                  <a:lnTo>
                    <a:pt x="239839" y="71374"/>
                  </a:lnTo>
                  <a:lnTo>
                    <a:pt x="240068" y="70954"/>
                  </a:lnTo>
                  <a:lnTo>
                    <a:pt x="240055" y="72415"/>
                  </a:lnTo>
                  <a:lnTo>
                    <a:pt x="241833" y="76060"/>
                  </a:lnTo>
                  <a:lnTo>
                    <a:pt x="243154" y="77381"/>
                  </a:lnTo>
                  <a:lnTo>
                    <a:pt x="246646" y="79006"/>
                  </a:lnTo>
                  <a:lnTo>
                    <a:pt x="248780" y="79413"/>
                  </a:lnTo>
                  <a:lnTo>
                    <a:pt x="254876" y="79413"/>
                  </a:lnTo>
                  <a:lnTo>
                    <a:pt x="257302" y="79006"/>
                  </a:lnTo>
                  <a:close/>
                </a:path>
                <a:path w="569594" h="97789">
                  <a:moveTo>
                    <a:pt x="319252" y="37045"/>
                  </a:moveTo>
                  <a:lnTo>
                    <a:pt x="318465" y="33286"/>
                  </a:lnTo>
                  <a:lnTo>
                    <a:pt x="315595" y="27063"/>
                  </a:lnTo>
                  <a:lnTo>
                    <a:pt x="315353" y="26530"/>
                  </a:lnTo>
                  <a:lnTo>
                    <a:pt x="313067" y="23837"/>
                  </a:lnTo>
                  <a:lnTo>
                    <a:pt x="307047" y="19824"/>
                  </a:lnTo>
                  <a:lnTo>
                    <a:pt x="303288" y="18821"/>
                  </a:lnTo>
                  <a:lnTo>
                    <a:pt x="295706" y="18821"/>
                  </a:lnTo>
                  <a:lnTo>
                    <a:pt x="279920" y="30149"/>
                  </a:lnTo>
                  <a:lnTo>
                    <a:pt x="279920" y="30340"/>
                  </a:lnTo>
                  <a:lnTo>
                    <a:pt x="279666" y="30708"/>
                  </a:lnTo>
                  <a:lnTo>
                    <a:pt x="279704" y="20154"/>
                  </a:lnTo>
                  <a:lnTo>
                    <a:pt x="271132" y="20154"/>
                  </a:lnTo>
                  <a:lnTo>
                    <a:pt x="271132" y="79197"/>
                  </a:lnTo>
                  <a:lnTo>
                    <a:pt x="280479" y="79197"/>
                  </a:lnTo>
                  <a:lnTo>
                    <a:pt x="280479" y="40246"/>
                  </a:lnTo>
                  <a:lnTo>
                    <a:pt x="281203" y="37185"/>
                  </a:lnTo>
                  <a:lnTo>
                    <a:pt x="282359" y="35191"/>
                  </a:lnTo>
                  <a:lnTo>
                    <a:pt x="284111" y="32207"/>
                  </a:lnTo>
                  <a:lnTo>
                    <a:pt x="286054" y="30314"/>
                  </a:lnTo>
                  <a:lnTo>
                    <a:pt x="290741" y="27825"/>
                  </a:lnTo>
                  <a:lnTo>
                    <a:pt x="290487" y="27825"/>
                  </a:lnTo>
                  <a:lnTo>
                    <a:pt x="293700" y="27063"/>
                  </a:lnTo>
                  <a:lnTo>
                    <a:pt x="301205" y="27063"/>
                  </a:lnTo>
                  <a:lnTo>
                    <a:pt x="304507" y="28498"/>
                  </a:lnTo>
                  <a:lnTo>
                    <a:pt x="308813" y="34213"/>
                  </a:lnTo>
                  <a:lnTo>
                    <a:pt x="309892" y="38392"/>
                  </a:lnTo>
                  <a:lnTo>
                    <a:pt x="309892" y="79197"/>
                  </a:lnTo>
                  <a:lnTo>
                    <a:pt x="319252" y="79197"/>
                  </a:lnTo>
                  <a:lnTo>
                    <a:pt x="319252" y="37045"/>
                  </a:lnTo>
                  <a:close/>
                </a:path>
                <a:path w="569594" h="97789">
                  <a:moveTo>
                    <a:pt x="387642" y="20154"/>
                  </a:moveTo>
                  <a:lnTo>
                    <a:pt x="378726" y="20154"/>
                  </a:lnTo>
                  <a:lnTo>
                    <a:pt x="378726" y="29514"/>
                  </a:lnTo>
                  <a:lnTo>
                    <a:pt x="378358" y="28613"/>
                  </a:lnTo>
                  <a:lnTo>
                    <a:pt x="378358" y="43357"/>
                  </a:lnTo>
                  <a:lnTo>
                    <a:pt x="378282" y="47447"/>
                  </a:lnTo>
                  <a:lnTo>
                    <a:pt x="378206" y="53543"/>
                  </a:lnTo>
                  <a:lnTo>
                    <a:pt x="376783" y="57950"/>
                  </a:lnTo>
                  <a:lnTo>
                    <a:pt x="376656" y="58343"/>
                  </a:lnTo>
                  <a:lnTo>
                    <a:pt x="370560" y="65405"/>
                  </a:lnTo>
                  <a:lnTo>
                    <a:pt x="366522" y="67170"/>
                  </a:lnTo>
                  <a:lnTo>
                    <a:pt x="356412" y="67170"/>
                  </a:lnTo>
                  <a:lnTo>
                    <a:pt x="352425" y="65405"/>
                  </a:lnTo>
                  <a:lnTo>
                    <a:pt x="346557" y="58343"/>
                  </a:lnTo>
                  <a:lnTo>
                    <a:pt x="345097" y="53543"/>
                  </a:lnTo>
                  <a:lnTo>
                    <a:pt x="345097" y="41363"/>
                  </a:lnTo>
                  <a:lnTo>
                    <a:pt x="346430" y="36842"/>
                  </a:lnTo>
                  <a:lnTo>
                    <a:pt x="346519" y="36550"/>
                  </a:lnTo>
                  <a:lnTo>
                    <a:pt x="352221" y="29514"/>
                  </a:lnTo>
                  <a:lnTo>
                    <a:pt x="356273" y="27736"/>
                  </a:lnTo>
                  <a:lnTo>
                    <a:pt x="364883" y="27736"/>
                  </a:lnTo>
                  <a:lnTo>
                    <a:pt x="378358" y="43357"/>
                  </a:lnTo>
                  <a:lnTo>
                    <a:pt x="378358" y="28613"/>
                  </a:lnTo>
                  <a:lnTo>
                    <a:pt x="364731" y="18821"/>
                  </a:lnTo>
                  <a:lnTo>
                    <a:pt x="355676" y="18821"/>
                  </a:lnTo>
                  <a:lnTo>
                    <a:pt x="350913" y="20154"/>
                  </a:lnTo>
                  <a:lnTo>
                    <a:pt x="351142" y="20154"/>
                  </a:lnTo>
                  <a:lnTo>
                    <a:pt x="343662" y="24942"/>
                  </a:lnTo>
                  <a:lnTo>
                    <a:pt x="340677" y="28308"/>
                  </a:lnTo>
                  <a:lnTo>
                    <a:pt x="336372" y="36842"/>
                  </a:lnTo>
                  <a:lnTo>
                    <a:pt x="335381" y="41363"/>
                  </a:lnTo>
                  <a:lnTo>
                    <a:pt x="335407" y="53543"/>
                  </a:lnTo>
                  <a:lnTo>
                    <a:pt x="356044" y="76073"/>
                  </a:lnTo>
                  <a:lnTo>
                    <a:pt x="364883" y="76073"/>
                  </a:lnTo>
                  <a:lnTo>
                    <a:pt x="378282" y="65824"/>
                  </a:lnTo>
                  <a:lnTo>
                    <a:pt x="378256" y="79794"/>
                  </a:lnTo>
                  <a:lnTo>
                    <a:pt x="376859" y="82943"/>
                  </a:lnTo>
                  <a:lnTo>
                    <a:pt x="371132" y="87249"/>
                  </a:lnTo>
                  <a:lnTo>
                    <a:pt x="367030" y="88328"/>
                  </a:lnTo>
                  <a:lnTo>
                    <a:pt x="357162" y="88328"/>
                  </a:lnTo>
                  <a:lnTo>
                    <a:pt x="346887" y="79794"/>
                  </a:lnTo>
                  <a:lnTo>
                    <a:pt x="346760" y="79413"/>
                  </a:lnTo>
                  <a:lnTo>
                    <a:pt x="336956" y="80086"/>
                  </a:lnTo>
                  <a:lnTo>
                    <a:pt x="337781" y="83502"/>
                  </a:lnTo>
                  <a:lnTo>
                    <a:pt x="339331" y="86512"/>
                  </a:lnTo>
                  <a:lnTo>
                    <a:pt x="343941" y="91706"/>
                  </a:lnTo>
                  <a:lnTo>
                    <a:pt x="346798" y="93713"/>
                  </a:lnTo>
                  <a:lnTo>
                    <a:pt x="353631" y="96532"/>
                  </a:lnTo>
                  <a:lnTo>
                    <a:pt x="357454" y="97243"/>
                  </a:lnTo>
                  <a:lnTo>
                    <a:pt x="367106" y="97243"/>
                  </a:lnTo>
                  <a:lnTo>
                    <a:pt x="387642" y="65824"/>
                  </a:lnTo>
                  <a:lnTo>
                    <a:pt x="387642" y="29514"/>
                  </a:lnTo>
                  <a:lnTo>
                    <a:pt x="387642" y="20154"/>
                  </a:lnTo>
                  <a:close/>
                </a:path>
                <a:path w="569594" h="97789">
                  <a:moveTo>
                    <a:pt x="455587" y="70954"/>
                  </a:moveTo>
                  <a:lnTo>
                    <a:pt x="435203" y="70954"/>
                  </a:lnTo>
                  <a:lnTo>
                    <a:pt x="435203" y="11176"/>
                  </a:lnTo>
                  <a:lnTo>
                    <a:pt x="433819" y="7073"/>
                  </a:lnTo>
                  <a:lnTo>
                    <a:pt x="428244" y="1498"/>
                  </a:lnTo>
                  <a:lnTo>
                    <a:pt x="424141" y="101"/>
                  </a:lnTo>
                  <a:lnTo>
                    <a:pt x="404355" y="101"/>
                  </a:lnTo>
                  <a:lnTo>
                    <a:pt x="404355" y="8343"/>
                  </a:lnTo>
                  <a:lnTo>
                    <a:pt x="420649" y="8343"/>
                  </a:lnTo>
                  <a:lnTo>
                    <a:pt x="422503" y="9017"/>
                  </a:lnTo>
                  <a:lnTo>
                    <a:pt x="425183" y="11696"/>
                  </a:lnTo>
                  <a:lnTo>
                    <a:pt x="425843" y="13550"/>
                  </a:lnTo>
                  <a:lnTo>
                    <a:pt x="425843" y="70954"/>
                  </a:lnTo>
                  <a:lnTo>
                    <a:pt x="402120" y="70954"/>
                  </a:lnTo>
                  <a:lnTo>
                    <a:pt x="402120" y="79197"/>
                  </a:lnTo>
                  <a:lnTo>
                    <a:pt x="455587" y="79197"/>
                  </a:lnTo>
                  <a:lnTo>
                    <a:pt x="455587" y="75857"/>
                  </a:lnTo>
                  <a:lnTo>
                    <a:pt x="455587" y="70954"/>
                  </a:lnTo>
                  <a:close/>
                </a:path>
                <a:path w="569594" h="97789">
                  <a:moveTo>
                    <a:pt x="522084" y="43180"/>
                  </a:moveTo>
                  <a:lnTo>
                    <a:pt x="521220" y="38836"/>
                  </a:lnTo>
                  <a:lnTo>
                    <a:pt x="521182" y="38608"/>
                  </a:lnTo>
                  <a:lnTo>
                    <a:pt x="521068" y="38011"/>
                  </a:lnTo>
                  <a:lnTo>
                    <a:pt x="520979" y="37566"/>
                  </a:lnTo>
                  <a:lnTo>
                    <a:pt x="516521" y="28359"/>
                  </a:lnTo>
                  <a:lnTo>
                    <a:pt x="515962" y="27736"/>
                  </a:lnTo>
                  <a:lnTo>
                    <a:pt x="513435" y="24853"/>
                  </a:lnTo>
                  <a:lnTo>
                    <a:pt x="511848" y="23888"/>
                  </a:lnTo>
                  <a:lnTo>
                    <a:pt x="511848" y="44323"/>
                  </a:lnTo>
                  <a:lnTo>
                    <a:pt x="479094" y="44323"/>
                  </a:lnTo>
                  <a:lnTo>
                    <a:pt x="479907" y="38836"/>
                  </a:lnTo>
                  <a:lnTo>
                    <a:pt x="481787" y="34696"/>
                  </a:lnTo>
                  <a:lnTo>
                    <a:pt x="487654" y="29121"/>
                  </a:lnTo>
                  <a:lnTo>
                    <a:pt x="491388" y="27736"/>
                  </a:lnTo>
                  <a:lnTo>
                    <a:pt x="500291" y="27736"/>
                  </a:lnTo>
                  <a:lnTo>
                    <a:pt x="511746" y="43180"/>
                  </a:lnTo>
                  <a:lnTo>
                    <a:pt x="511848" y="44323"/>
                  </a:lnTo>
                  <a:lnTo>
                    <a:pt x="511848" y="23888"/>
                  </a:lnTo>
                  <a:lnTo>
                    <a:pt x="505688" y="20104"/>
                  </a:lnTo>
                  <a:lnTo>
                    <a:pt x="505853" y="20104"/>
                  </a:lnTo>
                  <a:lnTo>
                    <a:pt x="501040" y="18821"/>
                  </a:lnTo>
                  <a:lnTo>
                    <a:pt x="490486" y="18821"/>
                  </a:lnTo>
                  <a:lnTo>
                    <a:pt x="469290" y="55918"/>
                  </a:lnTo>
                  <a:lnTo>
                    <a:pt x="470382" y="61353"/>
                  </a:lnTo>
                  <a:lnTo>
                    <a:pt x="490791" y="80530"/>
                  </a:lnTo>
                  <a:lnTo>
                    <a:pt x="502602" y="80530"/>
                  </a:lnTo>
                  <a:lnTo>
                    <a:pt x="507885" y="78841"/>
                  </a:lnTo>
                  <a:lnTo>
                    <a:pt x="516572" y="72085"/>
                  </a:lnTo>
                  <a:lnTo>
                    <a:pt x="516890" y="71615"/>
                  </a:lnTo>
                  <a:lnTo>
                    <a:pt x="519531" y="67754"/>
                  </a:lnTo>
                  <a:lnTo>
                    <a:pt x="521093" y="62484"/>
                  </a:lnTo>
                  <a:lnTo>
                    <a:pt x="511060" y="61709"/>
                  </a:lnTo>
                  <a:lnTo>
                    <a:pt x="510095" y="64681"/>
                  </a:lnTo>
                  <a:lnTo>
                    <a:pt x="508368" y="67068"/>
                  </a:lnTo>
                  <a:lnTo>
                    <a:pt x="503389" y="70713"/>
                  </a:lnTo>
                  <a:lnTo>
                    <a:pt x="500214" y="71615"/>
                  </a:lnTo>
                  <a:lnTo>
                    <a:pt x="491236" y="71615"/>
                  </a:lnTo>
                  <a:lnTo>
                    <a:pt x="487172" y="70027"/>
                  </a:lnTo>
                  <a:lnTo>
                    <a:pt x="481152" y="63639"/>
                  </a:lnTo>
                  <a:lnTo>
                    <a:pt x="479463" y="58889"/>
                  </a:lnTo>
                  <a:lnTo>
                    <a:pt x="479094" y="52578"/>
                  </a:lnTo>
                  <a:lnTo>
                    <a:pt x="522084" y="52578"/>
                  </a:lnTo>
                  <a:lnTo>
                    <a:pt x="522084" y="44323"/>
                  </a:lnTo>
                  <a:lnTo>
                    <a:pt x="522084" y="43180"/>
                  </a:lnTo>
                  <a:close/>
                </a:path>
                <a:path w="569594" h="97789">
                  <a:moveTo>
                    <a:pt x="569429" y="65608"/>
                  </a:moveTo>
                  <a:lnTo>
                    <a:pt x="555625" y="65608"/>
                  </a:lnTo>
                  <a:lnTo>
                    <a:pt x="555625" y="79197"/>
                  </a:lnTo>
                  <a:lnTo>
                    <a:pt x="569429" y="79197"/>
                  </a:lnTo>
                  <a:lnTo>
                    <a:pt x="569429" y="6560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5" name="object 165"/>
          <p:cNvGrpSpPr/>
          <p:nvPr/>
        </p:nvGrpSpPr>
        <p:grpSpPr>
          <a:xfrm>
            <a:off x="4085789" y="4249564"/>
            <a:ext cx="1715770" cy="243840"/>
            <a:chOff x="4085789" y="4249564"/>
            <a:chExt cx="1715770" cy="243840"/>
          </a:xfrm>
        </p:grpSpPr>
        <p:pic>
          <p:nvPicPr>
            <p:cNvPr id="166" name="object 166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883341" y="4249564"/>
              <a:ext cx="255083" cy="82651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5220854" y="4251234"/>
              <a:ext cx="317016" cy="80535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5560593" y="4293563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1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1" y="8799"/>
                  </a:lnTo>
                  <a:lnTo>
                    <a:pt x="4010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5620628" y="4251346"/>
              <a:ext cx="119304" cy="80424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5761095" y="4293563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1" name="object 171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085789" y="4251234"/>
              <a:ext cx="1119470" cy="242051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5282119" y="4438370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5423584" y="4396154"/>
              <a:ext cx="317127" cy="80422"/>
            </a:xfrm>
            <a:prstGeom prst="rect">
              <a:avLst/>
            </a:prstGeom>
          </p:spPr>
        </p:pic>
      </p:grpSp>
      <p:pic>
        <p:nvPicPr>
          <p:cNvPr id="174" name="object 174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2678931" y="4402391"/>
            <a:ext cx="121531" cy="74185"/>
          </a:xfrm>
          <a:prstGeom prst="rect">
            <a:avLst/>
          </a:prstGeom>
        </p:spPr>
      </p:pic>
      <p:pic>
        <p:nvPicPr>
          <p:cNvPr id="175" name="object 175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2879434" y="4396042"/>
            <a:ext cx="389642" cy="95906"/>
          </a:xfrm>
          <a:prstGeom prst="rect">
            <a:avLst/>
          </a:prstGeom>
        </p:spPr>
      </p:pic>
      <p:pic>
        <p:nvPicPr>
          <p:cNvPr id="176" name="object 176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3350614" y="4396042"/>
            <a:ext cx="182679" cy="80534"/>
          </a:xfrm>
          <a:prstGeom prst="rect">
            <a:avLst/>
          </a:prstGeom>
        </p:spPr>
      </p:pic>
      <p:pic>
        <p:nvPicPr>
          <p:cNvPr id="177" name="object 177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807578" y="4396154"/>
            <a:ext cx="453357" cy="241938"/>
          </a:xfrm>
          <a:prstGeom prst="rect">
            <a:avLst/>
          </a:prstGeom>
        </p:spPr>
      </p:pic>
      <p:sp>
        <p:nvSpPr>
          <p:cNvPr id="178" name="object 178"/>
          <p:cNvSpPr/>
          <p:nvPr/>
        </p:nvSpPr>
        <p:spPr>
          <a:xfrm>
            <a:off x="3617950" y="4414875"/>
            <a:ext cx="385445" cy="62230"/>
          </a:xfrm>
          <a:custGeom>
            <a:avLst/>
            <a:gdLst/>
            <a:ahLst/>
            <a:cxnLst/>
            <a:rect l="l" t="t" r="r" b="b"/>
            <a:pathLst>
              <a:path w="385445" h="62229">
                <a:moveTo>
                  <a:pt x="49009" y="41732"/>
                </a:moveTo>
                <a:lnTo>
                  <a:pt x="22275" y="26809"/>
                </a:lnTo>
                <a:lnTo>
                  <a:pt x="19418" y="26162"/>
                </a:lnTo>
                <a:lnTo>
                  <a:pt x="15100" y="24739"/>
                </a:lnTo>
                <a:lnTo>
                  <a:pt x="13550" y="23799"/>
                </a:lnTo>
                <a:lnTo>
                  <a:pt x="11620" y="21424"/>
                </a:lnTo>
                <a:lnTo>
                  <a:pt x="11137" y="19824"/>
                </a:lnTo>
                <a:lnTo>
                  <a:pt x="11137" y="15290"/>
                </a:lnTo>
                <a:lnTo>
                  <a:pt x="12166" y="13182"/>
                </a:lnTo>
                <a:lnTo>
                  <a:pt x="16332" y="9766"/>
                </a:lnTo>
                <a:lnTo>
                  <a:pt x="19519" y="8902"/>
                </a:lnTo>
                <a:lnTo>
                  <a:pt x="26504" y="8902"/>
                </a:lnTo>
                <a:lnTo>
                  <a:pt x="38087" y="19596"/>
                </a:lnTo>
                <a:lnTo>
                  <a:pt x="47891" y="18935"/>
                </a:lnTo>
                <a:lnTo>
                  <a:pt x="28841" y="0"/>
                </a:lnTo>
                <a:lnTo>
                  <a:pt x="19113" y="0"/>
                </a:lnTo>
                <a:lnTo>
                  <a:pt x="1549" y="14401"/>
                </a:lnTo>
                <a:lnTo>
                  <a:pt x="1549" y="21018"/>
                </a:lnTo>
                <a:lnTo>
                  <a:pt x="28143" y="36385"/>
                </a:lnTo>
                <a:lnTo>
                  <a:pt x="31407" y="37147"/>
                </a:lnTo>
                <a:lnTo>
                  <a:pt x="35864" y="38709"/>
                </a:lnTo>
                <a:lnTo>
                  <a:pt x="37388" y="39649"/>
                </a:lnTo>
                <a:lnTo>
                  <a:pt x="39014" y="41884"/>
                </a:lnTo>
                <a:lnTo>
                  <a:pt x="39420" y="43294"/>
                </a:lnTo>
                <a:lnTo>
                  <a:pt x="39420" y="47675"/>
                </a:lnTo>
                <a:lnTo>
                  <a:pt x="38214" y="49644"/>
                </a:lnTo>
                <a:lnTo>
                  <a:pt x="33388" y="52171"/>
                </a:lnTo>
                <a:lnTo>
                  <a:pt x="29997" y="52793"/>
                </a:lnTo>
                <a:lnTo>
                  <a:pt x="20929" y="52793"/>
                </a:lnTo>
                <a:lnTo>
                  <a:pt x="17272" y="51752"/>
                </a:lnTo>
                <a:lnTo>
                  <a:pt x="12001" y="47599"/>
                </a:lnTo>
                <a:lnTo>
                  <a:pt x="10388" y="44742"/>
                </a:lnTo>
                <a:lnTo>
                  <a:pt x="9791" y="41097"/>
                </a:lnTo>
                <a:lnTo>
                  <a:pt x="0" y="41770"/>
                </a:lnTo>
                <a:lnTo>
                  <a:pt x="20485" y="61709"/>
                </a:lnTo>
                <a:lnTo>
                  <a:pt x="25615" y="61709"/>
                </a:lnTo>
                <a:lnTo>
                  <a:pt x="30073" y="61709"/>
                </a:lnTo>
                <a:lnTo>
                  <a:pt x="49009" y="48488"/>
                </a:lnTo>
                <a:lnTo>
                  <a:pt x="49009" y="41732"/>
                </a:lnTo>
                <a:close/>
              </a:path>
              <a:path w="385445" h="62229">
                <a:moveTo>
                  <a:pt x="118186" y="24015"/>
                </a:moveTo>
                <a:lnTo>
                  <a:pt x="108483" y="5626"/>
                </a:lnTo>
                <a:lnTo>
                  <a:pt x="108483" y="24015"/>
                </a:lnTo>
                <a:lnTo>
                  <a:pt x="108483" y="37680"/>
                </a:lnTo>
                <a:lnTo>
                  <a:pt x="106984" y="43053"/>
                </a:lnTo>
                <a:lnTo>
                  <a:pt x="100965" y="50850"/>
                </a:lnTo>
                <a:lnTo>
                  <a:pt x="96761" y="52793"/>
                </a:lnTo>
                <a:lnTo>
                  <a:pt x="85915" y="52793"/>
                </a:lnTo>
                <a:lnTo>
                  <a:pt x="81699" y="50850"/>
                </a:lnTo>
                <a:lnTo>
                  <a:pt x="75679" y="43053"/>
                </a:lnTo>
                <a:lnTo>
                  <a:pt x="74180" y="37680"/>
                </a:lnTo>
                <a:lnTo>
                  <a:pt x="74180" y="24015"/>
                </a:lnTo>
                <a:lnTo>
                  <a:pt x="75565" y="19088"/>
                </a:lnTo>
                <a:lnTo>
                  <a:pt x="75679" y="18656"/>
                </a:lnTo>
                <a:lnTo>
                  <a:pt x="81699" y="10858"/>
                </a:lnTo>
                <a:lnTo>
                  <a:pt x="85915" y="8902"/>
                </a:lnTo>
                <a:lnTo>
                  <a:pt x="96761" y="8902"/>
                </a:lnTo>
                <a:lnTo>
                  <a:pt x="100965" y="10858"/>
                </a:lnTo>
                <a:lnTo>
                  <a:pt x="106984" y="18656"/>
                </a:lnTo>
                <a:lnTo>
                  <a:pt x="108483" y="24015"/>
                </a:lnTo>
                <a:lnTo>
                  <a:pt x="108483" y="5626"/>
                </a:lnTo>
                <a:lnTo>
                  <a:pt x="101485" y="1257"/>
                </a:lnTo>
                <a:lnTo>
                  <a:pt x="96761" y="0"/>
                </a:lnTo>
                <a:lnTo>
                  <a:pt x="85915" y="0"/>
                </a:lnTo>
                <a:lnTo>
                  <a:pt x="64477" y="24015"/>
                </a:lnTo>
                <a:lnTo>
                  <a:pt x="64503" y="37680"/>
                </a:lnTo>
                <a:lnTo>
                  <a:pt x="85915" y="61709"/>
                </a:lnTo>
                <a:lnTo>
                  <a:pt x="96761" y="61709"/>
                </a:lnTo>
                <a:lnTo>
                  <a:pt x="101485" y="60439"/>
                </a:lnTo>
                <a:lnTo>
                  <a:pt x="109588" y="55397"/>
                </a:lnTo>
                <a:lnTo>
                  <a:pt x="111861" y="52793"/>
                </a:lnTo>
                <a:lnTo>
                  <a:pt x="112725" y="51816"/>
                </a:lnTo>
                <a:lnTo>
                  <a:pt x="117182" y="42532"/>
                </a:lnTo>
                <a:lnTo>
                  <a:pt x="118173" y="37680"/>
                </a:lnTo>
                <a:lnTo>
                  <a:pt x="118186" y="24015"/>
                </a:lnTo>
                <a:close/>
              </a:path>
              <a:path w="385445" h="62229">
                <a:moveTo>
                  <a:pt x="180886" y="1333"/>
                </a:moveTo>
                <a:lnTo>
                  <a:pt x="171538" y="1333"/>
                </a:lnTo>
                <a:lnTo>
                  <a:pt x="171538" y="41808"/>
                </a:lnTo>
                <a:lnTo>
                  <a:pt x="170256" y="45783"/>
                </a:lnTo>
                <a:lnTo>
                  <a:pt x="170192" y="45948"/>
                </a:lnTo>
                <a:lnTo>
                  <a:pt x="164846" y="51955"/>
                </a:lnTo>
                <a:lnTo>
                  <a:pt x="161213" y="53467"/>
                </a:lnTo>
                <a:lnTo>
                  <a:pt x="152374" y="53467"/>
                </a:lnTo>
                <a:lnTo>
                  <a:pt x="149237" y="52108"/>
                </a:lnTo>
                <a:lnTo>
                  <a:pt x="145148" y="46685"/>
                </a:lnTo>
                <a:lnTo>
                  <a:pt x="144132" y="42468"/>
                </a:lnTo>
                <a:lnTo>
                  <a:pt x="144132" y="1333"/>
                </a:lnTo>
                <a:lnTo>
                  <a:pt x="134772" y="1333"/>
                </a:lnTo>
                <a:lnTo>
                  <a:pt x="134899" y="46685"/>
                </a:lnTo>
                <a:lnTo>
                  <a:pt x="148183" y="61709"/>
                </a:lnTo>
                <a:lnTo>
                  <a:pt x="159092" y="61709"/>
                </a:lnTo>
                <a:lnTo>
                  <a:pt x="171983" y="45783"/>
                </a:lnTo>
                <a:lnTo>
                  <a:pt x="171983" y="51816"/>
                </a:lnTo>
                <a:lnTo>
                  <a:pt x="171983" y="60388"/>
                </a:lnTo>
                <a:lnTo>
                  <a:pt x="180886" y="60388"/>
                </a:lnTo>
                <a:lnTo>
                  <a:pt x="180886" y="45783"/>
                </a:lnTo>
                <a:lnTo>
                  <a:pt x="180886" y="1333"/>
                </a:lnTo>
                <a:close/>
              </a:path>
              <a:path w="385445" h="62229">
                <a:moveTo>
                  <a:pt x="251739" y="1333"/>
                </a:moveTo>
                <a:lnTo>
                  <a:pt x="235356" y="1333"/>
                </a:lnTo>
                <a:lnTo>
                  <a:pt x="231978" y="2578"/>
                </a:lnTo>
                <a:lnTo>
                  <a:pt x="226936" y="7556"/>
                </a:lnTo>
                <a:lnTo>
                  <a:pt x="225374" y="11353"/>
                </a:lnTo>
                <a:lnTo>
                  <a:pt x="225412" y="12674"/>
                </a:lnTo>
                <a:lnTo>
                  <a:pt x="225348" y="11531"/>
                </a:lnTo>
                <a:lnTo>
                  <a:pt x="225247" y="9575"/>
                </a:lnTo>
                <a:lnTo>
                  <a:pt x="224980" y="5016"/>
                </a:lnTo>
                <a:lnTo>
                  <a:pt x="224853" y="2578"/>
                </a:lnTo>
                <a:lnTo>
                  <a:pt x="224777" y="1333"/>
                </a:lnTo>
                <a:lnTo>
                  <a:pt x="201612" y="1333"/>
                </a:lnTo>
                <a:lnTo>
                  <a:pt x="201612" y="9575"/>
                </a:lnTo>
                <a:lnTo>
                  <a:pt x="216979" y="9575"/>
                </a:lnTo>
                <a:lnTo>
                  <a:pt x="216979" y="52133"/>
                </a:lnTo>
                <a:lnTo>
                  <a:pt x="201612" y="52133"/>
                </a:lnTo>
                <a:lnTo>
                  <a:pt x="201612" y="60375"/>
                </a:lnTo>
                <a:lnTo>
                  <a:pt x="245046" y="60375"/>
                </a:lnTo>
                <a:lnTo>
                  <a:pt x="245046" y="56578"/>
                </a:lnTo>
                <a:lnTo>
                  <a:pt x="245046" y="52133"/>
                </a:lnTo>
                <a:lnTo>
                  <a:pt x="226339" y="52133"/>
                </a:lnTo>
                <a:lnTo>
                  <a:pt x="226339" y="21463"/>
                </a:lnTo>
                <a:lnTo>
                  <a:pt x="226860" y="18732"/>
                </a:lnTo>
                <a:lnTo>
                  <a:pt x="227609" y="17157"/>
                </a:lnTo>
                <a:lnTo>
                  <a:pt x="228942" y="14351"/>
                </a:lnTo>
                <a:lnTo>
                  <a:pt x="230441" y="12674"/>
                </a:lnTo>
                <a:lnTo>
                  <a:pt x="234378" y="10375"/>
                </a:lnTo>
                <a:lnTo>
                  <a:pt x="236804" y="9804"/>
                </a:lnTo>
                <a:lnTo>
                  <a:pt x="251739" y="9804"/>
                </a:lnTo>
                <a:lnTo>
                  <a:pt x="251739" y="1333"/>
                </a:lnTo>
                <a:close/>
              </a:path>
              <a:path w="385445" h="62229">
                <a:moveTo>
                  <a:pt x="318566" y="40093"/>
                </a:moveTo>
                <a:lnTo>
                  <a:pt x="308762" y="39433"/>
                </a:lnTo>
                <a:lnTo>
                  <a:pt x="307873" y="43891"/>
                </a:lnTo>
                <a:lnTo>
                  <a:pt x="306044" y="47231"/>
                </a:lnTo>
                <a:lnTo>
                  <a:pt x="300469" y="51676"/>
                </a:lnTo>
                <a:lnTo>
                  <a:pt x="297180" y="52793"/>
                </a:lnTo>
                <a:lnTo>
                  <a:pt x="287972" y="52793"/>
                </a:lnTo>
                <a:lnTo>
                  <a:pt x="283718" y="50850"/>
                </a:lnTo>
                <a:lnTo>
                  <a:pt x="277558" y="43053"/>
                </a:lnTo>
                <a:lnTo>
                  <a:pt x="276021" y="37680"/>
                </a:lnTo>
                <a:lnTo>
                  <a:pt x="276021" y="24015"/>
                </a:lnTo>
                <a:lnTo>
                  <a:pt x="277558" y="18656"/>
                </a:lnTo>
                <a:lnTo>
                  <a:pt x="283718" y="10858"/>
                </a:lnTo>
                <a:lnTo>
                  <a:pt x="287972" y="8902"/>
                </a:lnTo>
                <a:lnTo>
                  <a:pt x="297180" y="8902"/>
                </a:lnTo>
                <a:lnTo>
                  <a:pt x="300393" y="9969"/>
                </a:lnTo>
                <a:lnTo>
                  <a:pt x="305663" y="14198"/>
                </a:lnTo>
                <a:lnTo>
                  <a:pt x="307428" y="17221"/>
                </a:lnTo>
                <a:lnTo>
                  <a:pt x="308317" y="21158"/>
                </a:lnTo>
                <a:lnTo>
                  <a:pt x="318122" y="20497"/>
                </a:lnTo>
                <a:lnTo>
                  <a:pt x="297776" y="0"/>
                </a:lnTo>
                <a:lnTo>
                  <a:pt x="287896" y="0"/>
                </a:lnTo>
                <a:lnTo>
                  <a:pt x="266217" y="24612"/>
                </a:lnTo>
                <a:lnTo>
                  <a:pt x="266217" y="37096"/>
                </a:lnTo>
                <a:lnTo>
                  <a:pt x="287896" y="61709"/>
                </a:lnTo>
                <a:lnTo>
                  <a:pt x="293395" y="61709"/>
                </a:lnTo>
                <a:lnTo>
                  <a:pt x="297776" y="61709"/>
                </a:lnTo>
                <a:lnTo>
                  <a:pt x="317754" y="44475"/>
                </a:lnTo>
                <a:lnTo>
                  <a:pt x="318566" y="40093"/>
                </a:lnTo>
                <a:close/>
              </a:path>
              <a:path w="385445" h="62229">
                <a:moveTo>
                  <a:pt x="385064" y="24358"/>
                </a:moveTo>
                <a:lnTo>
                  <a:pt x="384200" y="20015"/>
                </a:lnTo>
                <a:lnTo>
                  <a:pt x="384162" y="19786"/>
                </a:lnTo>
                <a:lnTo>
                  <a:pt x="384048" y="19189"/>
                </a:lnTo>
                <a:lnTo>
                  <a:pt x="374827" y="5067"/>
                </a:lnTo>
                <a:lnTo>
                  <a:pt x="374827" y="25501"/>
                </a:lnTo>
                <a:lnTo>
                  <a:pt x="342074" y="25501"/>
                </a:lnTo>
                <a:lnTo>
                  <a:pt x="342887" y="20015"/>
                </a:lnTo>
                <a:lnTo>
                  <a:pt x="344766" y="15875"/>
                </a:lnTo>
                <a:lnTo>
                  <a:pt x="350634" y="10299"/>
                </a:lnTo>
                <a:lnTo>
                  <a:pt x="354368" y="8902"/>
                </a:lnTo>
                <a:lnTo>
                  <a:pt x="363270" y="8902"/>
                </a:lnTo>
                <a:lnTo>
                  <a:pt x="374726" y="24358"/>
                </a:lnTo>
                <a:lnTo>
                  <a:pt x="374827" y="25501"/>
                </a:lnTo>
                <a:lnTo>
                  <a:pt x="374827" y="5067"/>
                </a:lnTo>
                <a:lnTo>
                  <a:pt x="368668" y="1282"/>
                </a:lnTo>
                <a:lnTo>
                  <a:pt x="368820" y="1282"/>
                </a:lnTo>
                <a:lnTo>
                  <a:pt x="364020" y="0"/>
                </a:lnTo>
                <a:lnTo>
                  <a:pt x="353466" y="0"/>
                </a:lnTo>
                <a:lnTo>
                  <a:pt x="332270" y="37096"/>
                </a:lnTo>
                <a:lnTo>
                  <a:pt x="333362" y="42532"/>
                </a:lnTo>
                <a:lnTo>
                  <a:pt x="353771" y="61709"/>
                </a:lnTo>
                <a:lnTo>
                  <a:pt x="365582" y="61709"/>
                </a:lnTo>
                <a:lnTo>
                  <a:pt x="370865" y="60020"/>
                </a:lnTo>
                <a:lnTo>
                  <a:pt x="379552" y="53263"/>
                </a:lnTo>
                <a:lnTo>
                  <a:pt x="379869" y="52793"/>
                </a:lnTo>
                <a:lnTo>
                  <a:pt x="382511" y="48933"/>
                </a:lnTo>
                <a:lnTo>
                  <a:pt x="384073" y="43662"/>
                </a:lnTo>
                <a:lnTo>
                  <a:pt x="374040" y="42887"/>
                </a:lnTo>
                <a:lnTo>
                  <a:pt x="373075" y="45847"/>
                </a:lnTo>
                <a:lnTo>
                  <a:pt x="371348" y="48247"/>
                </a:lnTo>
                <a:lnTo>
                  <a:pt x="366369" y="51892"/>
                </a:lnTo>
                <a:lnTo>
                  <a:pt x="363194" y="52793"/>
                </a:lnTo>
                <a:lnTo>
                  <a:pt x="354215" y="52793"/>
                </a:lnTo>
                <a:lnTo>
                  <a:pt x="350151" y="51193"/>
                </a:lnTo>
                <a:lnTo>
                  <a:pt x="344131" y="44818"/>
                </a:lnTo>
                <a:lnTo>
                  <a:pt x="342442" y="40055"/>
                </a:lnTo>
                <a:lnTo>
                  <a:pt x="342074" y="33743"/>
                </a:lnTo>
                <a:lnTo>
                  <a:pt x="385064" y="33743"/>
                </a:lnTo>
                <a:lnTo>
                  <a:pt x="385064" y="25501"/>
                </a:lnTo>
                <a:lnTo>
                  <a:pt x="385064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56950" y="5455474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0" name="object 180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556950" y="4770424"/>
            <a:ext cx="155946" cy="155945"/>
          </a:xfrm>
          <a:prstGeom prst="rect">
            <a:avLst/>
          </a:prstGeom>
        </p:spPr>
      </p:pic>
      <p:pic>
        <p:nvPicPr>
          <p:cNvPr id="181" name="object 181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806766" y="4807050"/>
            <a:ext cx="230763" cy="99180"/>
          </a:xfrm>
          <a:prstGeom prst="rect">
            <a:avLst/>
          </a:prstGeom>
        </p:spPr>
      </p:pic>
      <p:sp>
        <p:nvSpPr>
          <p:cNvPr id="182" name="object 182"/>
          <p:cNvSpPr/>
          <p:nvPr/>
        </p:nvSpPr>
        <p:spPr>
          <a:xfrm>
            <a:off x="1132420" y="4807851"/>
            <a:ext cx="1244600" cy="113030"/>
          </a:xfrm>
          <a:custGeom>
            <a:avLst/>
            <a:gdLst/>
            <a:ahLst/>
            <a:cxnLst/>
            <a:rect l="l" t="t" r="r" b="b"/>
            <a:pathLst>
              <a:path w="1244600" h="113029">
                <a:moveTo>
                  <a:pt x="64973" y="24599"/>
                </a:moveTo>
                <a:lnTo>
                  <a:pt x="43040" y="24599"/>
                </a:lnTo>
                <a:lnTo>
                  <a:pt x="38684" y="26314"/>
                </a:lnTo>
                <a:lnTo>
                  <a:pt x="32893" y="33197"/>
                </a:lnTo>
                <a:lnTo>
                  <a:pt x="31496" y="37287"/>
                </a:lnTo>
                <a:lnTo>
                  <a:pt x="31038" y="31254"/>
                </a:lnTo>
                <a:lnTo>
                  <a:pt x="30530" y="24599"/>
                </a:lnTo>
                <a:lnTo>
                  <a:pt x="0" y="24599"/>
                </a:lnTo>
                <a:lnTo>
                  <a:pt x="0" y="38976"/>
                </a:lnTo>
                <a:lnTo>
                  <a:pt x="17170" y="38976"/>
                </a:lnTo>
                <a:lnTo>
                  <a:pt x="17170" y="81864"/>
                </a:lnTo>
                <a:lnTo>
                  <a:pt x="0" y="81864"/>
                </a:lnTo>
                <a:lnTo>
                  <a:pt x="0" y="96240"/>
                </a:lnTo>
                <a:lnTo>
                  <a:pt x="57111" y="96240"/>
                </a:lnTo>
                <a:lnTo>
                  <a:pt x="57111" y="89535"/>
                </a:lnTo>
                <a:lnTo>
                  <a:pt x="57111" y="81864"/>
                </a:lnTo>
                <a:lnTo>
                  <a:pt x="35293" y="81864"/>
                </a:lnTo>
                <a:lnTo>
                  <a:pt x="35293" y="51587"/>
                </a:lnTo>
                <a:lnTo>
                  <a:pt x="35839" y="48679"/>
                </a:lnTo>
                <a:lnTo>
                  <a:pt x="37033" y="46151"/>
                </a:lnTo>
                <a:lnTo>
                  <a:pt x="38011" y="44069"/>
                </a:lnTo>
                <a:lnTo>
                  <a:pt x="39649" y="42329"/>
                </a:lnTo>
                <a:lnTo>
                  <a:pt x="44056" y="39992"/>
                </a:lnTo>
                <a:lnTo>
                  <a:pt x="46837" y="39408"/>
                </a:lnTo>
                <a:lnTo>
                  <a:pt x="64973" y="39408"/>
                </a:lnTo>
                <a:lnTo>
                  <a:pt x="64973" y="24599"/>
                </a:lnTo>
                <a:close/>
              </a:path>
              <a:path w="1244600" h="113029">
                <a:moveTo>
                  <a:pt x="124180" y="0"/>
                </a:moveTo>
                <a:lnTo>
                  <a:pt x="105740" y="0"/>
                </a:lnTo>
                <a:lnTo>
                  <a:pt x="105740" y="15773"/>
                </a:lnTo>
                <a:lnTo>
                  <a:pt x="124180" y="15773"/>
                </a:lnTo>
                <a:lnTo>
                  <a:pt x="124180" y="0"/>
                </a:lnTo>
                <a:close/>
              </a:path>
              <a:path w="1244600" h="113029">
                <a:moveTo>
                  <a:pt x="147040" y="81813"/>
                </a:moveTo>
                <a:lnTo>
                  <a:pt x="124447" y="81813"/>
                </a:lnTo>
                <a:lnTo>
                  <a:pt x="124447" y="39039"/>
                </a:lnTo>
                <a:lnTo>
                  <a:pt x="124447" y="31280"/>
                </a:lnTo>
                <a:lnTo>
                  <a:pt x="124447" y="24599"/>
                </a:lnTo>
                <a:lnTo>
                  <a:pt x="81000" y="24599"/>
                </a:lnTo>
                <a:lnTo>
                  <a:pt x="81000" y="39039"/>
                </a:lnTo>
                <a:lnTo>
                  <a:pt x="106273" y="39039"/>
                </a:lnTo>
                <a:lnTo>
                  <a:pt x="106273" y="81813"/>
                </a:lnTo>
                <a:lnTo>
                  <a:pt x="79667" y="81813"/>
                </a:lnTo>
                <a:lnTo>
                  <a:pt x="79667" y="96240"/>
                </a:lnTo>
                <a:lnTo>
                  <a:pt x="147040" y="96240"/>
                </a:lnTo>
                <a:lnTo>
                  <a:pt x="147040" y="81813"/>
                </a:lnTo>
                <a:close/>
              </a:path>
              <a:path w="1244600" h="113029">
                <a:moveTo>
                  <a:pt x="224726" y="69672"/>
                </a:moveTo>
                <a:lnTo>
                  <a:pt x="206705" y="68707"/>
                </a:lnTo>
                <a:lnTo>
                  <a:pt x="205854" y="72986"/>
                </a:lnTo>
                <a:lnTo>
                  <a:pt x="204152" y="76250"/>
                </a:lnTo>
                <a:lnTo>
                  <a:pt x="199072" y="80746"/>
                </a:lnTo>
                <a:lnTo>
                  <a:pt x="195961" y="81864"/>
                </a:lnTo>
                <a:lnTo>
                  <a:pt x="187312" y="81864"/>
                </a:lnTo>
                <a:lnTo>
                  <a:pt x="183426" y="79959"/>
                </a:lnTo>
                <a:lnTo>
                  <a:pt x="177800" y="72301"/>
                </a:lnTo>
                <a:lnTo>
                  <a:pt x="176390" y="67068"/>
                </a:lnTo>
                <a:lnTo>
                  <a:pt x="176390" y="53771"/>
                </a:lnTo>
                <a:lnTo>
                  <a:pt x="177800" y="48539"/>
                </a:lnTo>
                <a:lnTo>
                  <a:pt x="183426" y="40894"/>
                </a:lnTo>
                <a:lnTo>
                  <a:pt x="187312" y="38976"/>
                </a:lnTo>
                <a:lnTo>
                  <a:pt x="195910" y="38976"/>
                </a:lnTo>
                <a:lnTo>
                  <a:pt x="198958" y="40055"/>
                </a:lnTo>
                <a:lnTo>
                  <a:pt x="203898" y="44323"/>
                </a:lnTo>
                <a:lnTo>
                  <a:pt x="205587" y="47409"/>
                </a:lnTo>
                <a:lnTo>
                  <a:pt x="206489" y="51435"/>
                </a:lnTo>
                <a:lnTo>
                  <a:pt x="224510" y="50482"/>
                </a:lnTo>
                <a:lnTo>
                  <a:pt x="197739" y="22999"/>
                </a:lnTo>
                <a:lnTo>
                  <a:pt x="185305" y="22999"/>
                </a:lnTo>
                <a:lnTo>
                  <a:pt x="157568" y="52997"/>
                </a:lnTo>
                <a:lnTo>
                  <a:pt x="157568" y="67856"/>
                </a:lnTo>
                <a:lnTo>
                  <a:pt x="185305" y="97853"/>
                </a:lnTo>
                <a:lnTo>
                  <a:pt x="192112" y="97853"/>
                </a:lnTo>
                <a:lnTo>
                  <a:pt x="197789" y="97853"/>
                </a:lnTo>
                <a:lnTo>
                  <a:pt x="223964" y="75311"/>
                </a:lnTo>
                <a:lnTo>
                  <a:pt x="224726" y="69672"/>
                </a:lnTo>
                <a:close/>
              </a:path>
              <a:path w="1244600" h="113029">
                <a:moveTo>
                  <a:pt x="301764" y="96240"/>
                </a:moveTo>
                <a:lnTo>
                  <a:pt x="301713" y="44246"/>
                </a:lnTo>
                <a:lnTo>
                  <a:pt x="300405" y="38341"/>
                </a:lnTo>
                <a:lnTo>
                  <a:pt x="297929" y="31991"/>
                </a:lnTo>
                <a:lnTo>
                  <a:pt x="297802" y="31686"/>
                </a:lnTo>
                <a:lnTo>
                  <a:pt x="295402" y="28549"/>
                </a:lnTo>
                <a:lnTo>
                  <a:pt x="288950" y="24104"/>
                </a:lnTo>
                <a:lnTo>
                  <a:pt x="284873" y="22999"/>
                </a:lnTo>
                <a:lnTo>
                  <a:pt x="276402" y="22999"/>
                </a:lnTo>
                <a:lnTo>
                  <a:pt x="259588" y="34213"/>
                </a:lnTo>
                <a:lnTo>
                  <a:pt x="259588" y="1346"/>
                </a:lnTo>
                <a:lnTo>
                  <a:pt x="241465" y="1346"/>
                </a:lnTo>
                <a:lnTo>
                  <a:pt x="241465" y="96240"/>
                </a:lnTo>
                <a:lnTo>
                  <a:pt x="259588" y="96240"/>
                </a:lnTo>
                <a:lnTo>
                  <a:pt x="259588" y="49441"/>
                </a:lnTo>
                <a:lnTo>
                  <a:pt x="260845" y="45288"/>
                </a:lnTo>
                <a:lnTo>
                  <a:pt x="265722" y="39916"/>
                </a:lnTo>
                <a:lnTo>
                  <a:pt x="265836" y="39789"/>
                </a:lnTo>
                <a:lnTo>
                  <a:pt x="266369" y="39522"/>
                </a:lnTo>
                <a:lnTo>
                  <a:pt x="269087" y="38341"/>
                </a:lnTo>
                <a:lnTo>
                  <a:pt x="276364" y="38341"/>
                </a:lnTo>
                <a:lnTo>
                  <a:pt x="278993" y="39522"/>
                </a:lnTo>
                <a:lnTo>
                  <a:pt x="282714" y="44246"/>
                </a:lnTo>
                <a:lnTo>
                  <a:pt x="283641" y="48209"/>
                </a:lnTo>
                <a:lnTo>
                  <a:pt x="283641" y="96240"/>
                </a:lnTo>
                <a:lnTo>
                  <a:pt x="301764" y="96240"/>
                </a:lnTo>
                <a:close/>
              </a:path>
              <a:path w="1244600" h="113029">
                <a:moveTo>
                  <a:pt x="382295" y="96240"/>
                </a:moveTo>
                <a:lnTo>
                  <a:pt x="320268" y="96240"/>
                </a:lnTo>
                <a:lnTo>
                  <a:pt x="320268" y="112445"/>
                </a:lnTo>
                <a:lnTo>
                  <a:pt x="382295" y="112445"/>
                </a:lnTo>
                <a:lnTo>
                  <a:pt x="382295" y="96240"/>
                </a:lnTo>
                <a:close/>
              </a:path>
              <a:path w="1244600" h="113029">
                <a:moveTo>
                  <a:pt x="462762" y="1346"/>
                </a:moveTo>
                <a:lnTo>
                  <a:pt x="444627" y="1346"/>
                </a:lnTo>
                <a:lnTo>
                  <a:pt x="444627" y="34366"/>
                </a:lnTo>
                <a:lnTo>
                  <a:pt x="444627" y="55803"/>
                </a:lnTo>
                <a:lnTo>
                  <a:pt x="444627" y="64973"/>
                </a:lnTo>
                <a:lnTo>
                  <a:pt x="444068" y="68313"/>
                </a:lnTo>
                <a:lnTo>
                  <a:pt x="432015" y="81864"/>
                </a:lnTo>
                <a:lnTo>
                  <a:pt x="423964" y="81864"/>
                </a:lnTo>
                <a:lnTo>
                  <a:pt x="420243" y="80010"/>
                </a:lnTo>
                <a:lnTo>
                  <a:pt x="415201" y="72593"/>
                </a:lnTo>
                <a:lnTo>
                  <a:pt x="413943" y="67297"/>
                </a:lnTo>
                <a:lnTo>
                  <a:pt x="413943" y="53505"/>
                </a:lnTo>
                <a:lnTo>
                  <a:pt x="415201" y="48209"/>
                </a:lnTo>
                <a:lnTo>
                  <a:pt x="420243" y="40830"/>
                </a:lnTo>
                <a:lnTo>
                  <a:pt x="423926" y="38976"/>
                </a:lnTo>
                <a:lnTo>
                  <a:pt x="431990" y="38976"/>
                </a:lnTo>
                <a:lnTo>
                  <a:pt x="444627" y="55803"/>
                </a:lnTo>
                <a:lnTo>
                  <a:pt x="444627" y="34366"/>
                </a:lnTo>
                <a:lnTo>
                  <a:pt x="427659" y="22999"/>
                </a:lnTo>
                <a:lnTo>
                  <a:pt x="417868" y="22999"/>
                </a:lnTo>
                <a:lnTo>
                  <a:pt x="412838" y="24472"/>
                </a:lnTo>
                <a:lnTo>
                  <a:pt x="404291" y="30365"/>
                </a:lnTo>
                <a:lnTo>
                  <a:pt x="400977" y="34632"/>
                </a:lnTo>
                <a:lnTo>
                  <a:pt x="396417" y="45504"/>
                </a:lnTo>
                <a:lnTo>
                  <a:pt x="396290" y="45796"/>
                </a:lnTo>
                <a:lnTo>
                  <a:pt x="395236" y="51904"/>
                </a:lnTo>
                <a:lnTo>
                  <a:pt x="395211" y="68834"/>
                </a:lnTo>
                <a:lnTo>
                  <a:pt x="396290" y="75057"/>
                </a:lnTo>
                <a:lnTo>
                  <a:pt x="400977" y="86207"/>
                </a:lnTo>
                <a:lnTo>
                  <a:pt x="404291" y="90474"/>
                </a:lnTo>
                <a:lnTo>
                  <a:pt x="412838" y="96380"/>
                </a:lnTo>
                <a:lnTo>
                  <a:pt x="417868" y="97853"/>
                </a:lnTo>
                <a:lnTo>
                  <a:pt x="427736" y="97853"/>
                </a:lnTo>
                <a:lnTo>
                  <a:pt x="444893" y="85153"/>
                </a:lnTo>
                <a:lnTo>
                  <a:pt x="445122" y="90474"/>
                </a:lnTo>
                <a:lnTo>
                  <a:pt x="445185" y="91821"/>
                </a:lnTo>
                <a:lnTo>
                  <a:pt x="445274" y="93929"/>
                </a:lnTo>
                <a:lnTo>
                  <a:pt x="445376" y="96240"/>
                </a:lnTo>
                <a:lnTo>
                  <a:pt x="462762" y="96240"/>
                </a:lnTo>
                <a:lnTo>
                  <a:pt x="462762" y="77241"/>
                </a:lnTo>
                <a:lnTo>
                  <a:pt x="462762" y="42405"/>
                </a:lnTo>
                <a:lnTo>
                  <a:pt x="462762" y="1346"/>
                </a:lnTo>
                <a:close/>
              </a:path>
              <a:path w="1244600" h="113029">
                <a:moveTo>
                  <a:pt x="541515" y="24599"/>
                </a:moveTo>
                <a:lnTo>
                  <a:pt x="526161" y="24599"/>
                </a:lnTo>
                <a:lnTo>
                  <a:pt x="526161" y="78740"/>
                </a:lnTo>
                <a:lnTo>
                  <a:pt x="525627" y="82511"/>
                </a:lnTo>
                <a:lnTo>
                  <a:pt x="525538" y="83058"/>
                </a:lnTo>
                <a:lnTo>
                  <a:pt x="526161" y="78740"/>
                </a:lnTo>
                <a:lnTo>
                  <a:pt x="526161" y="24599"/>
                </a:lnTo>
                <a:lnTo>
                  <a:pt x="524535" y="24599"/>
                </a:lnTo>
                <a:lnTo>
                  <a:pt x="524535" y="82511"/>
                </a:lnTo>
                <a:lnTo>
                  <a:pt x="524433" y="77254"/>
                </a:lnTo>
                <a:lnTo>
                  <a:pt x="524497" y="80086"/>
                </a:lnTo>
                <a:lnTo>
                  <a:pt x="524535" y="82511"/>
                </a:lnTo>
                <a:lnTo>
                  <a:pt x="524535" y="24599"/>
                </a:lnTo>
                <a:lnTo>
                  <a:pt x="523392" y="24599"/>
                </a:lnTo>
                <a:lnTo>
                  <a:pt x="523392" y="71513"/>
                </a:lnTo>
                <a:lnTo>
                  <a:pt x="522084" y="75603"/>
                </a:lnTo>
                <a:lnTo>
                  <a:pt x="517105" y="81114"/>
                </a:lnTo>
                <a:lnTo>
                  <a:pt x="514019" y="82511"/>
                </a:lnTo>
                <a:lnTo>
                  <a:pt x="506844" y="82511"/>
                </a:lnTo>
                <a:lnTo>
                  <a:pt x="504164" y="81292"/>
                </a:lnTo>
                <a:lnTo>
                  <a:pt x="500557" y="76441"/>
                </a:lnTo>
                <a:lnTo>
                  <a:pt x="499643" y="72466"/>
                </a:lnTo>
                <a:lnTo>
                  <a:pt x="499643" y="24599"/>
                </a:lnTo>
                <a:lnTo>
                  <a:pt x="481520" y="24599"/>
                </a:lnTo>
                <a:lnTo>
                  <a:pt x="481520" y="80086"/>
                </a:lnTo>
                <a:lnTo>
                  <a:pt x="483476" y="86601"/>
                </a:lnTo>
                <a:lnTo>
                  <a:pt x="491261" y="95605"/>
                </a:lnTo>
                <a:lnTo>
                  <a:pt x="496570" y="97853"/>
                </a:lnTo>
                <a:lnTo>
                  <a:pt x="509714" y="97853"/>
                </a:lnTo>
                <a:lnTo>
                  <a:pt x="514959" y="95961"/>
                </a:lnTo>
                <a:lnTo>
                  <a:pt x="523024" y="88404"/>
                </a:lnTo>
                <a:lnTo>
                  <a:pt x="524586" y="85090"/>
                </a:lnTo>
                <a:lnTo>
                  <a:pt x="524789" y="95605"/>
                </a:lnTo>
                <a:lnTo>
                  <a:pt x="524802" y="96240"/>
                </a:lnTo>
                <a:lnTo>
                  <a:pt x="541515" y="96240"/>
                </a:lnTo>
                <a:lnTo>
                  <a:pt x="541515" y="75603"/>
                </a:lnTo>
                <a:lnTo>
                  <a:pt x="541515" y="24599"/>
                </a:lnTo>
                <a:close/>
              </a:path>
              <a:path w="1244600" h="113029">
                <a:moveTo>
                  <a:pt x="626097" y="82664"/>
                </a:moveTo>
                <a:lnTo>
                  <a:pt x="621944" y="82664"/>
                </a:lnTo>
                <a:lnTo>
                  <a:pt x="621004" y="82334"/>
                </a:lnTo>
                <a:lnTo>
                  <a:pt x="619683" y="80975"/>
                </a:lnTo>
                <a:lnTo>
                  <a:pt x="619607" y="80683"/>
                </a:lnTo>
                <a:lnTo>
                  <a:pt x="619366" y="79730"/>
                </a:lnTo>
                <a:lnTo>
                  <a:pt x="619366" y="64439"/>
                </a:lnTo>
                <a:lnTo>
                  <a:pt x="619366" y="43294"/>
                </a:lnTo>
                <a:lnTo>
                  <a:pt x="617448" y="37541"/>
                </a:lnTo>
                <a:lnTo>
                  <a:pt x="616927" y="36004"/>
                </a:lnTo>
                <a:lnTo>
                  <a:pt x="607212" y="25603"/>
                </a:lnTo>
                <a:lnTo>
                  <a:pt x="599630" y="22999"/>
                </a:lnTo>
                <a:lnTo>
                  <a:pt x="581075" y="22999"/>
                </a:lnTo>
                <a:lnTo>
                  <a:pt x="574255" y="25120"/>
                </a:lnTo>
                <a:lnTo>
                  <a:pt x="563435" y="33629"/>
                </a:lnTo>
                <a:lnTo>
                  <a:pt x="560070" y="39255"/>
                </a:lnTo>
                <a:lnTo>
                  <a:pt x="558723" y="46253"/>
                </a:lnTo>
                <a:lnTo>
                  <a:pt x="577443" y="47269"/>
                </a:lnTo>
                <a:lnTo>
                  <a:pt x="578027" y="44399"/>
                </a:lnTo>
                <a:lnTo>
                  <a:pt x="579310" y="42062"/>
                </a:lnTo>
                <a:lnTo>
                  <a:pt x="583222" y="38442"/>
                </a:lnTo>
                <a:lnTo>
                  <a:pt x="586016" y="37541"/>
                </a:lnTo>
                <a:lnTo>
                  <a:pt x="593750" y="37541"/>
                </a:lnTo>
                <a:lnTo>
                  <a:pt x="596709" y="38760"/>
                </a:lnTo>
                <a:lnTo>
                  <a:pt x="600329" y="43624"/>
                </a:lnTo>
                <a:lnTo>
                  <a:pt x="601230" y="47091"/>
                </a:lnTo>
                <a:lnTo>
                  <a:pt x="601230" y="51600"/>
                </a:lnTo>
                <a:lnTo>
                  <a:pt x="601230" y="64439"/>
                </a:lnTo>
                <a:lnTo>
                  <a:pt x="601141" y="72351"/>
                </a:lnTo>
                <a:lnTo>
                  <a:pt x="600722" y="74269"/>
                </a:lnTo>
                <a:lnTo>
                  <a:pt x="600621" y="74752"/>
                </a:lnTo>
                <a:lnTo>
                  <a:pt x="598157" y="79438"/>
                </a:lnTo>
                <a:lnTo>
                  <a:pt x="596366" y="81216"/>
                </a:lnTo>
                <a:lnTo>
                  <a:pt x="591667" y="83654"/>
                </a:lnTo>
                <a:lnTo>
                  <a:pt x="588797" y="84277"/>
                </a:lnTo>
                <a:lnTo>
                  <a:pt x="582549" y="84277"/>
                </a:lnTo>
                <a:lnTo>
                  <a:pt x="580542" y="83654"/>
                </a:lnTo>
                <a:lnTo>
                  <a:pt x="580415" y="83654"/>
                </a:lnTo>
                <a:lnTo>
                  <a:pt x="577367" y="80975"/>
                </a:lnTo>
                <a:lnTo>
                  <a:pt x="577202" y="80683"/>
                </a:lnTo>
                <a:lnTo>
                  <a:pt x="576529" y="79070"/>
                </a:lnTo>
                <a:lnTo>
                  <a:pt x="576529" y="74269"/>
                </a:lnTo>
                <a:lnTo>
                  <a:pt x="577189" y="72351"/>
                </a:lnTo>
                <a:lnTo>
                  <a:pt x="579805" y="69608"/>
                </a:lnTo>
                <a:lnTo>
                  <a:pt x="582091" y="68580"/>
                </a:lnTo>
                <a:lnTo>
                  <a:pt x="585355" y="67906"/>
                </a:lnTo>
                <a:lnTo>
                  <a:pt x="601230" y="64439"/>
                </a:lnTo>
                <a:lnTo>
                  <a:pt x="601230" y="51600"/>
                </a:lnTo>
                <a:lnTo>
                  <a:pt x="572897" y="57708"/>
                </a:lnTo>
                <a:lnTo>
                  <a:pt x="567563" y="60134"/>
                </a:lnTo>
                <a:lnTo>
                  <a:pt x="559816" y="66865"/>
                </a:lnTo>
                <a:lnTo>
                  <a:pt x="557872" y="71577"/>
                </a:lnTo>
                <a:lnTo>
                  <a:pt x="557872" y="81851"/>
                </a:lnTo>
                <a:lnTo>
                  <a:pt x="558939" y="85458"/>
                </a:lnTo>
                <a:lnTo>
                  <a:pt x="563194" y="91528"/>
                </a:lnTo>
                <a:lnTo>
                  <a:pt x="566077" y="93840"/>
                </a:lnTo>
                <a:lnTo>
                  <a:pt x="573430" y="97104"/>
                </a:lnTo>
                <a:lnTo>
                  <a:pt x="573595" y="97104"/>
                </a:lnTo>
                <a:lnTo>
                  <a:pt x="577316" y="97853"/>
                </a:lnTo>
                <a:lnTo>
                  <a:pt x="586028" y="97853"/>
                </a:lnTo>
                <a:lnTo>
                  <a:pt x="589826" y="97104"/>
                </a:lnTo>
                <a:lnTo>
                  <a:pt x="596366" y="94132"/>
                </a:lnTo>
                <a:lnTo>
                  <a:pt x="598995" y="92075"/>
                </a:lnTo>
                <a:lnTo>
                  <a:pt x="602970" y="86855"/>
                </a:lnTo>
                <a:lnTo>
                  <a:pt x="603250" y="86169"/>
                </a:lnTo>
                <a:lnTo>
                  <a:pt x="603427" y="86855"/>
                </a:lnTo>
                <a:lnTo>
                  <a:pt x="603465" y="87033"/>
                </a:lnTo>
                <a:lnTo>
                  <a:pt x="606082" y="91884"/>
                </a:lnTo>
                <a:lnTo>
                  <a:pt x="608241" y="93840"/>
                </a:lnTo>
                <a:lnTo>
                  <a:pt x="613232" y="96342"/>
                </a:lnTo>
                <a:lnTo>
                  <a:pt x="613587" y="96342"/>
                </a:lnTo>
                <a:lnTo>
                  <a:pt x="616013" y="96837"/>
                </a:lnTo>
                <a:lnTo>
                  <a:pt x="621588" y="96837"/>
                </a:lnTo>
                <a:lnTo>
                  <a:pt x="625563" y="96342"/>
                </a:lnTo>
                <a:lnTo>
                  <a:pt x="626097" y="96342"/>
                </a:lnTo>
                <a:lnTo>
                  <a:pt x="626097" y="82664"/>
                </a:lnTo>
                <a:close/>
              </a:path>
              <a:path w="1244600" h="113029">
                <a:moveTo>
                  <a:pt x="705764" y="81864"/>
                </a:moveTo>
                <a:lnTo>
                  <a:pt x="682980" y="81864"/>
                </a:lnTo>
                <a:lnTo>
                  <a:pt x="682980" y="16814"/>
                </a:lnTo>
                <a:lnTo>
                  <a:pt x="681050" y="11036"/>
                </a:lnTo>
                <a:lnTo>
                  <a:pt x="673290" y="3276"/>
                </a:lnTo>
                <a:lnTo>
                  <a:pt x="667512" y="1346"/>
                </a:lnTo>
                <a:lnTo>
                  <a:pt x="641070" y="1346"/>
                </a:lnTo>
                <a:lnTo>
                  <a:pt x="641070" y="15722"/>
                </a:lnTo>
                <a:lnTo>
                  <a:pt x="659269" y="15722"/>
                </a:lnTo>
                <a:lnTo>
                  <a:pt x="661314" y="16433"/>
                </a:lnTo>
                <a:lnTo>
                  <a:pt x="664146" y="19265"/>
                </a:lnTo>
                <a:lnTo>
                  <a:pt x="664857" y="21323"/>
                </a:lnTo>
                <a:lnTo>
                  <a:pt x="664857" y="81864"/>
                </a:lnTo>
                <a:lnTo>
                  <a:pt x="638390" y="81864"/>
                </a:lnTo>
                <a:lnTo>
                  <a:pt x="638390" y="96240"/>
                </a:lnTo>
                <a:lnTo>
                  <a:pt x="705764" y="96240"/>
                </a:lnTo>
                <a:lnTo>
                  <a:pt x="705764" y="91440"/>
                </a:lnTo>
                <a:lnTo>
                  <a:pt x="705764" y="81864"/>
                </a:lnTo>
                <a:close/>
              </a:path>
              <a:path w="1244600" h="113029">
                <a:moveTo>
                  <a:pt x="783285" y="96240"/>
                </a:moveTo>
                <a:lnTo>
                  <a:pt x="721271" y="96240"/>
                </a:lnTo>
                <a:lnTo>
                  <a:pt x="721271" y="112445"/>
                </a:lnTo>
                <a:lnTo>
                  <a:pt x="783285" y="112445"/>
                </a:lnTo>
                <a:lnTo>
                  <a:pt x="783285" y="96240"/>
                </a:lnTo>
                <a:close/>
              </a:path>
              <a:path w="1244600" h="113029">
                <a:moveTo>
                  <a:pt x="863485" y="24599"/>
                </a:moveTo>
                <a:lnTo>
                  <a:pt x="836968" y="24599"/>
                </a:lnTo>
                <a:lnTo>
                  <a:pt x="836968" y="7785"/>
                </a:lnTo>
                <a:lnTo>
                  <a:pt x="818845" y="7785"/>
                </a:lnTo>
                <a:lnTo>
                  <a:pt x="818845" y="24599"/>
                </a:lnTo>
                <a:lnTo>
                  <a:pt x="798258" y="24599"/>
                </a:lnTo>
                <a:lnTo>
                  <a:pt x="798258" y="38976"/>
                </a:lnTo>
                <a:lnTo>
                  <a:pt x="818845" y="38976"/>
                </a:lnTo>
                <a:lnTo>
                  <a:pt x="818845" y="81457"/>
                </a:lnTo>
                <a:lnTo>
                  <a:pt x="820737" y="87083"/>
                </a:lnTo>
                <a:lnTo>
                  <a:pt x="828306" y="94411"/>
                </a:lnTo>
                <a:lnTo>
                  <a:pt x="834224" y="96240"/>
                </a:lnTo>
                <a:lnTo>
                  <a:pt x="863485" y="96240"/>
                </a:lnTo>
                <a:lnTo>
                  <a:pt x="863485" y="81864"/>
                </a:lnTo>
                <a:lnTo>
                  <a:pt x="843368" y="81864"/>
                </a:lnTo>
                <a:lnTo>
                  <a:pt x="840955" y="81064"/>
                </a:lnTo>
                <a:lnTo>
                  <a:pt x="837768" y="77838"/>
                </a:lnTo>
                <a:lnTo>
                  <a:pt x="836968" y="75374"/>
                </a:lnTo>
                <a:lnTo>
                  <a:pt x="836968" y="38976"/>
                </a:lnTo>
                <a:lnTo>
                  <a:pt x="863485" y="38976"/>
                </a:lnTo>
                <a:lnTo>
                  <a:pt x="863485" y="24599"/>
                </a:lnTo>
                <a:close/>
              </a:path>
              <a:path w="1244600" h="113029">
                <a:moveTo>
                  <a:pt x="947166" y="24599"/>
                </a:moveTo>
                <a:lnTo>
                  <a:pt x="925245" y="24599"/>
                </a:lnTo>
                <a:lnTo>
                  <a:pt x="920877" y="26314"/>
                </a:lnTo>
                <a:lnTo>
                  <a:pt x="915085" y="33197"/>
                </a:lnTo>
                <a:lnTo>
                  <a:pt x="914234" y="35699"/>
                </a:lnTo>
                <a:lnTo>
                  <a:pt x="914234" y="44577"/>
                </a:lnTo>
                <a:lnTo>
                  <a:pt x="913892" y="39992"/>
                </a:lnTo>
                <a:lnTo>
                  <a:pt x="914209" y="44069"/>
                </a:lnTo>
                <a:lnTo>
                  <a:pt x="914234" y="44577"/>
                </a:lnTo>
                <a:lnTo>
                  <a:pt x="914234" y="35699"/>
                </a:lnTo>
                <a:lnTo>
                  <a:pt x="913688" y="37287"/>
                </a:lnTo>
                <a:lnTo>
                  <a:pt x="913231" y="31254"/>
                </a:lnTo>
                <a:lnTo>
                  <a:pt x="912736" y="24599"/>
                </a:lnTo>
                <a:lnTo>
                  <a:pt x="882205" y="24599"/>
                </a:lnTo>
                <a:lnTo>
                  <a:pt x="882205" y="38976"/>
                </a:lnTo>
                <a:lnTo>
                  <a:pt x="899363" y="38976"/>
                </a:lnTo>
                <a:lnTo>
                  <a:pt x="899363" y="81864"/>
                </a:lnTo>
                <a:lnTo>
                  <a:pt x="882205" y="81864"/>
                </a:lnTo>
                <a:lnTo>
                  <a:pt x="882205" y="96240"/>
                </a:lnTo>
                <a:lnTo>
                  <a:pt x="939304" y="96240"/>
                </a:lnTo>
                <a:lnTo>
                  <a:pt x="939304" y="89535"/>
                </a:lnTo>
                <a:lnTo>
                  <a:pt x="939304" y="81864"/>
                </a:lnTo>
                <a:lnTo>
                  <a:pt x="917486" y="81864"/>
                </a:lnTo>
                <a:lnTo>
                  <a:pt x="917486" y="51587"/>
                </a:lnTo>
                <a:lnTo>
                  <a:pt x="918032" y="48679"/>
                </a:lnTo>
                <a:lnTo>
                  <a:pt x="919226" y="46151"/>
                </a:lnTo>
                <a:lnTo>
                  <a:pt x="920203" y="44069"/>
                </a:lnTo>
                <a:lnTo>
                  <a:pt x="921854" y="42329"/>
                </a:lnTo>
                <a:lnTo>
                  <a:pt x="926249" y="39992"/>
                </a:lnTo>
                <a:lnTo>
                  <a:pt x="929043" y="39408"/>
                </a:lnTo>
                <a:lnTo>
                  <a:pt x="947166" y="39408"/>
                </a:lnTo>
                <a:lnTo>
                  <a:pt x="947166" y="24599"/>
                </a:lnTo>
                <a:close/>
              </a:path>
              <a:path w="1244600" h="113029">
                <a:moveTo>
                  <a:pt x="1027099" y="82664"/>
                </a:moveTo>
                <a:lnTo>
                  <a:pt x="1022946" y="82664"/>
                </a:lnTo>
                <a:lnTo>
                  <a:pt x="1022007" y="82334"/>
                </a:lnTo>
                <a:lnTo>
                  <a:pt x="1020686" y="80975"/>
                </a:lnTo>
                <a:lnTo>
                  <a:pt x="1020610" y="80683"/>
                </a:lnTo>
                <a:lnTo>
                  <a:pt x="1020356" y="79730"/>
                </a:lnTo>
                <a:lnTo>
                  <a:pt x="1020356" y="64439"/>
                </a:lnTo>
                <a:lnTo>
                  <a:pt x="1020356" y="43294"/>
                </a:lnTo>
                <a:lnTo>
                  <a:pt x="1018438" y="37541"/>
                </a:lnTo>
                <a:lnTo>
                  <a:pt x="1017930" y="36004"/>
                </a:lnTo>
                <a:lnTo>
                  <a:pt x="1008214" y="25603"/>
                </a:lnTo>
                <a:lnTo>
                  <a:pt x="1000633" y="22999"/>
                </a:lnTo>
                <a:lnTo>
                  <a:pt x="982078" y="22999"/>
                </a:lnTo>
                <a:lnTo>
                  <a:pt x="975258" y="25120"/>
                </a:lnTo>
                <a:lnTo>
                  <a:pt x="964438" y="33629"/>
                </a:lnTo>
                <a:lnTo>
                  <a:pt x="961059" y="39255"/>
                </a:lnTo>
                <a:lnTo>
                  <a:pt x="959726" y="46253"/>
                </a:lnTo>
                <a:lnTo>
                  <a:pt x="978446" y="47269"/>
                </a:lnTo>
                <a:lnTo>
                  <a:pt x="979030" y="44399"/>
                </a:lnTo>
                <a:lnTo>
                  <a:pt x="980300" y="42062"/>
                </a:lnTo>
                <a:lnTo>
                  <a:pt x="984224" y="38442"/>
                </a:lnTo>
                <a:lnTo>
                  <a:pt x="987018" y="37541"/>
                </a:lnTo>
                <a:lnTo>
                  <a:pt x="994752" y="37541"/>
                </a:lnTo>
                <a:lnTo>
                  <a:pt x="997712" y="38760"/>
                </a:lnTo>
                <a:lnTo>
                  <a:pt x="1001331" y="43624"/>
                </a:lnTo>
                <a:lnTo>
                  <a:pt x="1002233" y="47091"/>
                </a:lnTo>
                <a:lnTo>
                  <a:pt x="1002233" y="51600"/>
                </a:lnTo>
                <a:lnTo>
                  <a:pt x="1002233" y="64439"/>
                </a:lnTo>
                <a:lnTo>
                  <a:pt x="1002144" y="72351"/>
                </a:lnTo>
                <a:lnTo>
                  <a:pt x="1001725" y="74269"/>
                </a:lnTo>
                <a:lnTo>
                  <a:pt x="1001623" y="74752"/>
                </a:lnTo>
                <a:lnTo>
                  <a:pt x="999159" y="79438"/>
                </a:lnTo>
                <a:lnTo>
                  <a:pt x="997369" y="81216"/>
                </a:lnTo>
                <a:lnTo>
                  <a:pt x="992657" y="83654"/>
                </a:lnTo>
                <a:lnTo>
                  <a:pt x="989799" y="84277"/>
                </a:lnTo>
                <a:lnTo>
                  <a:pt x="983551" y="84277"/>
                </a:lnTo>
                <a:lnTo>
                  <a:pt x="981544" y="83654"/>
                </a:lnTo>
                <a:lnTo>
                  <a:pt x="981417" y="83654"/>
                </a:lnTo>
                <a:lnTo>
                  <a:pt x="978369" y="80975"/>
                </a:lnTo>
                <a:lnTo>
                  <a:pt x="978204" y="80683"/>
                </a:lnTo>
                <a:lnTo>
                  <a:pt x="977531" y="79070"/>
                </a:lnTo>
                <a:lnTo>
                  <a:pt x="977531" y="74269"/>
                </a:lnTo>
                <a:lnTo>
                  <a:pt x="978192" y="72351"/>
                </a:lnTo>
                <a:lnTo>
                  <a:pt x="980808" y="69608"/>
                </a:lnTo>
                <a:lnTo>
                  <a:pt x="983094" y="68580"/>
                </a:lnTo>
                <a:lnTo>
                  <a:pt x="986358" y="67906"/>
                </a:lnTo>
                <a:lnTo>
                  <a:pt x="1002233" y="64439"/>
                </a:lnTo>
                <a:lnTo>
                  <a:pt x="1002233" y="51600"/>
                </a:lnTo>
                <a:lnTo>
                  <a:pt x="973899" y="57708"/>
                </a:lnTo>
                <a:lnTo>
                  <a:pt x="968565" y="60134"/>
                </a:lnTo>
                <a:lnTo>
                  <a:pt x="960805" y="66865"/>
                </a:lnTo>
                <a:lnTo>
                  <a:pt x="958875" y="71577"/>
                </a:lnTo>
                <a:lnTo>
                  <a:pt x="958875" y="81851"/>
                </a:lnTo>
                <a:lnTo>
                  <a:pt x="959942" y="85458"/>
                </a:lnTo>
                <a:lnTo>
                  <a:pt x="964196" y="91528"/>
                </a:lnTo>
                <a:lnTo>
                  <a:pt x="967066" y="93840"/>
                </a:lnTo>
                <a:lnTo>
                  <a:pt x="974432" y="97104"/>
                </a:lnTo>
                <a:lnTo>
                  <a:pt x="974585" y="97104"/>
                </a:lnTo>
                <a:lnTo>
                  <a:pt x="978319" y="97853"/>
                </a:lnTo>
                <a:lnTo>
                  <a:pt x="987031" y="97853"/>
                </a:lnTo>
                <a:lnTo>
                  <a:pt x="990828" y="97104"/>
                </a:lnTo>
                <a:lnTo>
                  <a:pt x="997369" y="94132"/>
                </a:lnTo>
                <a:lnTo>
                  <a:pt x="999998" y="92075"/>
                </a:lnTo>
                <a:lnTo>
                  <a:pt x="1003973" y="86855"/>
                </a:lnTo>
                <a:lnTo>
                  <a:pt x="1004252" y="86169"/>
                </a:lnTo>
                <a:lnTo>
                  <a:pt x="1004417" y="86855"/>
                </a:lnTo>
                <a:lnTo>
                  <a:pt x="1004468" y="87033"/>
                </a:lnTo>
                <a:lnTo>
                  <a:pt x="1007084" y="91884"/>
                </a:lnTo>
                <a:lnTo>
                  <a:pt x="1009230" y="93840"/>
                </a:lnTo>
                <a:lnTo>
                  <a:pt x="1014222" y="96342"/>
                </a:lnTo>
                <a:lnTo>
                  <a:pt x="1014577" y="96342"/>
                </a:lnTo>
                <a:lnTo>
                  <a:pt x="1017003" y="96837"/>
                </a:lnTo>
                <a:lnTo>
                  <a:pt x="1022591" y="96837"/>
                </a:lnTo>
                <a:lnTo>
                  <a:pt x="1026566" y="96342"/>
                </a:lnTo>
                <a:lnTo>
                  <a:pt x="1027099" y="96342"/>
                </a:lnTo>
                <a:lnTo>
                  <a:pt x="1027099" y="82664"/>
                </a:lnTo>
                <a:close/>
              </a:path>
              <a:path w="1244600" h="113029">
                <a:moveTo>
                  <a:pt x="1106919" y="69672"/>
                </a:moveTo>
                <a:lnTo>
                  <a:pt x="1088898" y="68707"/>
                </a:lnTo>
                <a:lnTo>
                  <a:pt x="1088047" y="72986"/>
                </a:lnTo>
                <a:lnTo>
                  <a:pt x="1086345" y="76250"/>
                </a:lnTo>
                <a:lnTo>
                  <a:pt x="1081265" y="80746"/>
                </a:lnTo>
                <a:lnTo>
                  <a:pt x="1078153" y="81864"/>
                </a:lnTo>
                <a:lnTo>
                  <a:pt x="1069517" y="81864"/>
                </a:lnTo>
                <a:lnTo>
                  <a:pt x="1065631" y="79959"/>
                </a:lnTo>
                <a:lnTo>
                  <a:pt x="1059992" y="72301"/>
                </a:lnTo>
                <a:lnTo>
                  <a:pt x="1058583" y="67068"/>
                </a:lnTo>
                <a:lnTo>
                  <a:pt x="1058583" y="53771"/>
                </a:lnTo>
                <a:lnTo>
                  <a:pt x="1059992" y="48539"/>
                </a:lnTo>
                <a:lnTo>
                  <a:pt x="1065631" y="40894"/>
                </a:lnTo>
                <a:lnTo>
                  <a:pt x="1069517" y="38976"/>
                </a:lnTo>
                <a:lnTo>
                  <a:pt x="1078103" y="38976"/>
                </a:lnTo>
                <a:lnTo>
                  <a:pt x="1081151" y="40055"/>
                </a:lnTo>
                <a:lnTo>
                  <a:pt x="1086091" y="44323"/>
                </a:lnTo>
                <a:lnTo>
                  <a:pt x="1087780" y="47409"/>
                </a:lnTo>
                <a:lnTo>
                  <a:pt x="1088694" y="51435"/>
                </a:lnTo>
                <a:lnTo>
                  <a:pt x="1106703" y="50482"/>
                </a:lnTo>
                <a:lnTo>
                  <a:pt x="1079944" y="22999"/>
                </a:lnTo>
                <a:lnTo>
                  <a:pt x="1067498" y="22999"/>
                </a:lnTo>
                <a:lnTo>
                  <a:pt x="1039761" y="52997"/>
                </a:lnTo>
                <a:lnTo>
                  <a:pt x="1039761" y="67856"/>
                </a:lnTo>
                <a:lnTo>
                  <a:pt x="1067498" y="97853"/>
                </a:lnTo>
                <a:lnTo>
                  <a:pt x="1074305" y="97853"/>
                </a:lnTo>
                <a:lnTo>
                  <a:pt x="1079995" y="97853"/>
                </a:lnTo>
                <a:lnTo>
                  <a:pt x="1106157" y="75311"/>
                </a:lnTo>
                <a:lnTo>
                  <a:pt x="1106919" y="69672"/>
                </a:lnTo>
                <a:close/>
              </a:path>
              <a:path w="1244600" h="113029">
                <a:moveTo>
                  <a:pt x="1189316" y="96240"/>
                </a:moveTo>
                <a:lnTo>
                  <a:pt x="1160919" y="55232"/>
                </a:lnTo>
                <a:lnTo>
                  <a:pt x="1188135" y="24599"/>
                </a:lnTo>
                <a:lnTo>
                  <a:pt x="1166583" y="24599"/>
                </a:lnTo>
                <a:lnTo>
                  <a:pt x="1139317" y="55880"/>
                </a:lnTo>
                <a:lnTo>
                  <a:pt x="1139317" y="1346"/>
                </a:lnTo>
                <a:lnTo>
                  <a:pt x="1121194" y="1346"/>
                </a:lnTo>
                <a:lnTo>
                  <a:pt x="1121194" y="96240"/>
                </a:lnTo>
                <a:lnTo>
                  <a:pt x="1139317" y="96240"/>
                </a:lnTo>
                <a:lnTo>
                  <a:pt x="1139317" y="77482"/>
                </a:lnTo>
                <a:lnTo>
                  <a:pt x="1149057" y="66941"/>
                </a:lnTo>
                <a:lnTo>
                  <a:pt x="1168615" y="96240"/>
                </a:lnTo>
                <a:lnTo>
                  <a:pt x="1189316" y="96240"/>
                </a:lnTo>
                <a:close/>
              </a:path>
              <a:path w="1244600" h="113029">
                <a:moveTo>
                  <a:pt x="1244041" y="76060"/>
                </a:moveTo>
                <a:lnTo>
                  <a:pt x="1222921" y="76060"/>
                </a:lnTo>
                <a:lnTo>
                  <a:pt x="1222921" y="96240"/>
                </a:lnTo>
                <a:lnTo>
                  <a:pt x="1244041" y="96240"/>
                </a:lnTo>
                <a:lnTo>
                  <a:pt x="1244041" y="76060"/>
                </a:lnTo>
                <a:close/>
              </a:path>
              <a:path w="1244600" h="113029">
                <a:moveTo>
                  <a:pt x="1244041" y="27139"/>
                </a:moveTo>
                <a:lnTo>
                  <a:pt x="1222921" y="27139"/>
                </a:lnTo>
                <a:lnTo>
                  <a:pt x="1222921" y="47320"/>
                </a:lnTo>
                <a:lnTo>
                  <a:pt x="1244041" y="47320"/>
                </a:lnTo>
                <a:lnTo>
                  <a:pt x="1244041" y="2713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3" name="object 183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2492617" y="4809189"/>
            <a:ext cx="546160" cy="114954"/>
          </a:xfrm>
          <a:prstGeom prst="rect">
            <a:avLst/>
          </a:prstGeom>
        </p:spPr>
      </p:pic>
      <p:grpSp>
        <p:nvGrpSpPr>
          <p:cNvPr id="184" name="object 184"/>
          <p:cNvGrpSpPr/>
          <p:nvPr/>
        </p:nvGrpSpPr>
        <p:grpSpPr>
          <a:xfrm>
            <a:off x="3133680" y="4809189"/>
            <a:ext cx="228600" cy="96520"/>
            <a:chOff x="3133680" y="4809189"/>
            <a:chExt cx="228600" cy="96520"/>
          </a:xfrm>
        </p:grpSpPr>
        <p:pic>
          <p:nvPicPr>
            <p:cNvPr id="185" name="object 18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133680" y="4815631"/>
              <a:ext cx="65229" cy="88460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3218478" y="4809189"/>
              <a:ext cx="143503" cy="96507"/>
            </a:xfrm>
            <a:prstGeom prst="rect">
              <a:avLst/>
            </a:prstGeom>
          </p:spPr>
        </p:pic>
      </p:grpSp>
      <p:sp>
        <p:nvSpPr>
          <p:cNvPr id="187" name="object 187"/>
          <p:cNvSpPr/>
          <p:nvPr/>
        </p:nvSpPr>
        <p:spPr>
          <a:xfrm>
            <a:off x="3454476" y="4809197"/>
            <a:ext cx="627380" cy="96520"/>
          </a:xfrm>
          <a:custGeom>
            <a:avLst/>
            <a:gdLst/>
            <a:ahLst/>
            <a:cxnLst/>
            <a:rect l="l" t="t" r="r" b="b"/>
            <a:pathLst>
              <a:path w="627379" h="96520">
                <a:moveTo>
                  <a:pt x="65227" y="23253"/>
                </a:moveTo>
                <a:lnTo>
                  <a:pt x="38709" y="23253"/>
                </a:lnTo>
                <a:lnTo>
                  <a:pt x="38709" y="6438"/>
                </a:lnTo>
                <a:lnTo>
                  <a:pt x="20586" y="6438"/>
                </a:lnTo>
                <a:lnTo>
                  <a:pt x="20586" y="23253"/>
                </a:lnTo>
                <a:lnTo>
                  <a:pt x="0" y="23253"/>
                </a:lnTo>
                <a:lnTo>
                  <a:pt x="0" y="37630"/>
                </a:lnTo>
                <a:lnTo>
                  <a:pt x="20586" y="37630"/>
                </a:lnTo>
                <a:lnTo>
                  <a:pt x="20586" y="80111"/>
                </a:lnTo>
                <a:lnTo>
                  <a:pt x="22479" y="85737"/>
                </a:lnTo>
                <a:lnTo>
                  <a:pt x="30048" y="93065"/>
                </a:lnTo>
                <a:lnTo>
                  <a:pt x="35966" y="94894"/>
                </a:lnTo>
                <a:lnTo>
                  <a:pt x="65227" y="94894"/>
                </a:lnTo>
                <a:lnTo>
                  <a:pt x="65227" y="80518"/>
                </a:lnTo>
                <a:lnTo>
                  <a:pt x="45110" y="80518"/>
                </a:lnTo>
                <a:lnTo>
                  <a:pt x="42697" y="79717"/>
                </a:lnTo>
                <a:lnTo>
                  <a:pt x="39509" y="76492"/>
                </a:lnTo>
                <a:lnTo>
                  <a:pt x="38709" y="74028"/>
                </a:lnTo>
                <a:lnTo>
                  <a:pt x="38709" y="37630"/>
                </a:lnTo>
                <a:lnTo>
                  <a:pt x="65227" y="37630"/>
                </a:lnTo>
                <a:lnTo>
                  <a:pt x="65227" y="23253"/>
                </a:lnTo>
                <a:close/>
              </a:path>
              <a:path w="627379" h="96520">
                <a:moveTo>
                  <a:pt x="148907" y="23253"/>
                </a:moveTo>
                <a:lnTo>
                  <a:pt x="126974" y="23253"/>
                </a:lnTo>
                <a:lnTo>
                  <a:pt x="122618" y="24968"/>
                </a:lnTo>
                <a:lnTo>
                  <a:pt x="116827" y="31851"/>
                </a:lnTo>
                <a:lnTo>
                  <a:pt x="115430" y="35941"/>
                </a:lnTo>
                <a:lnTo>
                  <a:pt x="114973" y="29908"/>
                </a:lnTo>
                <a:lnTo>
                  <a:pt x="114465" y="23253"/>
                </a:lnTo>
                <a:lnTo>
                  <a:pt x="83934" y="23253"/>
                </a:lnTo>
                <a:lnTo>
                  <a:pt x="83934" y="37630"/>
                </a:lnTo>
                <a:lnTo>
                  <a:pt x="101104" y="37630"/>
                </a:lnTo>
                <a:lnTo>
                  <a:pt x="101104" y="80518"/>
                </a:lnTo>
                <a:lnTo>
                  <a:pt x="83934" y="80518"/>
                </a:lnTo>
                <a:lnTo>
                  <a:pt x="83934" y="94894"/>
                </a:lnTo>
                <a:lnTo>
                  <a:pt x="141046" y="94894"/>
                </a:lnTo>
                <a:lnTo>
                  <a:pt x="141046" y="88188"/>
                </a:lnTo>
                <a:lnTo>
                  <a:pt x="141046" y="80518"/>
                </a:lnTo>
                <a:lnTo>
                  <a:pt x="119227" y="80518"/>
                </a:lnTo>
                <a:lnTo>
                  <a:pt x="119227" y="50241"/>
                </a:lnTo>
                <a:lnTo>
                  <a:pt x="119773" y="47332"/>
                </a:lnTo>
                <a:lnTo>
                  <a:pt x="120967" y="44805"/>
                </a:lnTo>
                <a:lnTo>
                  <a:pt x="121945" y="42722"/>
                </a:lnTo>
                <a:lnTo>
                  <a:pt x="123596" y="40982"/>
                </a:lnTo>
                <a:lnTo>
                  <a:pt x="127990" y="38646"/>
                </a:lnTo>
                <a:lnTo>
                  <a:pt x="130771" y="38061"/>
                </a:lnTo>
                <a:lnTo>
                  <a:pt x="148907" y="38061"/>
                </a:lnTo>
                <a:lnTo>
                  <a:pt x="148907" y="23253"/>
                </a:lnTo>
                <a:close/>
              </a:path>
              <a:path w="627379" h="96520">
                <a:moveTo>
                  <a:pt x="228828" y="81318"/>
                </a:moveTo>
                <a:lnTo>
                  <a:pt x="224675" y="81318"/>
                </a:lnTo>
                <a:lnTo>
                  <a:pt x="223748" y="80987"/>
                </a:lnTo>
                <a:lnTo>
                  <a:pt x="222427" y="79629"/>
                </a:lnTo>
                <a:lnTo>
                  <a:pt x="222351" y="79336"/>
                </a:lnTo>
                <a:lnTo>
                  <a:pt x="222097" y="78384"/>
                </a:lnTo>
                <a:lnTo>
                  <a:pt x="222097" y="63093"/>
                </a:lnTo>
                <a:lnTo>
                  <a:pt x="222097" y="41948"/>
                </a:lnTo>
                <a:lnTo>
                  <a:pt x="220179" y="36195"/>
                </a:lnTo>
                <a:lnTo>
                  <a:pt x="219671" y="34658"/>
                </a:lnTo>
                <a:lnTo>
                  <a:pt x="209956" y="24257"/>
                </a:lnTo>
                <a:lnTo>
                  <a:pt x="202361" y="21653"/>
                </a:lnTo>
                <a:lnTo>
                  <a:pt x="183819" y="21653"/>
                </a:lnTo>
                <a:lnTo>
                  <a:pt x="176999" y="23774"/>
                </a:lnTo>
                <a:lnTo>
                  <a:pt x="166179" y="32283"/>
                </a:lnTo>
                <a:lnTo>
                  <a:pt x="162801" y="37909"/>
                </a:lnTo>
                <a:lnTo>
                  <a:pt x="161467" y="44907"/>
                </a:lnTo>
                <a:lnTo>
                  <a:pt x="180174" y="45923"/>
                </a:lnTo>
                <a:lnTo>
                  <a:pt x="180771" y="43053"/>
                </a:lnTo>
                <a:lnTo>
                  <a:pt x="182041" y="40716"/>
                </a:lnTo>
                <a:lnTo>
                  <a:pt x="185966" y="37096"/>
                </a:lnTo>
                <a:lnTo>
                  <a:pt x="188747" y="36195"/>
                </a:lnTo>
                <a:lnTo>
                  <a:pt x="196481" y="36195"/>
                </a:lnTo>
                <a:lnTo>
                  <a:pt x="199453" y="37414"/>
                </a:lnTo>
                <a:lnTo>
                  <a:pt x="203073" y="42278"/>
                </a:lnTo>
                <a:lnTo>
                  <a:pt x="203974" y="45745"/>
                </a:lnTo>
                <a:lnTo>
                  <a:pt x="203974" y="50253"/>
                </a:lnTo>
                <a:lnTo>
                  <a:pt x="203974" y="63093"/>
                </a:lnTo>
                <a:lnTo>
                  <a:pt x="203873" y="71005"/>
                </a:lnTo>
                <a:lnTo>
                  <a:pt x="203454" y="72923"/>
                </a:lnTo>
                <a:lnTo>
                  <a:pt x="203352" y="73406"/>
                </a:lnTo>
                <a:lnTo>
                  <a:pt x="200901" y="78092"/>
                </a:lnTo>
                <a:lnTo>
                  <a:pt x="199110" y="79870"/>
                </a:lnTo>
                <a:lnTo>
                  <a:pt x="194398" y="82308"/>
                </a:lnTo>
                <a:lnTo>
                  <a:pt x="191541" y="82931"/>
                </a:lnTo>
                <a:lnTo>
                  <a:pt x="185280" y="82931"/>
                </a:lnTo>
                <a:lnTo>
                  <a:pt x="183286" y="82308"/>
                </a:lnTo>
                <a:lnTo>
                  <a:pt x="183146" y="82308"/>
                </a:lnTo>
                <a:lnTo>
                  <a:pt x="180111" y="79629"/>
                </a:lnTo>
                <a:lnTo>
                  <a:pt x="179946" y="79336"/>
                </a:lnTo>
                <a:lnTo>
                  <a:pt x="179273" y="77724"/>
                </a:lnTo>
                <a:lnTo>
                  <a:pt x="179273" y="72923"/>
                </a:lnTo>
                <a:lnTo>
                  <a:pt x="179920" y="71005"/>
                </a:lnTo>
                <a:lnTo>
                  <a:pt x="182549" y="68262"/>
                </a:lnTo>
                <a:lnTo>
                  <a:pt x="184835" y="67233"/>
                </a:lnTo>
                <a:lnTo>
                  <a:pt x="188087" y="66560"/>
                </a:lnTo>
                <a:lnTo>
                  <a:pt x="203974" y="63093"/>
                </a:lnTo>
                <a:lnTo>
                  <a:pt x="203974" y="50253"/>
                </a:lnTo>
                <a:lnTo>
                  <a:pt x="175628" y="56362"/>
                </a:lnTo>
                <a:lnTo>
                  <a:pt x="170294" y="58788"/>
                </a:lnTo>
                <a:lnTo>
                  <a:pt x="162547" y="65519"/>
                </a:lnTo>
                <a:lnTo>
                  <a:pt x="160604" y="70231"/>
                </a:lnTo>
                <a:lnTo>
                  <a:pt x="160604" y="80505"/>
                </a:lnTo>
                <a:lnTo>
                  <a:pt x="161671" y="84112"/>
                </a:lnTo>
                <a:lnTo>
                  <a:pt x="165938" y="90182"/>
                </a:lnTo>
                <a:lnTo>
                  <a:pt x="168808" y="92494"/>
                </a:lnTo>
                <a:lnTo>
                  <a:pt x="176174" y="95758"/>
                </a:lnTo>
                <a:lnTo>
                  <a:pt x="176326" y="95758"/>
                </a:lnTo>
                <a:lnTo>
                  <a:pt x="180047" y="96507"/>
                </a:lnTo>
                <a:lnTo>
                  <a:pt x="188772" y="96507"/>
                </a:lnTo>
                <a:lnTo>
                  <a:pt x="192557" y="95758"/>
                </a:lnTo>
                <a:lnTo>
                  <a:pt x="199097" y="92786"/>
                </a:lnTo>
                <a:lnTo>
                  <a:pt x="201726" y="90728"/>
                </a:lnTo>
                <a:lnTo>
                  <a:pt x="205701" y="85509"/>
                </a:lnTo>
                <a:lnTo>
                  <a:pt x="205994" y="84823"/>
                </a:lnTo>
                <a:lnTo>
                  <a:pt x="206159" y="85509"/>
                </a:lnTo>
                <a:lnTo>
                  <a:pt x="206209" y="85686"/>
                </a:lnTo>
                <a:lnTo>
                  <a:pt x="208826" y="90538"/>
                </a:lnTo>
                <a:lnTo>
                  <a:pt x="210972" y="92494"/>
                </a:lnTo>
                <a:lnTo>
                  <a:pt x="215963" y="94996"/>
                </a:lnTo>
                <a:lnTo>
                  <a:pt x="216319" y="94996"/>
                </a:lnTo>
                <a:lnTo>
                  <a:pt x="218744" y="95491"/>
                </a:lnTo>
                <a:lnTo>
                  <a:pt x="224332" y="95491"/>
                </a:lnTo>
                <a:lnTo>
                  <a:pt x="228295" y="94996"/>
                </a:lnTo>
                <a:lnTo>
                  <a:pt x="228828" y="94996"/>
                </a:lnTo>
                <a:lnTo>
                  <a:pt x="228828" y="81318"/>
                </a:lnTo>
                <a:close/>
              </a:path>
              <a:path w="627379" h="96520">
                <a:moveTo>
                  <a:pt x="306095" y="0"/>
                </a:moveTo>
                <a:lnTo>
                  <a:pt x="287972" y="0"/>
                </a:lnTo>
                <a:lnTo>
                  <a:pt x="287972" y="33020"/>
                </a:lnTo>
                <a:lnTo>
                  <a:pt x="287972" y="54457"/>
                </a:lnTo>
                <a:lnTo>
                  <a:pt x="287972" y="63627"/>
                </a:lnTo>
                <a:lnTo>
                  <a:pt x="287401" y="66967"/>
                </a:lnTo>
                <a:lnTo>
                  <a:pt x="287312" y="67487"/>
                </a:lnTo>
                <a:lnTo>
                  <a:pt x="275348" y="80518"/>
                </a:lnTo>
                <a:lnTo>
                  <a:pt x="267296" y="80518"/>
                </a:lnTo>
                <a:lnTo>
                  <a:pt x="263588" y="78663"/>
                </a:lnTo>
                <a:lnTo>
                  <a:pt x="258533" y="71247"/>
                </a:lnTo>
                <a:lnTo>
                  <a:pt x="257276" y="65951"/>
                </a:lnTo>
                <a:lnTo>
                  <a:pt x="257276" y="52158"/>
                </a:lnTo>
                <a:lnTo>
                  <a:pt x="258533" y="46863"/>
                </a:lnTo>
                <a:lnTo>
                  <a:pt x="263588" y="39484"/>
                </a:lnTo>
                <a:lnTo>
                  <a:pt x="267258" y="37630"/>
                </a:lnTo>
                <a:lnTo>
                  <a:pt x="275336" y="37630"/>
                </a:lnTo>
                <a:lnTo>
                  <a:pt x="287972" y="54457"/>
                </a:lnTo>
                <a:lnTo>
                  <a:pt x="287972" y="33020"/>
                </a:lnTo>
                <a:lnTo>
                  <a:pt x="271005" y="21653"/>
                </a:lnTo>
                <a:lnTo>
                  <a:pt x="261200" y="21653"/>
                </a:lnTo>
                <a:lnTo>
                  <a:pt x="256184" y="23126"/>
                </a:lnTo>
                <a:lnTo>
                  <a:pt x="247624" y="29019"/>
                </a:lnTo>
                <a:lnTo>
                  <a:pt x="244309" y="33286"/>
                </a:lnTo>
                <a:lnTo>
                  <a:pt x="239750" y="44157"/>
                </a:lnTo>
                <a:lnTo>
                  <a:pt x="239623" y="44450"/>
                </a:lnTo>
                <a:lnTo>
                  <a:pt x="238569" y="50558"/>
                </a:lnTo>
                <a:lnTo>
                  <a:pt x="238544" y="67487"/>
                </a:lnTo>
                <a:lnTo>
                  <a:pt x="239623" y="73710"/>
                </a:lnTo>
                <a:lnTo>
                  <a:pt x="244309" y="84861"/>
                </a:lnTo>
                <a:lnTo>
                  <a:pt x="247624" y="89128"/>
                </a:lnTo>
                <a:lnTo>
                  <a:pt x="256184" y="95034"/>
                </a:lnTo>
                <a:lnTo>
                  <a:pt x="261200" y="96507"/>
                </a:lnTo>
                <a:lnTo>
                  <a:pt x="271068" y="96507"/>
                </a:lnTo>
                <a:lnTo>
                  <a:pt x="288226" y="83807"/>
                </a:lnTo>
                <a:lnTo>
                  <a:pt x="288467" y="89128"/>
                </a:lnTo>
                <a:lnTo>
                  <a:pt x="288518" y="90474"/>
                </a:lnTo>
                <a:lnTo>
                  <a:pt x="288620" y="92583"/>
                </a:lnTo>
                <a:lnTo>
                  <a:pt x="288721" y="94894"/>
                </a:lnTo>
                <a:lnTo>
                  <a:pt x="306095" y="94894"/>
                </a:lnTo>
                <a:lnTo>
                  <a:pt x="306095" y="75895"/>
                </a:lnTo>
                <a:lnTo>
                  <a:pt x="306095" y="41059"/>
                </a:lnTo>
                <a:lnTo>
                  <a:pt x="306095" y="0"/>
                </a:lnTo>
                <a:close/>
              </a:path>
              <a:path w="627379" h="96520">
                <a:moveTo>
                  <a:pt x="388696" y="63995"/>
                </a:moveTo>
                <a:lnTo>
                  <a:pt x="369265" y="24307"/>
                </a:lnTo>
                <a:lnTo>
                  <a:pt x="369265" y="51650"/>
                </a:lnTo>
                <a:lnTo>
                  <a:pt x="340233" y="51650"/>
                </a:lnTo>
                <a:lnTo>
                  <a:pt x="340893" y="47053"/>
                </a:lnTo>
                <a:lnTo>
                  <a:pt x="342493" y="43586"/>
                </a:lnTo>
                <a:lnTo>
                  <a:pt x="347611" y="38823"/>
                </a:lnTo>
                <a:lnTo>
                  <a:pt x="350913" y="37630"/>
                </a:lnTo>
                <a:lnTo>
                  <a:pt x="358940" y="37630"/>
                </a:lnTo>
                <a:lnTo>
                  <a:pt x="369265" y="51650"/>
                </a:lnTo>
                <a:lnTo>
                  <a:pt x="369265" y="24307"/>
                </a:lnTo>
                <a:lnTo>
                  <a:pt x="367538" y="23228"/>
                </a:lnTo>
                <a:lnTo>
                  <a:pt x="361696" y="21653"/>
                </a:lnTo>
                <a:lnTo>
                  <a:pt x="348399" y="21653"/>
                </a:lnTo>
                <a:lnTo>
                  <a:pt x="321335" y="51650"/>
                </a:lnTo>
                <a:lnTo>
                  <a:pt x="321335" y="66675"/>
                </a:lnTo>
                <a:lnTo>
                  <a:pt x="348653" y="96507"/>
                </a:lnTo>
                <a:lnTo>
                  <a:pt x="363410" y="96507"/>
                </a:lnTo>
                <a:lnTo>
                  <a:pt x="370141" y="94462"/>
                </a:lnTo>
                <a:lnTo>
                  <a:pt x="380949" y="86296"/>
                </a:lnTo>
                <a:lnTo>
                  <a:pt x="384848" y="80518"/>
                </a:lnTo>
                <a:lnTo>
                  <a:pt x="387121" y="73406"/>
                </a:lnTo>
                <a:lnTo>
                  <a:pt x="387172" y="73279"/>
                </a:lnTo>
                <a:lnTo>
                  <a:pt x="387261" y="73012"/>
                </a:lnTo>
                <a:lnTo>
                  <a:pt x="369049" y="71755"/>
                </a:lnTo>
                <a:lnTo>
                  <a:pt x="368160" y="74409"/>
                </a:lnTo>
                <a:lnTo>
                  <a:pt x="366560" y="76530"/>
                </a:lnTo>
                <a:lnTo>
                  <a:pt x="361924" y="79717"/>
                </a:lnTo>
                <a:lnTo>
                  <a:pt x="359092" y="80518"/>
                </a:lnTo>
                <a:lnTo>
                  <a:pt x="351294" y="80518"/>
                </a:lnTo>
                <a:lnTo>
                  <a:pt x="347675" y="79095"/>
                </a:lnTo>
                <a:lnTo>
                  <a:pt x="342061" y="73406"/>
                </a:lnTo>
                <a:lnTo>
                  <a:pt x="340436" y="69329"/>
                </a:lnTo>
                <a:lnTo>
                  <a:pt x="339991" y="63995"/>
                </a:lnTo>
                <a:lnTo>
                  <a:pt x="388696" y="63995"/>
                </a:lnTo>
                <a:close/>
              </a:path>
              <a:path w="627379" h="96520">
                <a:moveTo>
                  <a:pt x="469163" y="51460"/>
                </a:moveTo>
                <a:lnTo>
                  <a:pt x="450342" y="24638"/>
                </a:lnTo>
                <a:lnTo>
                  <a:pt x="450342" y="52146"/>
                </a:lnTo>
                <a:lnTo>
                  <a:pt x="450342" y="65925"/>
                </a:lnTo>
                <a:lnTo>
                  <a:pt x="449033" y="71234"/>
                </a:lnTo>
                <a:lnTo>
                  <a:pt x="443801" y="78663"/>
                </a:lnTo>
                <a:lnTo>
                  <a:pt x="440067" y="80518"/>
                </a:lnTo>
                <a:lnTo>
                  <a:pt x="430364" y="80518"/>
                </a:lnTo>
                <a:lnTo>
                  <a:pt x="426631" y="78663"/>
                </a:lnTo>
                <a:lnTo>
                  <a:pt x="421386" y="71234"/>
                </a:lnTo>
                <a:lnTo>
                  <a:pt x="420077" y="65925"/>
                </a:lnTo>
                <a:lnTo>
                  <a:pt x="420077" y="52146"/>
                </a:lnTo>
                <a:lnTo>
                  <a:pt x="421386" y="46863"/>
                </a:lnTo>
                <a:lnTo>
                  <a:pt x="426631" y="39484"/>
                </a:lnTo>
                <a:lnTo>
                  <a:pt x="430364" y="37630"/>
                </a:lnTo>
                <a:lnTo>
                  <a:pt x="440067" y="37630"/>
                </a:lnTo>
                <a:lnTo>
                  <a:pt x="443801" y="39484"/>
                </a:lnTo>
                <a:lnTo>
                  <a:pt x="449033" y="46863"/>
                </a:lnTo>
                <a:lnTo>
                  <a:pt x="450342" y="52146"/>
                </a:lnTo>
                <a:lnTo>
                  <a:pt x="450342" y="24638"/>
                </a:lnTo>
                <a:lnTo>
                  <a:pt x="447916" y="23177"/>
                </a:lnTo>
                <a:lnTo>
                  <a:pt x="441985" y="21653"/>
                </a:lnTo>
                <a:lnTo>
                  <a:pt x="428447" y="21653"/>
                </a:lnTo>
                <a:lnTo>
                  <a:pt x="401256" y="51460"/>
                </a:lnTo>
                <a:lnTo>
                  <a:pt x="401256" y="66675"/>
                </a:lnTo>
                <a:lnTo>
                  <a:pt x="428447" y="96507"/>
                </a:lnTo>
                <a:lnTo>
                  <a:pt x="441985" y="96507"/>
                </a:lnTo>
                <a:lnTo>
                  <a:pt x="447916" y="94970"/>
                </a:lnTo>
                <a:lnTo>
                  <a:pt x="458114" y="88861"/>
                </a:lnTo>
                <a:lnTo>
                  <a:pt x="462076" y="84518"/>
                </a:lnTo>
                <a:lnTo>
                  <a:pt x="464096" y="80518"/>
                </a:lnTo>
                <a:lnTo>
                  <a:pt x="467753" y="73279"/>
                </a:lnTo>
                <a:lnTo>
                  <a:pt x="469163" y="66675"/>
                </a:lnTo>
                <a:lnTo>
                  <a:pt x="469163" y="51460"/>
                </a:lnTo>
                <a:close/>
              </a:path>
              <a:path w="627379" h="96520">
                <a:moveTo>
                  <a:pt x="546963" y="0"/>
                </a:moveTo>
                <a:lnTo>
                  <a:pt x="515899" y="0"/>
                </a:lnTo>
                <a:lnTo>
                  <a:pt x="510489" y="1739"/>
                </a:lnTo>
                <a:lnTo>
                  <a:pt x="503605" y="8686"/>
                </a:lnTo>
                <a:lnTo>
                  <a:pt x="501891" y="14046"/>
                </a:lnTo>
                <a:lnTo>
                  <a:pt x="501891" y="23253"/>
                </a:lnTo>
                <a:lnTo>
                  <a:pt x="483870" y="23253"/>
                </a:lnTo>
                <a:lnTo>
                  <a:pt x="483870" y="37630"/>
                </a:lnTo>
                <a:lnTo>
                  <a:pt x="501891" y="37630"/>
                </a:lnTo>
                <a:lnTo>
                  <a:pt x="501891" y="94894"/>
                </a:lnTo>
                <a:lnTo>
                  <a:pt x="520014" y="94894"/>
                </a:lnTo>
                <a:lnTo>
                  <a:pt x="520014" y="37630"/>
                </a:lnTo>
                <a:lnTo>
                  <a:pt x="546430" y="37630"/>
                </a:lnTo>
                <a:lnTo>
                  <a:pt x="546430" y="23253"/>
                </a:lnTo>
                <a:lnTo>
                  <a:pt x="520014" y="23253"/>
                </a:lnTo>
                <a:lnTo>
                  <a:pt x="520014" y="19138"/>
                </a:lnTo>
                <a:lnTo>
                  <a:pt x="520598" y="17386"/>
                </a:lnTo>
                <a:lnTo>
                  <a:pt x="522947" y="14973"/>
                </a:lnTo>
                <a:lnTo>
                  <a:pt x="524840" y="14376"/>
                </a:lnTo>
                <a:lnTo>
                  <a:pt x="546963" y="14376"/>
                </a:lnTo>
                <a:lnTo>
                  <a:pt x="546963" y="0"/>
                </a:lnTo>
                <a:close/>
              </a:path>
              <a:path w="627379" h="96520">
                <a:moveTo>
                  <a:pt x="627164" y="0"/>
                </a:moveTo>
                <a:lnTo>
                  <a:pt x="596099" y="0"/>
                </a:lnTo>
                <a:lnTo>
                  <a:pt x="590689" y="1739"/>
                </a:lnTo>
                <a:lnTo>
                  <a:pt x="583806" y="8686"/>
                </a:lnTo>
                <a:lnTo>
                  <a:pt x="582091" y="14046"/>
                </a:lnTo>
                <a:lnTo>
                  <a:pt x="582091" y="23253"/>
                </a:lnTo>
                <a:lnTo>
                  <a:pt x="564070" y="23253"/>
                </a:lnTo>
                <a:lnTo>
                  <a:pt x="564070" y="37630"/>
                </a:lnTo>
                <a:lnTo>
                  <a:pt x="582091" y="37630"/>
                </a:lnTo>
                <a:lnTo>
                  <a:pt x="582091" y="94894"/>
                </a:lnTo>
                <a:lnTo>
                  <a:pt x="600214" y="94894"/>
                </a:lnTo>
                <a:lnTo>
                  <a:pt x="600214" y="37630"/>
                </a:lnTo>
                <a:lnTo>
                  <a:pt x="626618" y="37630"/>
                </a:lnTo>
                <a:lnTo>
                  <a:pt x="626618" y="23253"/>
                </a:lnTo>
                <a:lnTo>
                  <a:pt x="600214" y="23253"/>
                </a:lnTo>
                <a:lnTo>
                  <a:pt x="600214" y="19138"/>
                </a:lnTo>
                <a:lnTo>
                  <a:pt x="600798" y="17386"/>
                </a:lnTo>
                <a:lnTo>
                  <a:pt x="603148" y="14973"/>
                </a:lnTo>
                <a:lnTo>
                  <a:pt x="605040" y="14376"/>
                </a:lnTo>
                <a:lnTo>
                  <a:pt x="627164" y="14376"/>
                </a:lnTo>
                <a:lnTo>
                  <a:pt x="627164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08012" y="4996548"/>
            <a:ext cx="721360" cy="82550"/>
          </a:xfrm>
          <a:custGeom>
            <a:avLst/>
            <a:gdLst/>
            <a:ahLst/>
            <a:cxnLst/>
            <a:rect l="l" t="t" r="r" b="b"/>
            <a:pathLst>
              <a:path w="721360" h="82550">
                <a:moveTo>
                  <a:pt x="54813" y="1054"/>
                </a:moveTo>
                <a:lnTo>
                  <a:pt x="38950" y="1054"/>
                </a:lnTo>
                <a:lnTo>
                  <a:pt x="38950" y="58585"/>
                </a:lnTo>
                <a:lnTo>
                  <a:pt x="37960" y="61976"/>
                </a:lnTo>
                <a:lnTo>
                  <a:pt x="34010" y="66751"/>
                </a:lnTo>
                <a:lnTo>
                  <a:pt x="31153" y="67957"/>
                </a:lnTo>
                <a:lnTo>
                  <a:pt x="23660" y="67957"/>
                </a:lnTo>
                <a:lnTo>
                  <a:pt x="20802" y="66751"/>
                </a:lnTo>
                <a:lnTo>
                  <a:pt x="16852" y="61976"/>
                </a:lnTo>
                <a:lnTo>
                  <a:pt x="15862" y="58585"/>
                </a:lnTo>
                <a:lnTo>
                  <a:pt x="15862" y="1054"/>
                </a:lnTo>
                <a:lnTo>
                  <a:pt x="0" y="1054"/>
                </a:lnTo>
                <a:lnTo>
                  <a:pt x="0" y="62268"/>
                </a:lnTo>
                <a:lnTo>
                  <a:pt x="2400" y="69469"/>
                </a:lnTo>
                <a:lnTo>
                  <a:pt x="12001" y="79489"/>
                </a:lnTo>
                <a:lnTo>
                  <a:pt x="18732" y="81991"/>
                </a:lnTo>
                <a:lnTo>
                  <a:pt x="27406" y="81991"/>
                </a:lnTo>
                <a:lnTo>
                  <a:pt x="36080" y="81991"/>
                </a:lnTo>
                <a:lnTo>
                  <a:pt x="42811" y="79489"/>
                </a:lnTo>
                <a:lnTo>
                  <a:pt x="52412" y="69469"/>
                </a:lnTo>
                <a:lnTo>
                  <a:pt x="54813" y="62268"/>
                </a:lnTo>
                <a:lnTo>
                  <a:pt x="54813" y="1054"/>
                </a:lnTo>
                <a:close/>
              </a:path>
              <a:path w="721360" h="82550">
                <a:moveTo>
                  <a:pt x="82880" y="20497"/>
                </a:moveTo>
                <a:lnTo>
                  <a:pt x="65722" y="20497"/>
                </a:lnTo>
                <a:lnTo>
                  <a:pt x="65722" y="32486"/>
                </a:lnTo>
                <a:lnTo>
                  <a:pt x="82880" y="32486"/>
                </a:lnTo>
                <a:lnTo>
                  <a:pt x="82880" y="20497"/>
                </a:lnTo>
                <a:close/>
              </a:path>
              <a:path w="721360" h="82550">
                <a:moveTo>
                  <a:pt x="120078" y="20497"/>
                </a:moveTo>
                <a:lnTo>
                  <a:pt x="97980" y="20497"/>
                </a:lnTo>
                <a:lnTo>
                  <a:pt x="97980" y="6489"/>
                </a:lnTo>
                <a:lnTo>
                  <a:pt x="82880" y="6489"/>
                </a:lnTo>
                <a:lnTo>
                  <a:pt x="82994" y="68224"/>
                </a:lnTo>
                <a:lnTo>
                  <a:pt x="84455" y="72580"/>
                </a:lnTo>
                <a:lnTo>
                  <a:pt x="90766" y="78676"/>
                </a:lnTo>
                <a:lnTo>
                  <a:pt x="95694" y="80200"/>
                </a:lnTo>
                <a:lnTo>
                  <a:pt x="120078" y="80200"/>
                </a:lnTo>
                <a:lnTo>
                  <a:pt x="120078" y="68224"/>
                </a:lnTo>
                <a:lnTo>
                  <a:pt x="103314" y="68224"/>
                </a:lnTo>
                <a:lnTo>
                  <a:pt x="101307" y="67551"/>
                </a:lnTo>
                <a:lnTo>
                  <a:pt x="98653" y="64858"/>
                </a:lnTo>
                <a:lnTo>
                  <a:pt x="97980" y="62814"/>
                </a:lnTo>
                <a:lnTo>
                  <a:pt x="97980" y="32486"/>
                </a:lnTo>
                <a:lnTo>
                  <a:pt x="120078" y="32486"/>
                </a:lnTo>
                <a:lnTo>
                  <a:pt x="120078" y="20497"/>
                </a:lnTo>
                <a:close/>
              </a:path>
              <a:path w="721360" h="82550">
                <a:moveTo>
                  <a:pt x="172326" y="0"/>
                </a:moveTo>
                <a:lnTo>
                  <a:pt x="156946" y="0"/>
                </a:lnTo>
                <a:lnTo>
                  <a:pt x="156946" y="13144"/>
                </a:lnTo>
                <a:lnTo>
                  <a:pt x="172326" y="13144"/>
                </a:lnTo>
                <a:lnTo>
                  <a:pt x="172326" y="0"/>
                </a:lnTo>
                <a:close/>
              </a:path>
              <a:path w="721360" h="82550">
                <a:moveTo>
                  <a:pt x="191376" y="68173"/>
                </a:moveTo>
                <a:lnTo>
                  <a:pt x="172542" y="68173"/>
                </a:lnTo>
                <a:lnTo>
                  <a:pt x="172542" y="32524"/>
                </a:lnTo>
                <a:lnTo>
                  <a:pt x="172542" y="26073"/>
                </a:lnTo>
                <a:lnTo>
                  <a:pt x="172542" y="20497"/>
                </a:lnTo>
                <a:lnTo>
                  <a:pt x="136347" y="20497"/>
                </a:lnTo>
                <a:lnTo>
                  <a:pt x="136347" y="32524"/>
                </a:lnTo>
                <a:lnTo>
                  <a:pt x="157403" y="32524"/>
                </a:lnTo>
                <a:lnTo>
                  <a:pt x="157403" y="68173"/>
                </a:lnTo>
                <a:lnTo>
                  <a:pt x="135229" y="68173"/>
                </a:lnTo>
                <a:lnTo>
                  <a:pt x="135229" y="80200"/>
                </a:lnTo>
                <a:lnTo>
                  <a:pt x="191376" y="80200"/>
                </a:lnTo>
                <a:lnTo>
                  <a:pt x="191376" y="68173"/>
                </a:lnTo>
                <a:close/>
              </a:path>
              <a:path w="721360" h="82550">
                <a:moveTo>
                  <a:pt x="255981" y="68224"/>
                </a:moveTo>
                <a:lnTo>
                  <a:pt x="236994" y="68224"/>
                </a:lnTo>
                <a:lnTo>
                  <a:pt x="236994" y="76200"/>
                </a:lnTo>
                <a:lnTo>
                  <a:pt x="236893" y="13690"/>
                </a:lnTo>
                <a:lnTo>
                  <a:pt x="235381" y="9194"/>
                </a:lnTo>
                <a:lnTo>
                  <a:pt x="228917" y="2730"/>
                </a:lnTo>
                <a:lnTo>
                  <a:pt x="224104" y="1117"/>
                </a:lnTo>
                <a:lnTo>
                  <a:pt x="202069" y="1117"/>
                </a:lnTo>
                <a:lnTo>
                  <a:pt x="202069" y="13106"/>
                </a:lnTo>
                <a:lnTo>
                  <a:pt x="217233" y="13106"/>
                </a:lnTo>
                <a:lnTo>
                  <a:pt x="218935" y="13690"/>
                </a:lnTo>
                <a:lnTo>
                  <a:pt x="221297" y="16052"/>
                </a:lnTo>
                <a:lnTo>
                  <a:pt x="221894" y="17767"/>
                </a:lnTo>
                <a:lnTo>
                  <a:pt x="221894" y="68224"/>
                </a:lnTo>
                <a:lnTo>
                  <a:pt x="199834" y="68224"/>
                </a:lnTo>
                <a:lnTo>
                  <a:pt x="199834" y="80200"/>
                </a:lnTo>
                <a:lnTo>
                  <a:pt x="255981" y="80200"/>
                </a:lnTo>
                <a:lnTo>
                  <a:pt x="255981" y="76200"/>
                </a:lnTo>
                <a:lnTo>
                  <a:pt x="255981" y="68224"/>
                </a:lnTo>
                <a:close/>
              </a:path>
              <a:path w="721360" h="82550">
                <a:moveTo>
                  <a:pt x="305993" y="0"/>
                </a:moveTo>
                <a:lnTo>
                  <a:pt x="290614" y="0"/>
                </a:lnTo>
                <a:lnTo>
                  <a:pt x="290614" y="13144"/>
                </a:lnTo>
                <a:lnTo>
                  <a:pt x="305993" y="13144"/>
                </a:lnTo>
                <a:lnTo>
                  <a:pt x="305993" y="0"/>
                </a:lnTo>
                <a:close/>
              </a:path>
              <a:path w="721360" h="82550">
                <a:moveTo>
                  <a:pt x="325043" y="68173"/>
                </a:moveTo>
                <a:lnTo>
                  <a:pt x="306209" y="68173"/>
                </a:lnTo>
                <a:lnTo>
                  <a:pt x="306209" y="32524"/>
                </a:lnTo>
                <a:lnTo>
                  <a:pt x="306209" y="26073"/>
                </a:lnTo>
                <a:lnTo>
                  <a:pt x="306209" y="20497"/>
                </a:lnTo>
                <a:lnTo>
                  <a:pt x="270014" y="20497"/>
                </a:lnTo>
                <a:lnTo>
                  <a:pt x="270014" y="32524"/>
                </a:lnTo>
                <a:lnTo>
                  <a:pt x="291058" y="32524"/>
                </a:lnTo>
                <a:lnTo>
                  <a:pt x="291058" y="68173"/>
                </a:lnTo>
                <a:lnTo>
                  <a:pt x="268897" y="68173"/>
                </a:lnTo>
                <a:lnTo>
                  <a:pt x="268897" y="80200"/>
                </a:lnTo>
                <a:lnTo>
                  <a:pt x="325043" y="80200"/>
                </a:lnTo>
                <a:lnTo>
                  <a:pt x="325043" y="68173"/>
                </a:lnTo>
                <a:close/>
              </a:path>
              <a:path w="721360" h="82550">
                <a:moveTo>
                  <a:pt x="387324" y="68224"/>
                </a:moveTo>
                <a:lnTo>
                  <a:pt x="353288" y="68224"/>
                </a:lnTo>
                <a:lnTo>
                  <a:pt x="386295" y="33464"/>
                </a:lnTo>
                <a:lnTo>
                  <a:pt x="386295" y="20497"/>
                </a:lnTo>
                <a:lnTo>
                  <a:pt x="336931" y="20497"/>
                </a:lnTo>
                <a:lnTo>
                  <a:pt x="336931" y="32486"/>
                </a:lnTo>
                <a:lnTo>
                  <a:pt x="368833" y="32486"/>
                </a:lnTo>
                <a:lnTo>
                  <a:pt x="335813" y="67233"/>
                </a:lnTo>
                <a:lnTo>
                  <a:pt x="335813" y="80200"/>
                </a:lnTo>
                <a:lnTo>
                  <a:pt x="387324" y="80200"/>
                </a:lnTo>
                <a:lnTo>
                  <a:pt x="387324" y="68224"/>
                </a:lnTo>
                <a:close/>
              </a:path>
              <a:path w="721360" h="82550">
                <a:moveTo>
                  <a:pt x="456920" y="68884"/>
                </a:moveTo>
                <a:lnTo>
                  <a:pt x="453466" y="68884"/>
                </a:lnTo>
                <a:lnTo>
                  <a:pt x="452678" y="68605"/>
                </a:lnTo>
                <a:lnTo>
                  <a:pt x="451586" y="67475"/>
                </a:lnTo>
                <a:lnTo>
                  <a:pt x="451523" y="67233"/>
                </a:lnTo>
                <a:lnTo>
                  <a:pt x="451307" y="66433"/>
                </a:lnTo>
                <a:lnTo>
                  <a:pt x="451307" y="53695"/>
                </a:lnTo>
                <a:lnTo>
                  <a:pt x="451307" y="36080"/>
                </a:lnTo>
                <a:lnTo>
                  <a:pt x="449707" y="31280"/>
                </a:lnTo>
                <a:lnTo>
                  <a:pt x="449287" y="30010"/>
                </a:lnTo>
                <a:lnTo>
                  <a:pt x="441185" y="21336"/>
                </a:lnTo>
                <a:lnTo>
                  <a:pt x="434860" y="19164"/>
                </a:lnTo>
                <a:lnTo>
                  <a:pt x="419404" y="19164"/>
                </a:lnTo>
                <a:lnTo>
                  <a:pt x="413715" y="20929"/>
                </a:lnTo>
                <a:lnTo>
                  <a:pt x="404710" y="28016"/>
                </a:lnTo>
                <a:lnTo>
                  <a:pt x="401891" y="32702"/>
                </a:lnTo>
                <a:lnTo>
                  <a:pt x="400786" y="38544"/>
                </a:lnTo>
                <a:lnTo>
                  <a:pt x="416369" y="39395"/>
                </a:lnTo>
                <a:lnTo>
                  <a:pt x="416864" y="36995"/>
                </a:lnTo>
                <a:lnTo>
                  <a:pt x="417931" y="35052"/>
                </a:lnTo>
                <a:lnTo>
                  <a:pt x="421195" y="32042"/>
                </a:lnTo>
                <a:lnTo>
                  <a:pt x="423519" y="31280"/>
                </a:lnTo>
                <a:lnTo>
                  <a:pt x="429971" y="31280"/>
                </a:lnTo>
                <a:lnTo>
                  <a:pt x="432435" y="32296"/>
                </a:lnTo>
                <a:lnTo>
                  <a:pt x="435444" y="36347"/>
                </a:lnTo>
                <a:lnTo>
                  <a:pt x="436206" y="39243"/>
                </a:lnTo>
                <a:lnTo>
                  <a:pt x="436206" y="43002"/>
                </a:lnTo>
                <a:lnTo>
                  <a:pt x="436206" y="53695"/>
                </a:lnTo>
                <a:lnTo>
                  <a:pt x="436130" y="60299"/>
                </a:lnTo>
                <a:lnTo>
                  <a:pt x="435775" y="61887"/>
                </a:lnTo>
                <a:lnTo>
                  <a:pt x="435686" y="62293"/>
                </a:lnTo>
                <a:lnTo>
                  <a:pt x="433641" y="66192"/>
                </a:lnTo>
                <a:lnTo>
                  <a:pt x="432142" y="67678"/>
                </a:lnTo>
                <a:lnTo>
                  <a:pt x="428231" y="69710"/>
                </a:lnTo>
                <a:lnTo>
                  <a:pt x="425843" y="70231"/>
                </a:lnTo>
                <a:lnTo>
                  <a:pt x="420636" y="70231"/>
                </a:lnTo>
                <a:lnTo>
                  <a:pt x="415620" y="65887"/>
                </a:lnTo>
                <a:lnTo>
                  <a:pt x="415620" y="61887"/>
                </a:lnTo>
                <a:lnTo>
                  <a:pt x="416166" y="60299"/>
                </a:lnTo>
                <a:lnTo>
                  <a:pt x="418350" y="58013"/>
                </a:lnTo>
                <a:lnTo>
                  <a:pt x="420255" y="57150"/>
                </a:lnTo>
                <a:lnTo>
                  <a:pt x="422973" y="56591"/>
                </a:lnTo>
                <a:lnTo>
                  <a:pt x="436206" y="53695"/>
                </a:lnTo>
                <a:lnTo>
                  <a:pt x="436206" y="43002"/>
                </a:lnTo>
                <a:lnTo>
                  <a:pt x="412584" y="48094"/>
                </a:lnTo>
                <a:lnTo>
                  <a:pt x="408139" y="50101"/>
                </a:lnTo>
                <a:lnTo>
                  <a:pt x="401688" y="55714"/>
                </a:lnTo>
                <a:lnTo>
                  <a:pt x="400062" y="59651"/>
                </a:lnTo>
                <a:lnTo>
                  <a:pt x="400189" y="68605"/>
                </a:lnTo>
                <a:lnTo>
                  <a:pt x="400951" y="71221"/>
                </a:lnTo>
                <a:lnTo>
                  <a:pt x="404507" y="76263"/>
                </a:lnTo>
                <a:lnTo>
                  <a:pt x="406895" y="78193"/>
                </a:lnTo>
                <a:lnTo>
                  <a:pt x="413042" y="80924"/>
                </a:lnTo>
                <a:lnTo>
                  <a:pt x="413169" y="80924"/>
                </a:lnTo>
                <a:lnTo>
                  <a:pt x="416267" y="81546"/>
                </a:lnTo>
                <a:lnTo>
                  <a:pt x="423532" y="81546"/>
                </a:lnTo>
                <a:lnTo>
                  <a:pt x="426694" y="80924"/>
                </a:lnTo>
                <a:lnTo>
                  <a:pt x="437883" y="71805"/>
                </a:lnTo>
                <a:lnTo>
                  <a:pt x="438023" y="72377"/>
                </a:lnTo>
                <a:lnTo>
                  <a:pt x="438061" y="72529"/>
                </a:lnTo>
                <a:lnTo>
                  <a:pt x="440245" y="76568"/>
                </a:lnTo>
                <a:lnTo>
                  <a:pt x="442036" y="78193"/>
                </a:lnTo>
                <a:lnTo>
                  <a:pt x="446201" y="80276"/>
                </a:lnTo>
                <a:lnTo>
                  <a:pt x="446493" y="80276"/>
                </a:lnTo>
                <a:lnTo>
                  <a:pt x="448513" y="80695"/>
                </a:lnTo>
                <a:lnTo>
                  <a:pt x="453186" y="80695"/>
                </a:lnTo>
                <a:lnTo>
                  <a:pt x="456476" y="80276"/>
                </a:lnTo>
                <a:lnTo>
                  <a:pt x="456920" y="80276"/>
                </a:lnTo>
                <a:lnTo>
                  <a:pt x="456920" y="68884"/>
                </a:lnTo>
                <a:close/>
              </a:path>
              <a:path w="721360" h="82550">
                <a:moveTo>
                  <a:pt x="483882" y="20497"/>
                </a:moveTo>
                <a:lnTo>
                  <a:pt x="466725" y="20497"/>
                </a:lnTo>
                <a:lnTo>
                  <a:pt x="466725" y="32486"/>
                </a:lnTo>
                <a:lnTo>
                  <a:pt x="483882" y="32486"/>
                </a:lnTo>
                <a:lnTo>
                  <a:pt x="483882" y="20497"/>
                </a:lnTo>
                <a:close/>
              </a:path>
              <a:path w="721360" h="82550">
                <a:moveTo>
                  <a:pt x="521081" y="20497"/>
                </a:moveTo>
                <a:lnTo>
                  <a:pt x="498983" y="20497"/>
                </a:lnTo>
                <a:lnTo>
                  <a:pt x="498983" y="6489"/>
                </a:lnTo>
                <a:lnTo>
                  <a:pt x="483882" y="6489"/>
                </a:lnTo>
                <a:lnTo>
                  <a:pt x="483997" y="68224"/>
                </a:lnTo>
                <a:lnTo>
                  <a:pt x="485457" y="72580"/>
                </a:lnTo>
                <a:lnTo>
                  <a:pt x="491769" y="78676"/>
                </a:lnTo>
                <a:lnTo>
                  <a:pt x="496697" y="80200"/>
                </a:lnTo>
                <a:lnTo>
                  <a:pt x="521081" y="80200"/>
                </a:lnTo>
                <a:lnTo>
                  <a:pt x="521081" y="68224"/>
                </a:lnTo>
                <a:lnTo>
                  <a:pt x="504317" y="68224"/>
                </a:lnTo>
                <a:lnTo>
                  <a:pt x="502310" y="67551"/>
                </a:lnTo>
                <a:lnTo>
                  <a:pt x="499643" y="64858"/>
                </a:lnTo>
                <a:lnTo>
                  <a:pt x="498983" y="62814"/>
                </a:lnTo>
                <a:lnTo>
                  <a:pt x="498983" y="32486"/>
                </a:lnTo>
                <a:lnTo>
                  <a:pt x="521081" y="32486"/>
                </a:lnTo>
                <a:lnTo>
                  <a:pt x="521081" y="20497"/>
                </a:lnTo>
                <a:close/>
              </a:path>
              <a:path w="721360" h="82550">
                <a:moveTo>
                  <a:pt x="573328" y="0"/>
                </a:moveTo>
                <a:lnTo>
                  <a:pt x="557949" y="0"/>
                </a:lnTo>
                <a:lnTo>
                  <a:pt x="557949" y="13144"/>
                </a:lnTo>
                <a:lnTo>
                  <a:pt x="573328" y="13144"/>
                </a:lnTo>
                <a:lnTo>
                  <a:pt x="573328" y="0"/>
                </a:lnTo>
                <a:close/>
              </a:path>
              <a:path w="721360" h="82550">
                <a:moveTo>
                  <a:pt x="592366" y="68173"/>
                </a:moveTo>
                <a:lnTo>
                  <a:pt x="573544" y="68173"/>
                </a:lnTo>
                <a:lnTo>
                  <a:pt x="573544" y="32524"/>
                </a:lnTo>
                <a:lnTo>
                  <a:pt x="573544" y="26073"/>
                </a:lnTo>
                <a:lnTo>
                  <a:pt x="573544" y="20497"/>
                </a:lnTo>
                <a:lnTo>
                  <a:pt x="537349" y="20497"/>
                </a:lnTo>
                <a:lnTo>
                  <a:pt x="537349" y="32524"/>
                </a:lnTo>
                <a:lnTo>
                  <a:pt x="558393" y="32524"/>
                </a:lnTo>
                <a:lnTo>
                  <a:pt x="558393" y="68173"/>
                </a:lnTo>
                <a:lnTo>
                  <a:pt x="536232" y="68173"/>
                </a:lnTo>
                <a:lnTo>
                  <a:pt x="536232" y="80200"/>
                </a:lnTo>
                <a:lnTo>
                  <a:pt x="592366" y="80200"/>
                </a:lnTo>
                <a:lnTo>
                  <a:pt x="592366" y="68173"/>
                </a:lnTo>
                <a:close/>
              </a:path>
              <a:path w="721360" h="82550">
                <a:moveTo>
                  <a:pt x="657199" y="44005"/>
                </a:moveTo>
                <a:lnTo>
                  <a:pt x="641515" y="21653"/>
                </a:lnTo>
                <a:lnTo>
                  <a:pt x="641515" y="44577"/>
                </a:lnTo>
                <a:lnTo>
                  <a:pt x="641515" y="56057"/>
                </a:lnTo>
                <a:lnTo>
                  <a:pt x="640422" y="60477"/>
                </a:lnTo>
                <a:lnTo>
                  <a:pt x="636054" y="66675"/>
                </a:lnTo>
                <a:lnTo>
                  <a:pt x="632942" y="68224"/>
                </a:lnTo>
                <a:lnTo>
                  <a:pt x="624865" y="68224"/>
                </a:lnTo>
                <a:lnTo>
                  <a:pt x="621753" y="66675"/>
                </a:lnTo>
                <a:lnTo>
                  <a:pt x="617385" y="60477"/>
                </a:lnTo>
                <a:lnTo>
                  <a:pt x="616292" y="56057"/>
                </a:lnTo>
                <a:lnTo>
                  <a:pt x="616292" y="44577"/>
                </a:lnTo>
                <a:lnTo>
                  <a:pt x="617385" y="40170"/>
                </a:lnTo>
                <a:lnTo>
                  <a:pt x="621753" y="34023"/>
                </a:lnTo>
                <a:lnTo>
                  <a:pt x="624865" y="32486"/>
                </a:lnTo>
                <a:lnTo>
                  <a:pt x="632942" y="32486"/>
                </a:lnTo>
                <a:lnTo>
                  <a:pt x="636054" y="34023"/>
                </a:lnTo>
                <a:lnTo>
                  <a:pt x="640422" y="40170"/>
                </a:lnTo>
                <a:lnTo>
                  <a:pt x="641515" y="44577"/>
                </a:lnTo>
                <a:lnTo>
                  <a:pt x="641515" y="21653"/>
                </a:lnTo>
                <a:lnTo>
                  <a:pt x="639495" y="20434"/>
                </a:lnTo>
                <a:lnTo>
                  <a:pt x="634542" y="19164"/>
                </a:lnTo>
                <a:lnTo>
                  <a:pt x="623265" y="19164"/>
                </a:lnTo>
                <a:lnTo>
                  <a:pt x="600608" y="44005"/>
                </a:lnTo>
                <a:lnTo>
                  <a:pt x="600608" y="56680"/>
                </a:lnTo>
                <a:lnTo>
                  <a:pt x="623265" y="81546"/>
                </a:lnTo>
                <a:lnTo>
                  <a:pt x="634542" y="81546"/>
                </a:lnTo>
                <a:lnTo>
                  <a:pt x="639495" y="80264"/>
                </a:lnTo>
                <a:lnTo>
                  <a:pt x="647992" y="75171"/>
                </a:lnTo>
                <a:lnTo>
                  <a:pt x="651294" y="71551"/>
                </a:lnTo>
                <a:lnTo>
                  <a:pt x="652970" y="68224"/>
                </a:lnTo>
                <a:lnTo>
                  <a:pt x="656018" y="62191"/>
                </a:lnTo>
                <a:lnTo>
                  <a:pt x="657199" y="56680"/>
                </a:lnTo>
                <a:lnTo>
                  <a:pt x="657199" y="44005"/>
                </a:lnTo>
                <a:close/>
              </a:path>
              <a:path w="721360" h="82550">
                <a:moveTo>
                  <a:pt x="721131" y="80200"/>
                </a:moveTo>
                <a:lnTo>
                  <a:pt x="721067" y="36804"/>
                </a:lnTo>
                <a:lnTo>
                  <a:pt x="720471" y="33299"/>
                </a:lnTo>
                <a:lnTo>
                  <a:pt x="720128" y="32461"/>
                </a:lnTo>
                <a:lnTo>
                  <a:pt x="720051" y="32245"/>
                </a:lnTo>
                <a:lnTo>
                  <a:pt x="719924" y="31953"/>
                </a:lnTo>
                <a:lnTo>
                  <a:pt x="717791" y="26593"/>
                </a:lnTo>
                <a:lnTo>
                  <a:pt x="715822" y="24028"/>
                </a:lnTo>
                <a:lnTo>
                  <a:pt x="713232" y="22174"/>
                </a:lnTo>
                <a:lnTo>
                  <a:pt x="710336" y="20116"/>
                </a:lnTo>
                <a:lnTo>
                  <a:pt x="706818" y="19164"/>
                </a:lnTo>
                <a:lnTo>
                  <a:pt x="699249" y="19164"/>
                </a:lnTo>
                <a:lnTo>
                  <a:pt x="684415" y="30619"/>
                </a:lnTo>
                <a:lnTo>
                  <a:pt x="684301" y="26593"/>
                </a:lnTo>
                <a:lnTo>
                  <a:pt x="684174" y="22174"/>
                </a:lnTo>
                <a:lnTo>
                  <a:pt x="684136" y="20497"/>
                </a:lnTo>
                <a:lnTo>
                  <a:pt x="670344" y="20497"/>
                </a:lnTo>
                <a:lnTo>
                  <a:pt x="670344" y="80200"/>
                </a:lnTo>
                <a:lnTo>
                  <a:pt x="685444" y="80200"/>
                </a:lnTo>
                <a:lnTo>
                  <a:pt x="685444" y="42608"/>
                </a:lnTo>
                <a:lnTo>
                  <a:pt x="685888" y="40487"/>
                </a:lnTo>
                <a:lnTo>
                  <a:pt x="685965" y="40093"/>
                </a:lnTo>
                <a:lnTo>
                  <a:pt x="687679" y="36804"/>
                </a:lnTo>
                <a:lnTo>
                  <a:pt x="688022" y="36144"/>
                </a:lnTo>
                <a:lnTo>
                  <a:pt x="689444" y="34531"/>
                </a:lnTo>
                <a:lnTo>
                  <a:pt x="692873" y="32461"/>
                </a:lnTo>
                <a:lnTo>
                  <a:pt x="694766" y="31953"/>
                </a:lnTo>
                <a:lnTo>
                  <a:pt x="699909" y="31953"/>
                </a:lnTo>
                <a:lnTo>
                  <a:pt x="702208" y="33007"/>
                </a:lnTo>
                <a:lnTo>
                  <a:pt x="705269" y="37211"/>
                </a:lnTo>
                <a:lnTo>
                  <a:pt x="705942" y="40093"/>
                </a:lnTo>
                <a:lnTo>
                  <a:pt x="706031" y="80200"/>
                </a:lnTo>
                <a:lnTo>
                  <a:pt x="721131" y="8020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9" name="object 189"/>
          <p:cNvGrpSpPr/>
          <p:nvPr/>
        </p:nvGrpSpPr>
        <p:grpSpPr>
          <a:xfrm>
            <a:off x="1610866" y="4995877"/>
            <a:ext cx="302895" cy="83185"/>
            <a:chOff x="1610866" y="4995877"/>
            <a:chExt cx="302895" cy="83185"/>
          </a:xfrm>
        </p:grpSpPr>
        <p:pic>
          <p:nvPicPr>
            <p:cNvPr id="190" name="object 190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610866" y="4995877"/>
              <a:ext cx="253342" cy="82651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1895955" y="5019159"/>
              <a:ext cx="17780" cy="57785"/>
            </a:xfrm>
            <a:custGeom>
              <a:avLst/>
              <a:gdLst/>
              <a:ahLst/>
              <a:cxnLst/>
              <a:rect l="l" t="t" r="r" b="b"/>
              <a:pathLst>
                <a:path w="17780" h="57785">
                  <a:moveTo>
                    <a:pt x="17599" y="40768"/>
                  </a:moveTo>
                  <a:lnTo>
                    <a:pt x="0" y="40768"/>
                  </a:lnTo>
                  <a:lnTo>
                    <a:pt x="0" y="57588"/>
                  </a:lnTo>
                  <a:lnTo>
                    <a:pt x="17599" y="57588"/>
                  </a:lnTo>
                  <a:lnTo>
                    <a:pt x="17599" y="40768"/>
                  </a:lnTo>
                  <a:close/>
                </a:path>
                <a:path w="17780" h="57785">
                  <a:moveTo>
                    <a:pt x="17599" y="0"/>
                  </a:moveTo>
                  <a:lnTo>
                    <a:pt x="0" y="0"/>
                  </a:lnTo>
                  <a:lnTo>
                    <a:pt x="0" y="16819"/>
                  </a:lnTo>
                  <a:lnTo>
                    <a:pt x="17599" y="16819"/>
                  </a:lnTo>
                  <a:lnTo>
                    <a:pt x="17599" y="0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2" name="object 192"/>
          <p:cNvGrpSpPr/>
          <p:nvPr/>
        </p:nvGrpSpPr>
        <p:grpSpPr>
          <a:xfrm>
            <a:off x="2009904" y="4993204"/>
            <a:ext cx="1505585" cy="247015"/>
            <a:chOff x="2009904" y="4993204"/>
            <a:chExt cx="1505585" cy="247015"/>
          </a:xfrm>
        </p:grpSpPr>
        <p:sp>
          <p:nvSpPr>
            <p:cNvPr id="193" name="object 193"/>
            <p:cNvSpPr/>
            <p:nvPr/>
          </p:nvSpPr>
          <p:spPr>
            <a:xfrm>
              <a:off x="2009902" y="4995887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57"/>
                  </a:lnTo>
                  <a:lnTo>
                    <a:pt x="48082" y="8382"/>
                  </a:lnTo>
                  <a:lnTo>
                    <a:pt x="40716" y="2565"/>
                  </a:lnTo>
                  <a:lnTo>
                    <a:pt x="40716" y="35318"/>
                  </a:lnTo>
                  <a:lnTo>
                    <a:pt x="40716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16" y="64452"/>
                  </a:lnTo>
                  <a:lnTo>
                    <a:pt x="39865" y="28727"/>
                  </a:lnTo>
                  <a:lnTo>
                    <a:pt x="40233" y="30226"/>
                  </a:lnTo>
                  <a:lnTo>
                    <a:pt x="40716" y="35318"/>
                  </a:lnTo>
                  <a:lnTo>
                    <a:pt x="40716" y="2565"/>
                  </a:lnTo>
                  <a:lnTo>
                    <a:pt x="39598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0987"/>
                  </a:lnTo>
                  <a:lnTo>
                    <a:pt x="48082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23" y="49949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2143570" y="4995877"/>
              <a:ext cx="190698" cy="82651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3414623" y="5017533"/>
              <a:ext cx="54610" cy="54610"/>
            </a:xfrm>
            <a:custGeom>
              <a:avLst/>
              <a:gdLst/>
              <a:ahLst/>
              <a:cxnLst/>
              <a:rect l="l" t="t" r="r" b="b"/>
              <a:pathLst>
                <a:path w="54610" h="54610">
                  <a:moveTo>
                    <a:pt x="34039" y="0"/>
                  </a:moveTo>
                  <a:lnTo>
                    <a:pt x="20540" y="0"/>
                  </a:lnTo>
                  <a:lnTo>
                    <a:pt x="20540" y="54580"/>
                  </a:lnTo>
                  <a:lnTo>
                    <a:pt x="34039" y="54580"/>
                  </a:lnTo>
                  <a:lnTo>
                    <a:pt x="34039" y="0"/>
                  </a:lnTo>
                  <a:close/>
                </a:path>
                <a:path w="54610" h="54610">
                  <a:moveTo>
                    <a:pt x="20540" y="20538"/>
                  </a:moveTo>
                  <a:lnTo>
                    <a:pt x="0" y="20538"/>
                  </a:lnTo>
                  <a:lnTo>
                    <a:pt x="0" y="34039"/>
                  </a:lnTo>
                  <a:lnTo>
                    <a:pt x="20540" y="34039"/>
                  </a:lnTo>
                  <a:lnTo>
                    <a:pt x="20540" y="20538"/>
                  </a:lnTo>
                  <a:close/>
                </a:path>
                <a:path w="54610" h="54610">
                  <a:moveTo>
                    <a:pt x="54580" y="20538"/>
                  </a:moveTo>
                  <a:lnTo>
                    <a:pt x="34039" y="20538"/>
                  </a:lnTo>
                  <a:lnTo>
                    <a:pt x="34039" y="34039"/>
                  </a:lnTo>
                  <a:lnTo>
                    <a:pt x="54580" y="34039"/>
                  </a:lnTo>
                  <a:lnTo>
                    <a:pt x="54580" y="20538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2015046" y="4993204"/>
              <a:ext cx="1452526" cy="230132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3502104" y="5207965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6014" y="13588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5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8" name="object 198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3544257" y="4997660"/>
            <a:ext cx="641620" cy="80422"/>
          </a:xfrm>
          <a:prstGeom prst="rect">
            <a:avLst/>
          </a:prstGeom>
        </p:spPr>
      </p:pic>
      <p:grpSp>
        <p:nvGrpSpPr>
          <p:cNvPr id="199" name="object 199"/>
          <p:cNvGrpSpPr/>
          <p:nvPr/>
        </p:nvGrpSpPr>
        <p:grpSpPr>
          <a:xfrm>
            <a:off x="4282227" y="4995877"/>
            <a:ext cx="371475" cy="83185"/>
            <a:chOff x="4282227" y="4995877"/>
            <a:chExt cx="371475" cy="83185"/>
          </a:xfrm>
        </p:grpSpPr>
        <p:sp>
          <p:nvSpPr>
            <p:cNvPr id="200" name="object 200"/>
            <p:cNvSpPr/>
            <p:nvPr/>
          </p:nvSpPr>
          <p:spPr>
            <a:xfrm>
              <a:off x="4282224" y="4995887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57"/>
                  </a:lnTo>
                  <a:lnTo>
                    <a:pt x="48094" y="8382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29" y="64452"/>
                  </a:lnTo>
                  <a:lnTo>
                    <a:pt x="39865" y="28727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0987"/>
                  </a:lnTo>
                  <a:lnTo>
                    <a:pt x="48094" y="74345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4415225" y="4995877"/>
              <a:ext cx="191366" cy="82651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4636132" y="5059950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3" name="object 203"/>
          <p:cNvGrpSpPr/>
          <p:nvPr/>
        </p:nvGrpSpPr>
        <p:grpSpPr>
          <a:xfrm>
            <a:off x="4749450" y="4995877"/>
            <a:ext cx="392430" cy="83185"/>
            <a:chOff x="4749450" y="4995877"/>
            <a:chExt cx="392430" cy="83185"/>
          </a:xfrm>
        </p:grpSpPr>
        <p:pic>
          <p:nvPicPr>
            <p:cNvPr id="204" name="object 204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4749450" y="4995877"/>
              <a:ext cx="118742" cy="82651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4887798" y="5003897"/>
              <a:ext cx="253968" cy="74185"/>
            </a:xfrm>
            <a:prstGeom prst="rect">
              <a:avLst/>
            </a:prstGeom>
          </p:spPr>
        </p:pic>
      </p:grpSp>
      <p:pic>
        <p:nvPicPr>
          <p:cNvPr id="206" name="object 206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5217511" y="4995877"/>
            <a:ext cx="255083" cy="82651"/>
          </a:xfrm>
          <a:prstGeom prst="rect">
            <a:avLst/>
          </a:prstGeom>
        </p:spPr>
      </p:pic>
      <p:grpSp>
        <p:nvGrpSpPr>
          <p:cNvPr id="207" name="object 207"/>
          <p:cNvGrpSpPr/>
          <p:nvPr/>
        </p:nvGrpSpPr>
        <p:grpSpPr>
          <a:xfrm>
            <a:off x="806547" y="5142355"/>
            <a:ext cx="1790700" cy="226060"/>
            <a:chOff x="806547" y="5142355"/>
            <a:chExt cx="1790700" cy="226060"/>
          </a:xfrm>
        </p:grpSpPr>
        <p:pic>
          <p:nvPicPr>
            <p:cNvPr id="208" name="object 208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608472" y="5142467"/>
              <a:ext cx="323032" cy="80424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806547" y="5142355"/>
              <a:ext cx="989060" cy="225342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1878025" y="5287175"/>
              <a:ext cx="719455" cy="81280"/>
            </a:xfrm>
            <a:custGeom>
              <a:avLst/>
              <a:gdLst/>
              <a:ahLst/>
              <a:cxnLst/>
              <a:rect l="l" t="t" r="r" b="b"/>
              <a:pathLst>
                <a:path w="719455" h="81279">
                  <a:moveTo>
                    <a:pt x="53479" y="101"/>
                  </a:moveTo>
                  <a:lnTo>
                    <a:pt x="43891" y="101"/>
                  </a:lnTo>
                  <a:lnTo>
                    <a:pt x="43891" y="58102"/>
                  </a:lnTo>
                  <a:lnTo>
                    <a:pt x="42430" y="63080"/>
                  </a:lnTo>
                  <a:lnTo>
                    <a:pt x="36563" y="69913"/>
                  </a:lnTo>
                  <a:lnTo>
                    <a:pt x="32308" y="71615"/>
                  </a:lnTo>
                  <a:lnTo>
                    <a:pt x="21170" y="71615"/>
                  </a:lnTo>
                  <a:lnTo>
                    <a:pt x="16916" y="69913"/>
                  </a:lnTo>
                  <a:lnTo>
                    <a:pt x="11049" y="63080"/>
                  </a:lnTo>
                  <a:lnTo>
                    <a:pt x="9588" y="58102"/>
                  </a:lnTo>
                  <a:lnTo>
                    <a:pt x="9588" y="101"/>
                  </a:lnTo>
                  <a:lnTo>
                    <a:pt x="0" y="101"/>
                  </a:lnTo>
                  <a:lnTo>
                    <a:pt x="0" y="60629"/>
                  </a:lnTo>
                  <a:lnTo>
                    <a:pt x="2387" y="67792"/>
                  </a:lnTo>
                  <a:lnTo>
                    <a:pt x="11887" y="78333"/>
                  </a:lnTo>
                  <a:lnTo>
                    <a:pt x="18427" y="80975"/>
                  </a:lnTo>
                  <a:lnTo>
                    <a:pt x="26746" y="80975"/>
                  </a:lnTo>
                  <a:lnTo>
                    <a:pt x="35052" y="80975"/>
                  </a:lnTo>
                  <a:lnTo>
                    <a:pt x="41592" y="78333"/>
                  </a:lnTo>
                  <a:lnTo>
                    <a:pt x="51092" y="67792"/>
                  </a:lnTo>
                  <a:lnTo>
                    <a:pt x="53479" y="60629"/>
                  </a:lnTo>
                  <a:lnTo>
                    <a:pt x="53479" y="101"/>
                  </a:lnTo>
                  <a:close/>
                </a:path>
                <a:path w="719455" h="81279">
                  <a:moveTo>
                    <a:pt x="118084" y="20154"/>
                  </a:moveTo>
                  <a:lnTo>
                    <a:pt x="94576" y="20154"/>
                  </a:lnTo>
                  <a:lnTo>
                    <a:pt x="94576" y="6337"/>
                  </a:lnTo>
                  <a:lnTo>
                    <a:pt x="85217" y="6337"/>
                  </a:lnTo>
                  <a:lnTo>
                    <a:pt x="85217" y="20154"/>
                  </a:lnTo>
                  <a:lnTo>
                    <a:pt x="65722" y="20154"/>
                  </a:lnTo>
                  <a:lnTo>
                    <a:pt x="65722" y="28397"/>
                  </a:lnTo>
                  <a:lnTo>
                    <a:pt x="85217" y="28397"/>
                  </a:lnTo>
                  <a:lnTo>
                    <a:pt x="85217" y="68427"/>
                  </a:lnTo>
                  <a:lnTo>
                    <a:pt x="86626" y="72504"/>
                  </a:lnTo>
                  <a:lnTo>
                    <a:pt x="92278" y="77851"/>
                  </a:lnTo>
                  <a:lnTo>
                    <a:pt x="96545" y="79197"/>
                  </a:lnTo>
                  <a:lnTo>
                    <a:pt x="118084" y="79197"/>
                  </a:lnTo>
                  <a:lnTo>
                    <a:pt x="118084" y="70954"/>
                  </a:lnTo>
                  <a:lnTo>
                    <a:pt x="99656" y="70954"/>
                  </a:lnTo>
                  <a:lnTo>
                    <a:pt x="97726" y="70294"/>
                  </a:lnTo>
                  <a:lnTo>
                    <a:pt x="95211" y="67703"/>
                  </a:lnTo>
                  <a:lnTo>
                    <a:pt x="94576" y="65671"/>
                  </a:lnTo>
                  <a:lnTo>
                    <a:pt x="94576" y="28397"/>
                  </a:lnTo>
                  <a:lnTo>
                    <a:pt x="118084" y="28397"/>
                  </a:lnTo>
                  <a:lnTo>
                    <a:pt x="118084" y="20154"/>
                  </a:lnTo>
                  <a:close/>
                </a:path>
                <a:path w="719455" h="81279">
                  <a:moveTo>
                    <a:pt x="168541" y="0"/>
                  </a:moveTo>
                  <a:lnTo>
                    <a:pt x="158737" y="0"/>
                  </a:lnTo>
                  <a:lnTo>
                    <a:pt x="158737" y="10909"/>
                  </a:lnTo>
                  <a:lnTo>
                    <a:pt x="168541" y="10909"/>
                  </a:lnTo>
                  <a:lnTo>
                    <a:pt x="168541" y="0"/>
                  </a:lnTo>
                  <a:close/>
                </a:path>
                <a:path w="719455" h="81279">
                  <a:moveTo>
                    <a:pt x="189369" y="70954"/>
                  </a:moveTo>
                  <a:lnTo>
                    <a:pt x="168986" y="70954"/>
                  </a:lnTo>
                  <a:lnTo>
                    <a:pt x="168986" y="28397"/>
                  </a:lnTo>
                  <a:lnTo>
                    <a:pt x="168986" y="23825"/>
                  </a:lnTo>
                  <a:lnTo>
                    <a:pt x="168986" y="20154"/>
                  </a:lnTo>
                  <a:lnTo>
                    <a:pt x="137020" y="20154"/>
                  </a:lnTo>
                  <a:lnTo>
                    <a:pt x="137020" y="28397"/>
                  </a:lnTo>
                  <a:lnTo>
                    <a:pt x="159626" y="28397"/>
                  </a:lnTo>
                  <a:lnTo>
                    <a:pt x="159626" y="70954"/>
                  </a:lnTo>
                  <a:lnTo>
                    <a:pt x="135902" y="70954"/>
                  </a:lnTo>
                  <a:lnTo>
                    <a:pt x="135902" y="79197"/>
                  </a:lnTo>
                  <a:lnTo>
                    <a:pt x="189369" y="79197"/>
                  </a:lnTo>
                  <a:lnTo>
                    <a:pt x="189369" y="70954"/>
                  </a:lnTo>
                  <a:close/>
                </a:path>
                <a:path w="719455" h="81279">
                  <a:moveTo>
                    <a:pt x="253974" y="70954"/>
                  </a:moveTo>
                  <a:lnTo>
                    <a:pt x="233591" y="70954"/>
                  </a:lnTo>
                  <a:lnTo>
                    <a:pt x="233591" y="11176"/>
                  </a:lnTo>
                  <a:lnTo>
                    <a:pt x="232194" y="7061"/>
                  </a:lnTo>
                  <a:lnTo>
                    <a:pt x="226631" y="1498"/>
                  </a:lnTo>
                  <a:lnTo>
                    <a:pt x="222529" y="101"/>
                  </a:lnTo>
                  <a:lnTo>
                    <a:pt x="202730" y="101"/>
                  </a:lnTo>
                  <a:lnTo>
                    <a:pt x="202730" y="8343"/>
                  </a:lnTo>
                  <a:lnTo>
                    <a:pt x="219036" y="8343"/>
                  </a:lnTo>
                  <a:lnTo>
                    <a:pt x="220891" y="9017"/>
                  </a:lnTo>
                  <a:lnTo>
                    <a:pt x="223570" y="11684"/>
                  </a:lnTo>
                  <a:lnTo>
                    <a:pt x="224231" y="13550"/>
                  </a:lnTo>
                  <a:lnTo>
                    <a:pt x="224231" y="70954"/>
                  </a:lnTo>
                  <a:lnTo>
                    <a:pt x="200507" y="70954"/>
                  </a:lnTo>
                  <a:lnTo>
                    <a:pt x="200507" y="79197"/>
                  </a:lnTo>
                  <a:lnTo>
                    <a:pt x="253974" y="79197"/>
                  </a:lnTo>
                  <a:lnTo>
                    <a:pt x="253974" y="75844"/>
                  </a:lnTo>
                  <a:lnTo>
                    <a:pt x="253974" y="70954"/>
                  </a:lnTo>
                  <a:close/>
                </a:path>
                <a:path w="719455" h="81279">
                  <a:moveTo>
                    <a:pt x="302209" y="0"/>
                  </a:moveTo>
                  <a:lnTo>
                    <a:pt x="292404" y="0"/>
                  </a:lnTo>
                  <a:lnTo>
                    <a:pt x="292404" y="10909"/>
                  </a:lnTo>
                  <a:lnTo>
                    <a:pt x="302209" y="10909"/>
                  </a:lnTo>
                  <a:lnTo>
                    <a:pt x="302209" y="0"/>
                  </a:lnTo>
                  <a:close/>
                </a:path>
                <a:path w="719455" h="81279">
                  <a:moveTo>
                    <a:pt x="323037" y="70954"/>
                  </a:moveTo>
                  <a:lnTo>
                    <a:pt x="302653" y="70954"/>
                  </a:lnTo>
                  <a:lnTo>
                    <a:pt x="302653" y="28397"/>
                  </a:lnTo>
                  <a:lnTo>
                    <a:pt x="302653" y="23825"/>
                  </a:lnTo>
                  <a:lnTo>
                    <a:pt x="302653" y="20154"/>
                  </a:lnTo>
                  <a:lnTo>
                    <a:pt x="270687" y="20154"/>
                  </a:lnTo>
                  <a:lnTo>
                    <a:pt x="270687" y="28397"/>
                  </a:lnTo>
                  <a:lnTo>
                    <a:pt x="293293" y="28397"/>
                  </a:lnTo>
                  <a:lnTo>
                    <a:pt x="293293" y="70954"/>
                  </a:lnTo>
                  <a:lnTo>
                    <a:pt x="269570" y="70954"/>
                  </a:lnTo>
                  <a:lnTo>
                    <a:pt x="269570" y="79197"/>
                  </a:lnTo>
                  <a:lnTo>
                    <a:pt x="323037" y="79197"/>
                  </a:lnTo>
                  <a:lnTo>
                    <a:pt x="323037" y="70954"/>
                  </a:lnTo>
                  <a:close/>
                </a:path>
                <a:path w="719455" h="81279">
                  <a:moveTo>
                    <a:pt x="385191" y="70954"/>
                  </a:moveTo>
                  <a:lnTo>
                    <a:pt x="346875" y="70954"/>
                  </a:lnTo>
                  <a:lnTo>
                    <a:pt x="384302" y="29514"/>
                  </a:lnTo>
                  <a:lnTo>
                    <a:pt x="384302" y="20154"/>
                  </a:lnTo>
                  <a:lnTo>
                    <a:pt x="337743" y="20154"/>
                  </a:lnTo>
                  <a:lnTo>
                    <a:pt x="337743" y="28397"/>
                  </a:lnTo>
                  <a:lnTo>
                    <a:pt x="374053" y="28397"/>
                  </a:lnTo>
                  <a:lnTo>
                    <a:pt x="336626" y="69837"/>
                  </a:lnTo>
                  <a:lnTo>
                    <a:pt x="336626" y="79197"/>
                  </a:lnTo>
                  <a:lnTo>
                    <a:pt x="385191" y="79197"/>
                  </a:lnTo>
                  <a:lnTo>
                    <a:pt x="385191" y="70954"/>
                  </a:lnTo>
                  <a:close/>
                </a:path>
                <a:path w="719455" h="81279">
                  <a:moveTo>
                    <a:pt x="456717" y="79006"/>
                  </a:moveTo>
                  <a:lnTo>
                    <a:pt x="455587" y="79006"/>
                  </a:lnTo>
                  <a:lnTo>
                    <a:pt x="455587" y="70954"/>
                  </a:lnTo>
                  <a:lnTo>
                    <a:pt x="450621" y="70954"/>
                  </a:lnTo>
                  <a:lnTo>
                    <a:pt x="449719" y="70688"/>
                  </a:lnTo>
                  <a:lnTo>
                    <a:pt x="448576" y="69684"/>
                  </a:lnTo>
                  <a:lnTo>
                    <a:pt x="448284" y="68846"/>
                  </a:lnTo>
                  <a:lnTo>
                    <a:pt x="448233" y="67157"/>
                  </a:lnTo>
                  <a:lnTo>
                    <a:pt x="448233" y="50673"/>
                  </a:lnTo>
                  <a:lnTo>
                    <a:pt x="448233" y="35382"/>
                  </a:lnTo>
                  <a:lnTo>
                    <a:pt x="446278" y="29489"/>
                  </a:lnTo>
                  <a:lnTo>
                    <a:pt x="444639" y="27724"/>
                  </a:lnTo>
                  <a:lnTo>
                    <a:pt x="438404" y="20955"/>
                  </a:lnTo>
                  <a:lnTo>
                    <a:pt x="432866" y="18821"/>
                  </a:lnTo>
                  <a:lnTo>
                    <a:pt x="419061" y="18821"/>
                  </a:lnTo>
                  <a:lnTo>
                    <a:pt x="413613" y="20548"/>
                  </a:lnTo>
                  <a:lnTo>
                    <a:pt x="405218" y="27457"/>
                  </a:lnTo>
                  <a:lnTo>
                    <a:pt x="402564" y="31965"/>
                  </a:lnTo>
                  <a:lnTo>
                    <a:pt x="401447" y="37604"/>
                  </a:lnTo>
                  <a:lnTo>
                    <a:pt x="402386" y="37604"/>
                  </a:lnTo>
                  <a:lnTo>
                    <a:pt x="411365" y="38315"/>
                  </a:lnTo>
                  <a:lnTo>
                    <a:pt x="421652" y="27724"/>
                  </a:lnTo>
                  <a:lnTo>
                    <a:pt x="429971" y="27724"/>
                  </a:lnTo>
                  <a:lnTo>
                    <a:pt x="433222" y="28956"/>
                  </a:lnTo>
                  <a:lnTo>
                    <a:pt x="437756" y="33858"/>
                  </a:lnTo>
                  <a:lnTo>
                    <a:pt x="438886" y="37604"/>
                  </a:lnTo>
                  <a:lnTo>
                    <a:pt x="438886" y="42659"/>
                  </a:lnTo>
                  <a:lnTo>
                    <a:pt x="438886" y="50673"/>
                  </a:lnTo>
                  <a:lnTo>
                    <a:pt x="424853" y="72288"/>
                  </a:lnTo>
                  <a:lnTo>
                    <a:pt x="417499" y="72288"/>
                  </a:lnTo>
                  <a:lnTo>
                    <a:pt x="415137" y="71602"/>
                  </a:lnTo>
                  <a:lnTo>
                    <a:pt x="414972" y="71602"/>
                  </a:lnTo>
                  <a:lnTo>
                    <a:pt x="411086" y="68478"/>
                  </a:lnTo>
                  <a:lnTo>
                    <a:pt x="410146" y="66344"/>
                  </a:lnTo>
                  <a:lnTo>
                    <a:pt x="410146" y="61150"/>
                  </a:lnTo>
                  <a:lnTo>
                    <a:pt x="410819" y="59436"/>
                  </a:lnTo>
                  <a:lnTo>
                    <a:pt x="410921" y="59156"/>
                  </a:lnTo>
                  <a:lnTo>
                    <a:pt x="414045" y="56121"/>
                  </a:lnTo>
                  <a:lnTo>
                    <a:pt x="416826" y="54978"/>
                  </a:lnTo>
                  <a:lnTo>
                    <a:pt x="420839" y="54241"/>
                  </a:lnTo>
                  <a:lnTo>
                    <a:pt x="438886" y="50673"/>
                  </a:lnTo>
                  <a:lnTo>
                    <a:pt x="438886" y="42659"/>
                  </a:lnTo>
                  <a:lnTo>
                    <a:pt x="412597" y="47929"/>
                  </a:lnTo>
                  <a:lnTo>
                    <a:pt x="407860" y="49949"/>
                  </a:lnTo>
                  <a:lnTo>
                    <a:pt x="401840" y="55524"/>
                  </a:lnTo>
                  <a:lnTo>
                    <a:pt x="400443" y="59156"/>
                  </a:lnTo>
                  <a:lnTo>
                    <a:pt x="400342" y="67678"/>
                  </a:lnTo>
                  <a:lnTo>
                    <a:pt x="401193" y="70485"/>
                  </a:lnTo>
                  <a:lnTo>
                    <a:pt x="404609" y="75311"/>
                  </a:lnTo>
                  <a:lnTo>
                    <a:pt x="406946" y="77190"/>
                  </a:lnTo>
                  <a:lnTo>
                    <a:pt x="413092" y="79959"/>
                  </a:lnTo>
                  <a:lnTo>
                    <a:pt x="413359" y="79959"/>
                  </a:lnTo>
                  <a:lnTo>
                    <a:pt x="416229" y="80530"/>
                  </a:lnTo>
                  <a:lnTo>
                    <a:pt x="423367" y="80530"/>
                  </a:lnTo>
                  <a:lnTo>
                    <a:pt x="426554" y="79959"/>
                  </a:lnTo>
                  <a:lnTo>
                    <a:pt x="432498" y="77647"/>
                  </a:lnTo>
                  <a:lnTo>
                    <a:pt x="434962" y="76060"/>
                  </a:lnTo>
                  <a:lnTo>
                    <a:pt x="438467" y="72415"/>
                  </a:lnTo>
                  <a:lnTo>
                    <a:pt x="438594" y="72288"/>
                  </a:lnTo>
                  <a:lnTo>
                    <a:pt x="438899" y="71970"/>
                  </a:lnTo>
                  <a:lnTo>
                    <a:pt x="439102" y="71602"/>
                  </a:lnTo>
                  <a:lnTo>
                    <a:pt x="439039" y="70485"/>
                  </a:lnTo>
                  <a:lnTo>
                    <a:pt x="439140" y="70954"/>
                  </a:lnTo>
                  <a:lnTo>
                    <a:pt x="439229" y="71374"/>
                  </a:lnTo>
                  <a:lnTo>
                    <a:pt x="439458" y="70954"/>
                  </a:lnTo>
                  <a:lnTo>
                    <a:pt x="439445" y="72415"/>
                  </a:lnTo>
                  <a:lnTo>
                    <a:pt x="441223" y="76060"/>
                  </a:lnTo>
                  <a:lnTo>
                    <a:pt x="442544" y="77368"/>
                  </a:lnTo>
                  <a:lnTo>
                    <a:pt x="446036" y="79006"/>
                  </a:lnTo>
                  <a:lnTo>
                    <a:pt x="448170" y="79413"/>
                  </a:lnTo>
                  <a:lnTo>
                    <a:pt x="454240" y="79413"/>
                  </a:lnTo>
                  <a:lnTo>
                    <a:pt x="456717" y="79006"/>
                  </a:lnTo>
                  <a:close/>
                </a:path>
                <a:path w="719455" h="81279">
                  <a:moveTo>
                    <a:pt x="519087" y="20154"/>
                  </a:moveTo>
                  <a:lnTo>
                    <a:pt x="495579" y="20154"/>
                  </a:lnTo>
                  <a:lnTo>
                    <a:pt x="495579" y="6337"/>
                  </a:lnTo>
                  <a:lnTo>
                    <a:pt x="486219" y="6337"/>
                  </a:lnTo>
                  <a:lnTo>
                    <a:pt x="486219" y="20154"/>
                  </a:lnTo>
                  <a:lnTo>
                    <a:pt x="466725" y="20154"/>
                  </a:lnTo>
                  <a:lnTo>
                    <a:pt x="466725" y="28397"/>
                  </a:lnTo>
                  <a:lnTo>
                    <a:pt x="486219" y="28397"/>
                  </a:lnTo>
                  <a:lnTo>
                    <a:pt x="486219" y="68427"/>
                  </a:lnTo>
                  <a:lnTo>
                    <a:pt x="487629" y="72504"/>
                  </a:lnTo>
                  <a:lnTo>
                    <a:pt x="493280" y="77851"/>
                  </a:lnTo>
                  <a:lnTo>
                    <a:pt x="497547" y="79197"/>
                  </a:lnTo>
                  <a:lnTo>
                    <a:pt x="519087" y="79197"/>
                  </a:lnTo>
                  <a:lnTo>
                    <a:pt x="519087" y="70954"/>
                  </a:lnTo>
                  <a:lnTo>
                    <a:pt x="500672" y="70954"/>
                  </a:lnTo>
                  <a:lnTo>
                    <a:pt x="498741" y="70294"/>
                  </a:lnTo>
                  <a:lnTo>
                    <a:pt x="496214" y="67703"/>
                  </a:lnTo>
                  <a:lnTo>
                    <a:pt x="495579" y="65671"/>
                  </a:lnTo>
                  <a:lnTo>
                    <a:pt x="495579" y="28397"/>
                  </a:lnTo>
                  <a:lnTo>
                    <a:pt x="519087" y="28397"/>
                  </a:lnTo>
                  <a:lnTo>
                    <a:pt x="519087" y="20154"/>
                  </a:lnTo>
                  <a:close/>
                </a:path>
                <a:path w="719455" h="81279">
                  <a:moveTo>
                    <a:pt x="569544" y="0"/>
                  </a:moveTo>
                  <a:lnTo>
                    <a:pt x="559739" y="0"/>
                  </a:lnTo>
                  <a:lnTo>
                    <a:pt x="559739" y="10909"/>
                  </a:lnTo>
                  <a:lnTo>
                    <a:pt x="569544" y="10909"/>
                  </a:lnTo>
                  <a:lnTo>
                    <a:pt x="569544" y="0"/>
                  </a:lnTo>
                  <a:close/>
                </a:path>
                <a:path w="719455" h="81279">
                  <a:moveTo>
                    <a:pt x="590372" y="70954"/>
                  </a:moveTo>
                  <a:lnTo>
                    <a:pt x="569988" y="70954"/>
                  </a:lnTo>
                  <a:lnTo>
                    <a:pt x="569988" y="28397"/>
                  </a:lnTo>
                  <a:lnTo>
                    <a:pt x="569988" y="23825"/>
                  </a:lnTo>
                  <a:lnTo>
                    <a:pt x="569988" y="20154"/>
                  </a:lnTo>
                  <a:lnTo>
                    <a:pt x="538022" y="20154"/>
                  </a:lnTo>
                  <a:lnTo>
                    <a:pt x="538022" y="28397"/>
                  </a:lnTo>
                  <a:lnTo>
                    <a:pt x="560628" y="28397"/>
                  </a:lnTo>
                  <a:lnTo>
                    <a:pt x="560628" y="70954"/>
                  </a:lnTo>
                  <a:lnTo>
                    <a:pt x="536905" y="70954"/>
                  </a:lnTo>
                  <a:lnTo>
                    <a:pt x="536905" y="79197"/>
                  </a:lnTo>
                  <a:lnTo>
                    <a:pt x="590372" y="79197"/>
                  </a:lnTo>
                  <a:lnTo>
                    <a:pt x="590372" y="70954"/>
                  </a:lnTo>
                  <a:close/>
                </a:path>
                <a:path w="719455" h="81279">
                  <a:moveTo>
                    <a:pt x="655091" y="42837"/>
                  </a:moveTo>
                  <a:lnTo>
                    <a:pt x="645401" y="24460"/>
                  </a:lnTo>
                  <a:lnTo>
                    <a:pt x="645401" y="42837"/>
                  </a:lnTo>
                  <a:lnTo>
                    <a:pt x="645401" y="56502"/>
                  </a:lnTo>
                  <a:lnTo>
                    <a:pt x="643902" y="61874"/>
                  </a:lnTo>
                  <a:lnTo>
                    <a:pt x="637882" y="69672"/>
                  </a:lnTo>
                  <a:lnTo>
                    <a:pt x="633666" y="71615"/>
                  </a:lnTo>
                  <a:lnTo>
                    <a:pt x="622820" y="71615"/>
                  </a:lnTo>
                  <a:lnTo>
                    <a:pt x="618617" y="69672"/>
                  </a:lnTo>
                  <a:lnTo>
                    <a:pt x="612597" y="61874"/>
                  </a:lnTo>
                  <a:lnTo>
                    <a:pt x="611098" y="56502"/>
                  </a:lnTo>
                  <a:lnTo>
                    <a:pt x="611098" y="42837"/>
                  </a:lnTo>
                  <a:lnTo>
                    <a:pt x="612470" y="37909"/>
                  </a:lnTo>
                  <a:lnTo>
                    <a:pt x="612597" y="37477"/>
                  </a:lnTo>
                  <a:lnTo>
                    <a:pt x="618617" y="29679"/>
                  </a:lnTo>
                  <a:lnTo>
                    <a:pt x="622820" y="27724"/>
                  </a:lnTo>
                  <a:lnTo>
                    <a:pt x="633666" y="27724"/>
                  </a:lnTo>
                  <a:lnTo>
                    <a:pt x="637882" y="29679"/>
                  </a:lnTo>
                  <a:lnTo>
                    <a:pt x="643902" y="37477"/>
                  </a:lnTo>
                  <a:lnTo>
                    <a:pt x="645401" y="42837"/>
                  </a:lnTo>
                  <a:lnTo>
                    <a:pt x="645401" y="24460"/>
                  </a:lnTo>
                  <a:lnTo>
                    <a:pt x="638403" y="20078"/>
                  </a:lnTo>
                  <a:lnTo>
                    <a:pt x="633666" y="18821"/>
                  </a:lnTo>
                  <a:lnTo>
                    <a:pt x="622820" y="18821"/>
                  </a:lnTo>
                  <a:lnTo>
                    <a:pt x="601395" y="42837"/>
                  </a:lnTo>
                  <a:lnTo>
                    <a:pt x="601408" y="56502"/>
                  </a:lnTo>
                  <a:lnTo>
                    <a:pt x="622820" y="80530"/>
                  </a:lnTo>
                  <a:lnTo>
                    <a:pt x="633666" y="80530"/>
                  </a:lnTo>
                  <a:lnTo>
                    <a:pt x="638403" y="79260"/>
                  </a:lnTo>
                  <a:lnTo>
                    <a:pt x="646493" y="74218"/>
                  </a:lnTo>
                  <a:lnTo>
                    <a:pt x="648766" y="71615"/>
                  </a:lnTo>
                  <a:lnTo>
                    <a:pt x="649630" y="70637"/>
                  </a:lnTo>
                  <a:lnTo>
                    <a:pt x="654088" y="61353"/>
                  </a:lnTo>
                  <a:lnTo>
                    <a:pt x="655078" y="56502"/>
                  </a:lnTo>
                  <a:lnTo>
                    <a:pt x="655091" y="42837"/>
                  </a:lnTo>
                  <a:close/>
                </a:path>
                <a:path w="719455" h="81279">
                  <a:moveTo>
                    <a:pt x="719137" y="37045"/>
                  </a:moveTo>
                  <a:lnTo>
                    <a:pt x="703173" y="18821"/>
                  </a:lnTo>
                  <a:lnTo>
                    <a:pt x="695604" y="18821"/>
                  </a:lnTo>
                  <a:lnTo>
                    <a:pt x="679818" y="30149"/>
                  </a:lnTo>
                  <a:lnTo>
                    <a:pt x="679818" y="30314"/>
                  </a:lnTo>
                  <a:lnTo>
                    <a:pt x="679564" y="30695"/>
                  </a:lnTo>
                  <a:lnTo>
                    <a:pt x="679602" y="20154"/>
                  </a:lnTo>
                  <a:lnTo>
                    <a:pt x="671017" y="20154"/>
                  </a:lnTo>
                  <a:lnTo>
                    <a:pt x="671017" y="79197"/>
                  </a:lnTo>
                  <a:lnTo>
                    <a:pt x="680377" y="79197"/>
                  </a:lnTo>
                  <a:lnTo>
                    <a:pt x="680377" y="40246"/>
                  </a:lnTo>
                  <a:lnTo>
                    <a:pt x="681101" y="37185"/>
                  </a:lnTo>
                  <a:lnTo>
                    <a:pt x="682256" y="35191"/>
                  </a:lnTo>
                  <a:lnTo>
                    <a:pt x="683996" y="32207"/>
                  </a:lnTo>
                  <a:lnTo>
                    <a:pt x="685952" y="30314"/>
                  </a:lnTo>
                  <a:lnTo>
                    <a:pt x="690638" y="27825"/>
                  </a:lnTo>
                  <a:lnTo>
                    <a:pt x="690384" y="27825"/>
                  </a:lnTo>
                  <a:lnTo>
                    <a:pt x="693597" y="27063"/>
                  </a:lnTo>
                  <a:lnTo>
                    <a:pt x="701090" y="27063"/>
                  </a:lnTo>
                  <a:lnTo>
                    <a:pt x="704405" y="28486"/>
                  </a:lnTo>
                  <a:lnTo>
                    <a:pt x="708710" y="34213"/>
                  </a:lnTo>
                  <a:lnTo>
                    <a:pt x="709790" y="38392"/>
                  </a:lnTo>
                  <a:lnTo>
                    <a:pt x="709790" y="79197"/>
                  </a:lnTo>
                  <a:lnTo>
                    <a:pt x="719137" y="79197"/>
                  </a:lnTo>
                  <a:lnTo>
                    <a:pt x="719137" y="37045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1" name="object 211"/>
          <p:cNvGrpSpPr/>
          <p:nvPr/>
        </p:nvGrpSpPr>
        <p:grpSpPr>
          <a:xfrm>
            <a:off x="3615054" y="5148705"/>
            <a:ext cx="1571625" cy="236220"/>
            <a:chOff x="3615054" y="5148705"/>
            <a:chExt cx="1571625" cy="236220"/>
          </a:xfrm>
        </p:grpSpPr>
        <p:sp>
          <p:nvSpPr>
            <p:cNvPr id="212" name="object 212"/>
            <p:cNvSpPr/>
            <p:nvPr/>
          </p:nvSpPr>
          <p:spPr>
            <a:xfrm>
              <a:off x="4150271" y="5161191"/>
              <a:ext cx="187325" cy="62230"/>
            </a:xfrm>
            <a:custGeom>
              <a:avLst/>
              <a:gdLst/>
              <a:ahLst/>
              <a:cxnLst/>
              <a:rect l="l" t="t" r="r" b="b"/>
              <a:pathLst>
                <a:path w="187325" h="62229">
                  <a:moveTo>
                    <a:pt x="53695" y="24015"/>
                  </a:moveTo>
                  <a:lnTo>
                    <a:pt x="44005" y="5638"/>
                  </a:lnTo>
                  <a:lnTo>
                    <a:pt x="44005" y="24015"/>
                  </a:lnTo>
                  <a:lnTo>
                    <a:pt x="44005" y="37680"/>
                  </a:lnTo>
                  <a:lnTo>
                    <a:pt x="42506" y="43053"/>
                  </a:lnTo>
                  <a:lnTo>
                    <a:pt x="36487" y="50850"/>
                  </a:lnTo>
                  <a:lnTo>
                    <a:pt x="32270" y="52793"/>
                  </a:lnTo>
                  <a:lnTo>
                    <a:pt x="21424" y="52793"/>
                  </a:lnTo>
                  <a:lnTo>
                    <a:pt x="17221" y="50850"/>
                  </a:lnTo>
                  <a:lnTo>
                    <a:pt x="11201" y="43053"/>
                  </a:lnTo>
                  <a:lnTo>
                    <a:pt x="9702" y="37680"/>
                  </a:lnTo>
                  <a:lnTo>
                    <a:pt x="9702" y="24015"/>
                  </a:lnTo>
                  <a:lnTo>
                    <a:pt x="11087" y="19075"/>
                  </a:lnTo>
                  <a:lnTo>
                    <a:pt x="11201" y="18656"/>
                  </a:lnTo>
                  <a:lnTo>
                    <a:pt x="17221" y="10858"/>
                  </a:lnTo>
                  <a:lnTo>
                    <a:pt x="21424" y="8902"/>
                  </a:lnTo>
                  <a:lnTo>
                    <a:pt x="32270" y="8902"/>
                  </a:lnTo>
                  <a:lnTo>
                    <a:pt x="36487" y="10858"/>
                  </a:lnTo>
                  <a:lnTo>
                    <a:pt x="42506" y="18656"/>
                  </a:lnTo>
                  <a:lnTo>
                    <a:pt x="44005" y="24015"/>
                  </a:lnTo>
                  <a:lnTo>
                    <a:pt x="44005" y="5638"/>
                  </a:lnTo>
                  <a:lnTo>
                    <a:pt x="37007" y="1257"/>
                  </a:lnTo>
                  <a:lnTo>
                    <a:pt x="32270" y="0"/>
                  </a:lnTo>
                  <a:lnTo>
                    <a:pt x="21424" y="0"/>
                  </a:lnTo>
                  <a:lnTo>
                    <a:pt x="0" y="24015"/>
                  </a:lnTo>
                  <a:lnTo>
                    <a:pt x="12" y="37680"/>
                  </a:lnTo>
                  <a:lnTo>
                    <a:pt x="21424" y="61709"/>
                  </a:lnTo>
                  <a:lnTo>
                    <a:pt x="32270" y="61709"/>
                  </a:lnTo>
                  <a:lnTo>
                    <a:pt x="37007" y="60439"/>
                  </a:lnTo>
                  <a:lnTo>
                    <a:pt x="45097" y="55397"/>
                  </a:lnTo>
                  <a:lnTo>
                    <a:pt x="47371" y="52793"/>
                  </a:lnTo>
                  <a:lnTo>
                    <a:pt x="48234" y="51816"/>
                  </a:lnTo>
                  <a:lnTo>
                    <a:pt x="52692" y="42532"/>
                  </a:lnTo>
                  <a:lnTo>
                    <a:pt x="53682" y="37680"/>
                  </a:lnTo>
                  <a:lnTo>
                    <a:pt x="53695" y="24015"/>
                  </a:lnTo>
                  <a:close/>
                </a:path>
                <a:path w="187325" h="62229">
                  <a:moveTo>
                    <a:pt x="117741" y="18224"/>
                  </a:moveTo>
                  <a:lnTo>
                    <a:pt x="101777" y="0"/>
                  </a:lnTo>
                  <a:lnTo>
                    <a:pt x="94208" y="0"/>
                  </a:lnTo>
                  <a:lnTo>
                    <a:pt x="78422" y="11328"/>
                  </a:lnTo>
                  <a:lnTo>
                    <a:pt x="78422" y="11493"/>
                  </a:lnTo>
                  <a:lnTo>
                    <a:pt x="78168" y="11874"/>
                  </a:lnTo>
                  <a:lnTo>
                    <a:pt x="78206" y="1333"/>
                  </a:lnTo>
                  <a:lnTo>
                    <a:pt x="69621" y="1333"/>
                  </a:lnTo>
                  <a:lnTo>
                    <a:pt x="69621" y="60363"/>
                  </a:lnTo>
                  <a:lnTo>
                    <a:pt x="78981" y="60363"/>
                  </a:lnTo>
                  <a:lnTo>
                    <a:pt x="78981" y="21424"/>
                  </a:lnTo>
                  <a:lnTo>
                    <a:pt x="79705" y="18351"/>
                  </a:lnTo>
                  <a:lnTo>
                    <a:pt x="80860" y="16370"/>
                  </a:lnTo>
                  <a:lnTo>
                    <a:pt x="82600" y="13385"/>
                  </a:lnTo>
                  <a:lnTo>
                    <a:pt x="84556" y="11493"/>
                  </a:lnTo>
                  <a:lnTo>
                    <a:pt x="89242" y="9004"/>
                  </a:lnTo>
                  <a:lnTo>
                    <a:pt x="88976" y="9004"/>
                  </a:lnTo>
                  <a:lnTo>
                    <a:pt x="92202" y="8242"/>
                  </a:lnTo>
                  <a:lnTo>
                    <a:pt x="99695" y="8242"/>
                  </a:lnTo>
                  <a:lnTo>
                    <a:pt x="103009" y="9664"/>
                  </a:lnTo>
                  <a:lnTo>
                    <a:pt x="107315" y="15392"/>
                  </a:lnTo>
                  <a:lnTo>
                    <a:pt x="108394" y="19558"/>
                  </a:lnTo>
                  <a:lnTo>
                    <a:pt x="108394" y="60363"/>
                  </a:lnTo>
                  <a:lnTo>
                    <a:pt x="117741" y="60363"/>
                  </a:lnTo>
                  <a:lnTo>
                    <a:pt x="117741" y="18224"/>
                  </a:lnTo>
                  <a:close/>
                </a:path>
                <a:path w="187325" h="62229">
                  <a:moveTo>
                    <a:pt x="186918" y="24358"/>
                  </a:moveTo>
                  <a:lnTo>
                    <a:pt x="186055" y="20015"/>
                  </a:lnTo>
                  <a:lnTo>
                    <a:pt x="186016" y="19786"/>
                  </a:lnTo>
                  <a:lnTo>
                    <a:pt x="185889" y="19189"/>
                  </a:lnTo>
                  <a:lnTo>
                    <a:pt x="176669" y="5054"/>
                  </a:lnTo>
                  <a:lnTo>
                    <a:pt x="176669" y="25501"/>
                  </a:lnTo>
                  <a:lnTo>
                    <a:pt x="143929" y="25501"/>
                  </a:lnTo>
                  <a:lnTo>
                    <a:pt x="144741" y="20015"/>
                  </a:lnTo>
                  <a:lnTo>
                    <a:pt x="146608" y="15875"/>
                  </a:lnTo>
                  <a:lnTo>
                    <a:pt x="152476" y="10299"/>
                  </a:lnTo>
                  <a:lnTo>
                    <a:pt x="156210" y="8902"/>
                  </a:lnTo>
                  <a:lnTo>
                    <a:pt x="165125" y="8902"/>
                  </a:lnTo>
                  <a:lnTo>
                    <a:pt x="176580" y="24358"/>
                  </a:lnTo>
                  <a:lnTo>
                    <a:pt x="176669" y="25501"/>
                  </a:lnTo>
                  <a:lnTo>
                    <a:pt x="176669" y="5054"/>
                  </a:lnTo>
                  <a:lnTo>
                    <a:pt x="170522" y="1282"/>
                  </a:lnTo>
                  <a:lnTo>
                    <a:pt x="170675" y="1282"/>
                  </a:lnTo>
                  <a:lnTo>
                    <a:pt x="165862" y="0"/>
                  </a:lnTo>
                  <a:lnTo>
                    <a:pt x="155321" y="0"/>
                  </a:lnTo>
                  <a:lnTo>
                    <a:pt x="134124" y="37084"/>
                  </a:lnTo>
                  <a:lnTo>
                    <a:pt x="135216" y="42532"/>
                  </a:lnTo>
                  <a:lnTo>
                    <a:pt x="155613" y="61709"/>
                  </a:lnTo>
                  <a:lnTo>
                    <a:pt x="167424" y="61709"/>
                  </a:lnTo>
                  <a:lnTo>
                    <a:pt x="172720" y="60020"/>
                  </a:lnTo>
                  <a:lnTo>
                    <a:pt x="181406" y="53263"/>
                  </a:lnTo>
                  <a:lnTo>
                    <a:pt x="181724" y="52793"/>
                  </a:lnTo>
                  <a:lnTo>
                    <a:pt x="184353" y="48933"/>
                  </a:lnTo>
                  <a:lnTo>
                    <a:pt x="185915" y="43662"/>
                  </a:lnTo>
                  <a:lnTo>
                    <a:pt x="175895" y="42875"/>
                  </a:lnTo>
                  <a:lnTo>
                    <a:pt x="174929" y="45847"/>
                  </a:lnTo>
                  <a:lnTo>
                    <a:pt x="173202" y="48247"/>
                  </a:lnTo>
                  <a:lnTo>
                    <a:pt x="168224" y="51879"/>
                  </a:lnTo>
                  <a:lnTo>
                    <a:pt x="165049" y="52793"/>
                  </a:lnTo>
                  <a:lnTo>
                    <a:pt x="156070" y="52793"/>
                  </a:lnTo>
                  <a:lnTo>
                    <a:pt x="151993" y="51193"/>
                  </a:lnTo>
                  <a:lnTo>
                    <a:pt x="145986" y="44805"/>
                  </a:lnTo>
                  <a:lnTo>
                    <a:pt x="144297" y="40055"/>
                  </a:lnTo>
                  <a:lnTo>
                    <a:pt x="143929" y="33743"/>
                  </a:lnTo>
                  <a:lnTo>
                    <a:pt x="186918" y="33743"/>
                  </a:lnTo>
                  <a:lnTo>
                    <a:pt x="186918" y="25501"/>
                  </a:lnTo>
                  <a:lnTo>
                    <a:pt x="186918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3" name="object 213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3615605" y="5148705"/>
              <a:ext cx="519195" cy="235700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3615055" y="5305996"/>
              <a:ext cx="187960" cy="62230"/>
            </a:xfrm>
            <a:custGeom>
              <a:avLst/>
              <a:gdLst/>
              <a:ahLst/>
              <a:cxnLst/>
              <a:rect l="l" t="t" r="r" b="b"/>
              <a:pathLst>
                <a:path w="187960" h="62229">
                  <a:moveTo>
                    <a:pt x="56362" y="60185"/>
                  </a:moveTo>
                  <a:lnTo>
                    <a:pt x="55245" y="60185"/>
                  </a:lnTo>
                  <a:lnTo>
                    <a:pt x="55245" y="52133"/>
                  </a:lnTo>
                  <a:lnTo>
                    <a:pt x="50266" y="52133"/>
                  </a:lnTo>
                  <a:lnTo>
                    <a:pt x="49377" y="51866"/>
                  </a:lnTo>
                  <a:lnTo>
                    <a:pt x="48234" y="50863"/>
                  </a:lnTo>
                  <a:lnTo>
                    <a:pt x="47929" y="50025"/>
                  </a:lnTo>
                  <a:lnTo>
                    <a:pt x="47891" y="48336"/>
                  </a:lnTo>
                  <a:lnTo>
                    <a:pt x="47891" y="31851"/>
                  </a:lnTo>
                  <a:lnTo>
                    <a:pt x="47891" y="16560"/>
                  </a:lnTo>
                  <a:lnTo>
                    <a:pt x="45923" y="10668"/>
                  </a:lnTo>
                  <a:lnTo>
                    <a:pt x="44297" y="8902"/>
                  </a:lnTo>
                  <a:lnTo>
                    <a:pt x="38049" y="2133"/>
                  </a:lnTo>
                  <a:lnTo>
                    <a:pt x="32524" y="0"/>
                  </a:lnTo>
                  <a:lnTo>
                    <a:pt x="18707" y="0"/>
                  </a:lnTo>
                  <a:lnTo>
                    <a:pt x="13271" y="1727"/>
                  </a:lnTo>
                  <a:lnTo>
                    <a:pt x="4876" y="8636"/>
                  </a:lnTo>
                  <a:lnTo>
                    <a:pt x="2222" y="13144"/>
                  </a:lnTo>
                  <a:lnTo>
                    <a:pt x="1092" y="18783"/>
                  </a:lnTo>
                  <a:lnTo>
                    <a:pt x="2044" y="18783"/>
                  </a:lnTo>
                  <a:lnTo>
                    <a:pt x="11023" y="19494"/>
                  </a:lnTo>
                  <a:lnTo>
                    <a:pt x="21310" y="8902"/>
                  </a:lnTo>
                  <a:lnTo>
                    <a:pt x="29629" y="8902"/>
                  </a:lnTo>
                  <a:lnTo>
                    <a:pt x="32867" y="10134"/>
                  </a:lnTo>
                  <a:lnTo>
                    <a:pt x="37401" y="15036"/>
                  </a:lnTo>
                  <a:lnTo>
                    <a:pt x="38531" y="18783"/>
                  </a:lnTo>
                  <a:lnTo>
                    <a:pt x="38531" y="23837"/>
                  </a:lnTo>
                  <a:lnTo>
                    <a:pt x="38531" y="31851"/>
                  </a:lnTo>
                  <a:lnTo>
                    <a:pt x="24498" y="53467"/>
                  </a:lnTo>
                  <a:lnTo>
                    <a:pt x="17145" y="53467"/>
                  </a:lnTo>
                  <a:lnTo>
                    <a:pt x="14782" y="52781"/>
                  </a:lnTo>
                  <a:lnTo>
                    <a:pt x="14617" y="52781"/>
                  </a:lnTo>
                  <a:lnTo>
                    <a:pt x="10744" y="49657"/>
                  </a:lnTo>
                  <a:lnTo>
                    <a:pt x="9791" y="47523"/>
                  </a:lnTo>
                  <a:lnTo>
                    <a:pt x="9791" y="42329"/>
                  </a:lnTo>
                  <a:lnTo>
                    <a:pt x="20485" y="35420"/>
                  </a:lnTo>
                  <a:lnTo>
                    <a:pt x="38531" y="31851"/>
                  </a:lnTo>
                  <a:lnTo>
                    <a:pt x="38531" y="23837"/>
                  </a:lnTo>
                  <a:lnTo>
                    <a:pt x="12242" y="29108"/>
                  </a:lnTo>
                  <a:lnTo>
                    <a:pt x="7518" y="31127"/>
                  </a:lnTo>
                  <a:lnTo>
                    <a:pt x="1498" y="36703"/>
                  </a:lnTo>
                  <a:lnTo>
                    <a:pt x="101" y="40335"/>
                  </a:lnTo>
                  <a:lnTo>
                    <a:pt x="0" y="48856"/>
                  </a:lnTo>
                  <a:lnTo>
                    <a:pt x="850" y="51663"/>
                  </a:lnTo>
                  <a:lnTo>
                    <a:pt x="4267" y="56489"/>
                  </a:lnTo>
                  <a:lnTo>
                    <a:pt x="6604" y="58369"/>
                  </a:lnTo>
                  <a:lnTo>
                    <a:pt x="12750" y="61137"/>
                  </a:lnTo>
                  <a:lnTo>
                    <a:pt x="13004" y="61137"/>
                  </a:lnTo>
                  <a:lnTo>
                    <a:pt x="15887" y="61709"/>
                  </a:lnTo>
                  <a:lnTo>
                    <a:pt x="23012" y="61709"/>
                  </a:lnTo>
                  <a:lnTo>
                    <a:pt x="26212" y="61137"/>
                  </a:lnTo>
                  <a:lnTo>
                    <a:pt x="32143" y="58826"/>
                  </a:lnTo>
                  <a:lnTo>
                    <a:pt x="34620" y="57238"/>
                  </a:lnTo>
                  <a:lnTo>
                    <a:pt x="38125" y="53594"/>
                  </a:lnTo>
                  <a:lnTo>
                    <a:pt x="38252" y="53467"/>
                  </a:lnTo>
                  <a:lnTo>
                    <a:pt x="38557" y="53149"/>
                  </a:lnTo>
                  <a:lnTo>
                    <a:pt x="38760" y="52781"/>
                  </a:lnTo>
                  <a:lnTo>
                    <a:pt x="38696" y="51663"/>
                  </a:lnTo>
                  <a:lnTo>
                    <a:pt x="38785" y="52133"/>
                  </a:lnTo>
                  <a:lnTo>
                    <a:pt x="38874" y="52552"/>
                  </a:lnTo>
                  <a:lnTo>
                    <a:pt x="39090" y="52146"/>
                  </a:lnTo>
                  <a:lnTo>
                    <a:pt x="39090" y="53594"/>
                  </a:lnTo>
                  <a:lnTo>
                    <a:pt x="40868" y="57238"/>
                  </a:lnTo>
                  <a:lnTo>
                    <a:pt x="42189" y="58547"/>
                  </a:lnTo>
                  <a:lnTo>
                    <a:pt x="45681" y="60185"/>
                  </a:lnTo>
                  <a:lnTo>
                    <a:pt x="47815" y="60591"/>
                  </a:lnTo>
                  <a:lnTo>
                    <a:pt x="53898" y="60591"/>
                  </a:lnTo>
                  <a:lnTo>
                    <a:pt x="56362" y="60185"/>
                  </a:lnTo>
                  <a:close/>
                </a:path>
                <a:path w="187960" h="62229">
                  <a:moveTo>
                    <a:pt x="120967" y="1333"/>
                  </a:moveTo>
                  <a:lnTo>
                    <a:pt x="104584" y="1333"/>
                  </a:lnTo>
                  <a:lnTo>
                    <a:pt x="101206" y="2578"/>
                  </a:lnTo>
                  <a:lnTo>
                    <a:pt x="96164" y="7556"/>
                  </a:lnTo>
                  <a:lnTo>
                    <a:pt x="94602" y="11353"/>
                  </a:lnTo>
                  <a:lnTo>
                    <a:pt x="94640" y="12674"/>
                  </a:lnTo>
                  <a:lnTo>
                    <a:pt x="94576" y="11531"/>
                  </a:lnTo>
                  <a:lnTo>
                    <a:pt x="94475" y="9575"/>
                  </a:lnTo>
                  <a:lnTo>
                    <a:pt x="94208" y="5003"/>
                  </a:lnTo>
                  <a:lnTo>
                    <a:pt x="94081" y="2578"/>
                  </a:lnTo>
                  <a:lnTo>
                    <a:pt x="94005" y="1333"/>
                  </a:lnTo>
                  <a:lnTo>
                    <a:pt x="70840" y="1333"/>
                  </a:lnTo>
                  <a:lnTo>
                    <a:pt x="70840" y="9575"/>
                  </a:lnTo>
                  <a:lnTo>
                    <a:pt x="86207" y="9575"/>
                  </a:lnTo>
                  <a:lnTo>
                    <a:pt x="86207" y="52133"/>
                  </a:lnTo>
                  <a:lnTo>
                    <a:pt x="70840" y="52133"/>
                  </a:lnTo>
                  <a:lnTo>
                    <a:pt x="70840" y="60375"/>
                  </a:lnTo>
                  <a:lnTo>
                    <a:pt x="114274" y="60375"/>
                  </a:lnTo>
                  <a:lnTo>
                    <a:pt x="114274" y="56578"/>
                  </a:lnTo>
                  <a:lnTo>
                    <a:pt x="114274" y="52133"/>
                  </a:lnTo>
                  <a:lnTo>
                    <a:pt x="95567" y="52133"/>
                  </a:lnTo>
                  <a:lnTo>
                    <a:pt x="95567" y="21463"/>
                  </a:lnTo>
                  <a:lnTo>
                    <a:pt x="96088" y="18732"/>
                  </a:lnTo>
                  <a:lnTo>
                    <a:pt x="96837" y="17157"/>
                  </a:lnTo>
                  <a:lnTo>
                    <a:pt x="98171" y="14351"/>
                  </a:lnTo>
                  <a:lnTo>
                    <a:pt x="99669" y="12674"/>
                  </a:lnTo>
                  <a:lnTo>
                    <a:pt x="103606" y="10375"/>
                  </a:lnTo>
                  <a:lnTo>
                    <a:pt x="106032" y="9804"/>
                  </a:lnTo>
                  <a:lnTo>
                    <a:pt x="120967" y="9804"/>
                  </a:lnTo>
                  <a:lnTo>
                    <a:pt x="120967" y="1333"/>
                  </a:lnTo>
                  <a:close/>
                </a:path>
                <a:path w="187960" h="62229">
                  <a:moveTo>
                    <a:pt x="187464" y="24358"/>
                  </a:moveTo>
                  <a:lnTo>
                    <a:pt x="186601" y="20015"/>
                  </a:lnTo>
                  <a:lnTo>
                    <a:pt x="186550" y="19786"/>
                  </a:lnTo>
                  <a:lnTo>
                    <a:pt x="186436" y="19189"/>
                  </a:lnTo>
                  <a:lnTo>
                    <a:pt x="177215" y="5054"/>
                  </a:lnTo>
                  <a:lnTo>
                    <a:pt x="177215" y="25501"/>
                  </a:lnTo>
                  <a:lnTo>
                    <a:pt x="144462" y="25501"/>
                  </a:lnTo>
                  <a:lnTo>
                    <a:pt x="145288" y="20015"/>
                  </a:lnTo>
                  <a:lnTo>
                    <a:pt x="147154" y="15875"/>
                  </a:lnTo>
                  <a:lnTo>
                    <a:pt x="153022" y="10299"/>
                  </a:lnTo>
                  <a:lnTo>
                    <a:pt x="156756" y="8902"/>
                  </a:lnTo>
                  <a:lnTo>
                    <a:pt x="165671" y="8902"/>
                  </a:lnTo>
                  <a:lnTo>
                    <a:pt x="177126" y="24358"/>
                  </a:lnTo>
                  <a:lnTo>
                    <a:pt x="177215" y="25501"/>
                  </a:lnTo>
                  <a:lnTo>
                    <a:pt x="177215" y="5054"/>
                  </a:lnTo>
                  <a:lnTo>
                    <a:pt x="171056" y="1282"/>
                  </a:lnTo>
                  <a:lnTo>
                    <a:pt x="171221" y="1282"/>
                  </a:lnTo>
                  <a:lnTo>
                    <a:pt x="166408" y="0"/>
                  </a:lnTo>
                  <a:lnTo>
                    <a:pt x="155867" y="0"/>
                  </a:lnTo>
                  <a:lnTo>
                    <a:pt x="134658" y="37096"/>
                  </a:lnTo>
                  <a:lnTo>
                    <a:pt x="135763" y="42532"/>
                  </a:lnTo>
                  <a:lnTo>
                    <a:pt x="156159" y="61709"/>
                  </a:lnTo>
                  <a:lnTo>
                    <a:pt x="167970" y="61709"/>
                  </a:lnTo>
                  <a:lnTo>
                    <a:pt x="173266" y="60020"/>
                  </a:lnTo>
                  <a:lnTo>
                    <a:pt x="181952" y="53263"/>
                  </a:lnTo>
                  <a:lnTo>
                    <a:pt x="182270" y="52793"/>
                  </a:lnTo>
                  <a:lnTo>
                    <a:pt x="184899" y="48933"/>
                  </a:lnTo>
                  <a:lnTo>
                    <a:pt x="186461" y="43662"/>
                  </a:lnTo>
                  <a:lnTo>
                    <a:pt x="176441" y="42887"/>
                  </a:lnTo>
                  <a:lnTo>
                    <a:pt x="175475" y="45847"/>
                  </a:lnTo>
                  <a:lnTo>
                    <a:pt x="173748" y="48247"/>
                  </a:lnTo>
                  <a:lnTo>
                    <a:pt x="168770" y="51892"/>
                  </a:lnTo>
                  <a:lnTo>
                    <a:pt x="165595" y="52793"/>
                  </a:lnTo>
                  <a:lnTo>
                    <a:pt x="156603" y="52793"/>
                  </a:lnTo>
                  <a:lnTo>
                    <a:pt x="152539" y="51193"/>
                  </a:lnTo>
                  <a:lnTo>
                    <a:pt x="146532" y="44818"/>
                  </a:lnTo>
                  <a:lnTo>
                    <a:pt x="144843" y="40055"/>
                  </a:lnTo>
                  <a:lnTo>
                    <a:pt x="144462" y="33743"/>
                  </a:lnTo>
                  <a:lnTo>
                    <a:pt x="187464" y="33743"/>
                  </a:lnTo>
                  <a:lnTo>
                    <a:pt x="187464" y="25501"/>
                  </a:lnTo>
                  <a:lnTo>
                    <a:pt x="187464" y="243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5" name="object 215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4219456" y="5287163"/>
              <a:ext cx="920973" cy="95906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5172734" y="535277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7" name="object 217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4418065" y="5142467"/>
            <a:ext cx="584464" cy="80424"/>
          </a:xfrm>
          <a:prstGeom prst="rect">
            <a:avLst/>
          </a:prstGeom>
        </p:spPr>
      </p:pic>
      <p:pic>
        <p:nvPicPr>
          <p:cNvPr id="218" name="object 218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5088299" y="5148705"/>
            <a:ext cx="518744" cy="74185"/>
          </a:xfrm>
          <a:prstGeom prst="rect">
            <a:avLst/>
          </a:prstGeom>
        </p:spPr>
      </p:pic>
      <p:grpSp>
        <p:nvGrpSpPr>
          <p:cNvPr id="219" name="object 219"/>
          <p:cNvGrpSpPr/>
          <p:nvPr/>
        </p:nvGrpSpPr>
        <p:grpSpPr>
          <a:xfrm>
            <a:off x="5687461" y="5142467"/>
            <a:ext cx="301625" cy="95885"/>
            <a:chOff x="5687461" y="5142467"/>
            <a:chExt cx="301625" cy="95885"/>
          </a:xfrm>
        </p:grpSpPr>
        <p:pic>
          <p:nvPicPr>
            <p:cNvPr id="220" name="object 22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5687461" y="5142467"/>
              <a:ext cx="254977" cy="95796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5974742" y="520796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2" name="object 222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2679377" y="5287274"/>
            <a:ext cx="184462" cy="80424"/>
          </a:xfrm>
          <a:prstGeom prst="rect">
            <a:avLst/>
          </a:prstGeom>
        </p:spPr>
      </p:pic>
      <p:pic>
        <p:nvPicPr>
          <p:cNvPr id="223" name="object 223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2943594" y="5287274"/>
            <a:ext cx="591592" cy="80424"/>
          </a:xfrm>
          <a:prstGeom prst="rect">
            <a:avLst/>
          </a:prstGeom>
        </p:spPr>
      </p:pic>
      <p:pic>
        <p:nvPicPr>
          <p:cNvPr id="224" name="object 224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556950" y="5516737"/>
            <a:ext cx="155946" cy="155947"/>
          </a:xfrm>
          <a:prstGeom prst="rect">
            <a:avLst/>
          </a:prstGeom>
        </p:spPr>
      </p:pic>
      <p:pic>
        <p:nvPicPr>
          <p:cNvPr id="225" name="object 225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806766" y="5553363"/>
            <a:ext cx="229426" cy="99181"/>
          </a:xfrm>
          <a:prstGeom prst="rect">
            <a:avLst/>
          </a:prstGeom>
        </p:spPr>
      </p:pic>
      <p:sp>
        <p:nvSpPr>
          <p:cNvPr id="226" name="object 226"/>
          <p:cNvSpPr/>
          <p:nvPr/>
        </p:nvSpPr>
        <p:spPr>
          <a:xfrm>
            <a:off x="1129220" y="5555513"/>
            <a:ext cx="686435" cy="116839"/>
          </a:xfrm>
          <a:custGeom>
            <a:avLst/>
            <a:gdLst/>
            <a:ahLst/>
            <a:cxnLst/>
            <a:rect l="l" t="t" r="r" b="b"/>
            <a:pathLst>
              <a:path w="686435" h="116839">
                <a:moveTo>
                  <a:pt x="67360" y="80518"/>
                </a:moveTo>
                <a:lnTo>
                  <a:pt x="44589" y="80518"/>
                </a:lnTo>
                <a:lnTo>
                  <a:pt x="44589" y="15468"/>
                </a:lnTo>
                <a:lnTo>
                  <a:pt x="42646" y="9690"/>
                </a:lnTo>
                <a:lnTo>
                  <a:pt x="34899" y="1930"/>
                </a:lnTo>
                <a:lnTo>
                  <a:pt x="29121" y="0"/>
                </a:lnTo>
                <a:lnTo>
                  <a:pt x="2667" y="0"/>
                </a:lnTo>
                <a:lnTo>
                  <a:pt x="2667" y="14376"/>
                </a:lnTo>
                <a:lnTo>
                  <a:pt x="20866" y="14376"/>
                </a:lnTo>
                <a:lnTo>
                  <a:pt x="22923" y="15087"/>
                </a:lnTo>
                <a:lnTo>
                  <a:pt x="25755" y="17919"/>
                </a:lnTo>
                <a:lnTo>
                  <a:pt x="26466" y="19977"/>
                </a:lnTo>
                <a:lnTo>
                  <a:pt x="26466" y="80518"/>
                </a:lnTo>
                <a:lnTo>
                  <a:pt x="0" y="80518"/>
                </a:lnTo>
                <a:lnTo>
                  <a:pt x="0" y="94894"/>
                </a:lnTo>
                <a:lnTo>
                  <a:pt x="67360" y="94894"/>
                </a:lnTo>
                <a:lnTo>
                  <a:pt x="67360" y="90081"/>
                </a:lnTo>
                <a:lnTo>
                  <a:pt x="67360" y="80518"/>
                </a:lnTo>
                <a:close/>
              </a:path>
              <a:path w="686435" h="116839">
                <a:moveTo>
                  <a:pt x="147828" y="51460"/>
                </a:moveTo>
                <a:lnTo>
                  <a:pt x="129006" y="24625"/>
                </a:lnTo>
                <a:lnTo>
                  <a:pt x="129006" y="52146"/>
                </a:lnTo>
                <a:lnTo>
                  <a:pt x="129006" y="65925"/>
                </a:lnTo>
                <a:lnTo>
                  <a:pt x="127698" y="71221"/>
                </a:lnTo>
                <a:lnTo>
                  <a:pt x="122466" y="78663"/>
                </a:lnTo>
                <a:lnTo>
                  <a:pt x="118732" y="80518"/>
                </a:lnTo>
                <a:lnTo>
                  <a:pt x="109029" y="80518"/>
                </a:lnTo>
                <a:lnTo>
                  <a:pt x="105295" y="78663"/>
                </a:lnTo>
                <a:lnTo>
                  <a:pt x="100063" y="71221"/>
                </a:lnTo>
                <a:lnTo>
                  <a:pt x="98755" y="65925"/>
                </a:lnTo>
                <a:lnTo>
                  <a:pt x="98755" y="52146"/>
                </a:lnTo>
                <a:lnTo>
                  <a:pt x="100063" y="46863"/>
                </a:lnTo>
                <a:lnTo>
                  <a:pt x="105295" y="39484"/>
                </a:lnTo>
                <a:lnTo>
                  <a:pt x="109029" y="37630"/>
                </a:lnTo>
                <a:lnTo>
                  <a:pt x="118732" y="37630"/>
                </a:lnTo>
                <a:lnTo>
                  <a:pt x="122466" y="39484"/>
                </a:lnTo>
                <a:lnTo>
                  <a:pt x="127698" y="46863"/>
                </a:lnTo>
                <a:lnTo>
                  <a:pt x="129006" y="52146"/>
                </a:lnTo>
                <a:lnTo>
                  <a:pt x="129006" y="24625"/>
                </a:lnTo>
                <a:lnTo>
                  <a:pt x="126593" y="23177"/>
                </a:lnTo>
                <a:lnTo>
                  <a:pt x="120650" y="21653"/>
                </a:lnTo>
                <a:lnTo>
                  <a:pt x="107111" y="21653"/>
                </a:lnTo>
                <a:lnTo>
                  <a:pt x="79933" y="51460"/>
                </a:lnTo>
                <a:lnTo>
                  <a:pt x="79933" y="66675"/>
                </a:lnTo>
                <a:lnTo>
                  <a:pt x="107111" y="96507"/>
                </a:lnTo>
                <a:lnTo>
                  <a:pt x="120650" y="96507"/>
                </a:lnTo>
                <a:lnTo>
                  <a:pt x="126593" y="94970"/>
                </a:lnTo>
                <a:lnTo>
                  <a:pt x="136779" y="88861"/>
                </a:lnTo>
                <a:lnTo>
                  <a:pt x="140754" y="84518"/>
                </a:lnTo>
                <a:lnTo>
                  <a:pt x="142760" y="80518"/>
                </a:lnTo>
                <a:lnTo>
                  <a:pt x="146418" y="73279"/>
                </a:lnTo>
                <a:lnTo>
                  <a:pt x="147828" y="66675"/>
                </a:lnTo>
                <a:lnTo>
                  <a:pt x="147828" y="51460"/>
                </a:lnTo>
                <a:close/>
              </a:path>
              <a:path w="686435" h="116839">
                <a:moveTo>
                  <a:pt x="224561" y="94894"/>
                </a:moveTo>
                <a:lnTo>
                  <a:pt x="224485" y="42824"/>
                </a:lnTo>
                <a:lnTo>
                  <a:pt x="223761" y="38620"/>
                </a:lnTo>
                <a:lnTo>
                  <a:pt x="223113" y="36995"/>
                </a:lnTo>
                <a:lnTo>
                  <a:pt x="220548" y="30556"/>
                </a:lnTo>
                <a:lnTo>
                  <a:pt x="218186" y="27482"/>
                </a:lnTo>
                <a:lnTo>
                  <a:pt x="215087" y="25260"/>
                </a:lnTo>
                <a:lnTo>
                  <a:pt x="211594" y="22796"/>
                </a:lnTo>
                <a:lnTo>
                  <a:pt x="207378" y="21653"/>
                </a:lnTo>
                <a:lnTo>
                  <a:pt x="198285" y="21653"/>
                </a:lnTo>
                <a:lnTo>
                  <a:pt x="180505" y="35394"/>
                </a:lnTo>
                <a:lnTo>
                  <a:pt x="180441" y="33515"/>
                </a:lnTo>
                <a:lnTo>
                  <a:pt x="180365" y="30556"/>
                </a:lnTo>
                <a:lnTo>
                  <a:pt x="180276" y="27482"/>
                </a:lnTo>
                <a:lnTo>
                  <a:pt x="180149" y="23253"/>
                </a:lnTo>
                <a:lnTo>
                  <a:pt x="163601" y="23253"/>
                </a:lnTo>
                <a:lnTo>
                  <a:pt x="163601" y="94894"/>
                </a:lnTo>
                <a:lnTo>
                  <a:pt x="181724" y="94894"/>
                </a:lnTo>
                <a:lnTo>
                  <a:pt x="181724" y="49784"/>
                </a:lnTo>
                <a:lnTo>
                  <a:pt x="182257" y="47244"/>
                </a:lnTo>
                <a:lnTo>
                  <a:pt x="192913" y="36995"/>
                </a:lnTo>
                <a:lnTo>
                  <a:pt x="199085" y="36995"/>
                </a:lnTo>
                <a:lnTo>
                  <a:pt x="201841" y="38252"/>
                </a:lnTo>
                <a:lnTo>
                  <a:pt x="205511" y="43294"/>
                </a:lnTo>
                <a:lnTo>
                  <a:pt x="206324" y="46774"/>
                </a:lnTo>
                <a:lnTo>
                  <a:pt x="206438" y="94894"/>
                </a:lnTo>
                <a:lnTo>
                  <a:pt x="224561" y="94894"/>
                </a:lnTo>
                <a:close/>
              </a:path>
              <a:path w="686435" h="116839">
                <a:moveTo>
                  <a:pt x="307428" y="23253"/>
                </a:moveTo>
                <a:lnTo>
                  <a:pt x="289839" y="23253"/>
                </a:lnTo>
                <a:lnTo>
                  <a:pt x="289725" y="27101"/>
                </a:lnTo>
                <a:lnTo>
                  <a:pt x="289636" y="30187"/>
                </a:lnTo>
                <a:lnTo>
                  <a:pt x="289521" y="34163"/>
                </a:lnTo>
                <a:lnTo>
                  <a:pt x="289344" y="33782"/>
                </a:lnTo>
                <a:lnTo>
                  <a:pt x="289344" y="52222"/>
                </a:lnTo>
                <a:lnTo>
                  <a:pt x="289267" y="63258"/>
                </a:lnTo>
                <a:lnTo>
                  <a:pt x="287832" y="68237"/>
                </a:lnTo>
                <a:lnTo>
                  <a:pt x="282194" y="74942"/>
                </a:lnTo>
                <a:lnTo>
                  <a:pt x="278523" y="76619"/>
                </a:lnTo>
                <a:lnTo>
                  <a:pt x="269189" y="76619"/>
                </a:lnTo>
                <a:lnTo>
                  <a:pt x="265404" y="74942"/>
                </a:lnTo>
                <a:lnTo>
                  <a:pt x="259969" y="68237"/>
                </a:lnTo>
                <a:lnTo>
                  <a:pt x="258610" y="63258"/>
                </a:lnTo>
                <a:lnTo>
                  <a:pt x="258660" y="49847"/>
                </a:lnTo>
                <a:lnTo>
                  <a:pt x="289344" y="52222"/>
                </a:lnTo>
                <a:lnTo>
                  <a:pt x="289344" y="33782"/>
                </a:lnTo>
                <a:lnTo>
                  <a:pt x="287705" y="30187"/>
                </a:lnTo>
                <a:lnTo>
                  <a:pt x="285051" y="27101"/>
                </a:lnTo>
                <a:lnTo>
                  <a:pt x="278079" y="22745"/>
                </a:lnTo>
                <a:lnTo>
                  <a:pt x="273926" y="21653"/>
                </a:lnTo>
                <a:lnTo>
                  <a:pt x="263372" y="21653"/>
                </a:lnTo>
                <a:lnTo>
                  <a:pt x="239788" y="49847"/>
                </a:lnTo>
                <a:lnTo>
                  <a:pt x="239788" y="63728"/>
                </a:lnTo>
                <a:lnTo>
                  <a:pt x="263766" y="91160"/>
                </a:lnTo>
                <a:lnTo>
                  <a:pt x="274472" y="91160"/>
                </a:lnTo>
                <a:lnTo>
                  <a:pt x="278625" y="90144"/>
                </a:lnTo>
                <a:lnTo>
                  <a:pt x="285203" y="86118"/>
                </a:lnTo>
                <a:lnTo>
                  <a:pt x="287667" y="83451"/>
                </a:lnTo>
                <a:lnTo>
                  <a:pt x="289306" y="80137"/>
                </a:lnTo>
                <a:lnTo>
                  <a:pt x="289242" y="92938"/>
                </a:lnTo>
                <a:lnTo>
                  <a:pt x="288048" y="95973"/>
                </a:lnTo>
                <a:lnTo>
                  <a:pt x="287985" y="96126"/>
                </a:lnTo>
                <a:lnTo>
                  <a:pt x="282727" y="100698"/>
                </a:lnTo>
                <a:lnTo>
                  <a:pt x="278879" y="101854"/>
                </a:lnTo>
                <a:lnTo>
                  <a:pt x="270179" y="101854"/>
                </a:lnTo>
                <a:lnTo>
                  <a:pt x="267385" y="101231"/>
                </a:lnTo>
                <a:lnTo>
                  <a:pt x="263448" y="98729"/>
                </a:lnTo>
                <a:lnTo>
                  <a:pt x="262089" y="97015"/>
                </a:lnTo>
                <a:lnTo>
                  <a:pt x="261340" y="94843"/>
                </a:lnTo>
                <a:lnTo>
                  <a:pt x="242366" y="95973"/>
                </a:lnTo>
                <a:lnTo>
                  <a:pt x="267970" y="116547"/>
                </a:lnTo>
                <a:lnTo>
                  <a:pt x="280631" y="116547"/>
                </a:lnTo>
                <a:lnTo>
                  <a:pt x="307428" y="92938"/>
                </a:lnTo>
                <a:lnTo>
                  <a:pt x="307428" y="80137"/>
                </a:lnTo>
                <a:lnTo>
                  <a:pt x="307428" y="76619"/>
                </a:lnTo>
                <a:lnTo>
                  <a:pt x="307428" y="36347"/>
                </a:lnTo>
                <a:lnTo>
                  <a:pt x="307428" y="34163"/>
                </a:lnTo>
                <a:lnTo>
                  <a:pt x="307428" y="23253"/>
                </a:lnTo>
                <a:close/>
              </a:path>
              <a:path w="686435" h="116839">
                <a:moveTo>
                  <a:pt x="385495" y="94894"/>
                </a:moveTo>
                <a:lnTo>
                  <a:pt x="323469" y="94894"/>
                </a:lnTo>
                <a:lnTo>
                  <a:pt x="323469" y="111099"/>
                </a:lnTo>
                <a:lnTo>
                  <a:pt x="385495" y="111099"/>
                </a:lnTo>
                <a:lnTo>
                  <a:pt x="385495" y="94894"/>
                </a:lnTo>
                <a:close/>
              </a:path>
              <a:path w="686435" h="116839">
                <a:moveTo>
                  <a:pt x="468528" y="68326"/>
                </a:moveTo>
                <a:lnTo>
                  <a:pt x="450507" y="67360"/>
                </a:lnTo>
                <a:lnTo>
                  <a:pt x="449656" y="71640"/>
                </a:lnTo>
                <a:lnTo>
                  <a:pt x="447954" y="74904"/>
                </a:lnTo>
                <a:lnTo>
                  <a:pt x="442874" y="79387"/>
                </a:lnTo>
                <a:lnTo>
                  <a:pt x="439762" y="80518"/>
                </a:lnTo>
                <a:lnTo>
                  <a:pt x="431114" y="80518"/>
                </a:lnTo>
                <a:lnTo>
                  <a:pt x="427228" y="78600"/>
                </a:lnTo>
                <a:lnTo>
                  <a:pt x="421601" y="70954"/>
                </a:lnTo>
                <a:lnTo>
                  <a:pt x="420192" y="65722"/>
                </a:lnTo>
                <a:lnTo>
                  <a:pt x="420192" y="52425"/>
                </a:lnTo>
                <a:lnTo>
                  <a:pt x="421601" y="47193"/>
                </a:lnTo>
                <a:lnTo>
                  <a:pt x="427228" y="39547"/>
                </a:lnTo>
                <a:lnTo>
                  <a:pt x="431114" y="37630"/>
                </a:lnTo>
                <a:lnTo>
                  <a:pt x="439712" y="37630"/>
                </a:lnTo>
                <a:lnTo>
                  <a:pt x="442760" y="38709"/>
                </a:lnTo>
                <a:lnTo>
                  <a:pt x="447687" y="42976"/>
                </a:lnTo>
                <a:lnTo>
                  <a:pt x="449376" y="46062"/>
                </a:lnTo>
                <a:lnTo>
                  <a:pt x="450291" y="50088"/>
                </a:lnTo>
                <a:lnTo>
                  <a:pt x="468312" y="49136"/>
                </a:lnTo>
                <a:lnTo>
                  <a:pt x="441540" y="21653"/>
                </a:lnTo>
                <a:lnTo>
                  <a:pt x="429107" y="21653"/>
                </a:lnTo>
                <a:lnTo>
                  <a:pt x="401370" y="51638"/>
                </a:lnTo>
                <a:lnTo>
                  <a:pt x="401370" y="66509"/>
                </a:lnTo>
                <a:lnTo>
                  <a:pt x="429107" y="96507"/>
                </a:lnTo>
                <a:lnTo>
                  <a:pt x="435914" y="96507"/>
                </a:lnTo>
                <a:lnTo>
                  <a:pt x="441591" y="96507"/>
                </a:lnTo>
                <a:lnTo>
                  <a:pt x="467753" y="73952"/>
                </a:lnTo>
                <a:lnTo>
                  <a:pt x="468528" y="68326"/>
                </a:lnTo>
                <a:close/>
              </a:path>
              <a:path w="686435" h="116839">
                <a:moveTo>
                  <a:pt x="548830" y="51460"/>
                </a:moveTo>
                <a:lnTo>
                  <a:pt x="530009" y="24638"/>
                </a:lnTo>
                <a:lnTo>
                  <a:pt x="530009" y="52146"/>
                </a:lnTo>
                <a:lnTo>
                  <a:pt x="530009" y="65925"/>
                </a:lnTo>
                <a:lnTo>
                  <a:pt x="528701" y="71221"/>
                </a:lnTo>
                <a:lnTo>
                  <a:pt x="523455" y="78663"/>
                </a:lnTo>
                <a:lnTo>
                  <a:pt x="519722" y="80518"/>
                </a:lnTo>
                <a:lnTo>
                  <a:pt x="510032" y="80518"/>
                </a:lnTo>
                <a:lnTo>
                  <a:pt x="506298" y="78663"/>
                </a:lnTo>
                <a:lnTo>
                  <a:pt x="501053" y="71221"/>
                </a:lnTo>
                <a:lnTo>
                  <a:pt x="499745" y="65925"/>
                </a:lnTo>
                <a:lnTo>
                  <a:pt x="499745" y="52146"/>
                </a:lnTo>
                <a:lnTo>
                  <a:pt x="501053" y="46863"/>
                </a:lnTo>
                <a:lnTo>
                  <a:pt x="506298" y="39484"/>
                </a:lnTo>
                <a:lnTo>
                  <a:pt x="510032" y="37630"/>
                </a:lnTo>
                <a:lnTo>
                  <a:pt x="519722" y="37630"/>
                </a:lnTo>
                <a:lnTo>
                  <a:pt x="523455" y="39484"/>
                </a:lnTo>
                <a:lnTo>
                  <a:pt x="528701" y="46863"/>
                </a:lnTo>
                <a:lnTo>
                  <a:pt x="530009" y="52146"/>
                </a:lnTo>
                <a:lnTo>
                  <a:pt x="530009" y="24638"/>
                </a:lnTo>
                <a:lnTo>
                  <a:pt x="527583" y="23177"/>
                </a:lnTo>
                <a:lnTo>
                  <a:pt x="521652" y="21653"/>
                </a:lnTo>
                <a:lnTo>
                  <a:pt x="508101" y="21653"/>
                </a:lnTo>
                <a:lnTo>
                  <a:pt x="480923" y="51460"/>
                </a:lnTo>
                <a:lnTo>
                  <a:pt x="480923" y="66675"/>
                </a:lnTo>
                <a:lnTo>
                  <a:pt x="508101" y="96507"/>
                </a:lnTo>
                <a:lnTo>
                  <a:pt x="521652" y="96507"/>
                </a:lnTo>
                <a:lnTo>
                  <a:pt x="548830" y="66675"/>
                </a:lnTo>
                <a:lnTo>
                  <a:pt x="548830" y="51460"/>
                </a:lnTo>
                <a:close/>
              </a:path>
              <a:path w="686435" h="116839">
                <a:moveTo>
                  <a:pt x="626084" y="23253"/>
                </a:moveTo>
                <a:lnTo>
                  <a:pt x="599567" y="23253"/>
                </a:lnTo>
                <a:lnTo>
                  <a:pt x="599567" y="6438"/>
                </a:lnTo>
                <a:lnTo>
                  <a:pt x="581444" y="6438"/>
                </a:lnTo>
                <a:lnTo>
                  <a:pt x="581444" y="23253"/>
                </a:lnTo>
                <a:lnTo>
                  <a:pt x="560857" y="23253"/>
                </a:lnTo>
                <a:lnTo>
                  <a:pt x="560857" y="37630"/>
                </a:lnTo>
                <a:lnTo>
                  <a:pt x="581444" y="37630"/>
                </a:lnTo>
                <a:lnTo>
                  <a:pt x="581444" y="80111"/>
                </a:lnTo>
                <a:lnTo>
                  <a:pt x="583336" y="85737"/>
                </a:lnTo>
                <a:lnTo>
                  <a:pt x="590918" y="93065"/>
                </a:lnTo>
                <a:lnTo>
                  <a:pt x="596823" y="94894"/>
                </a:lnTo>
                <a:lnTo>
                  <a:pt x="626084" y="94894"/>
                </a:lnTo>
                <a:lnTo>
                  <a:pt x="626084" y="80518"/>
                </a:lnTo>
                <a:lnTo>
                  <a:pt x="605967" y="80518"/>
                </a:lnTo>
                <a:lnTo>
                  <a:pt x="603554" y="79705"/>
                </a:lnTo>
                <a:lnTo>
                  <a:pt x="600367" y="76479"/>
                </a:lnTo>
                <a:lnTo>
                  <a:pt x="599567" y="74028"/>
                </a:lnTo>
                <a:lnTo>
                  <a:pt x="599567" y="37630"/>
                </a:lnTo>
                <a:lnTo>
                  <a:pt x="626084" y="37630"/>
                </a:lnTo>
                <a:lnTo>
                  <a:pt x="626084" y="23253"/>
                </a:lnTo>
                <a:close/>
              </a:path>
              <a:path w="686435" h="116839">
                <a:moveTo>
                  <a:pt x="685838" y="74714"/>
                </a:moveTo>
                <a:lnTo>
                  <a:pt x="664718" y="74714"/>
                </a:lnTo>
                <a:lnTo>
                  <a:pt x="664718" y="94894"/>
                </a:lnTo>
                <a:lnTo>
                  <a:pt x="685838" y="94894"/>
                </a:lnTo>
                <a:lnTo>
                  <a:pt x="685838" y="74714"/>
                </a:lnTo>
                <a:close/>
              </a:path>
              <a:path w="686435" h="116839">
                <a:moveTo>
                  <a:pt x="685838" y="25793"/>
                </a:moveTo>
                <a:lnTo>
                  <a:pt x="664718" y="25793"/>
                </a:lnTo>
                <a:lnTo>
                  <a:pt x="664718" y="45974"/>
                </a:lnTo>
                <a:lnTo>
                  <a:pt x="685838" y="45974"/>
                </a:lnTo>
                <a:lnTo>
                  <a:pt x="685838" y="2579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935276" y="5554167"/>
            <a:ext cx="542290" cy="118110"/>
          </a:xfrm>
          <a:custGeom>
            <a:avLst/>
            <a:gdLst/>
            <a:ahLst/>
            <a:cxnLst/>
            <a:rect l="l" t="t" r="r" b="b"/>
            <a:pathLst>
              <a:path w="542289" h="118110">
                <a:moveTo>
                  <a:pt x="60312" y="96240"/>
                </a:moveTo>
                <a:lnTo>
                  <a:pt x="60261" y="44246"/>
                </a:lnTo>
                <a:lnTo>
                  <a:pt x="59537" y="39916"/>
                </a:lnTo>
                <a:lnTo>
                  <a:pt x="59410" y="39522"/>
                </a:lnTo>
                <a:lnTo>
                  <a:pt x="59055" y="38608"/>
                </a:lnTo>
                <a:lnTo>
                  <a:pt x="58953" y="38341"/>
                </a:lnTo>
                <a:lnTo>
                  <a:pt x="56464" y="31991"/>
                </a:lnTo>
                <a:lnTo>
                  <a:pt x="56349" y="31673"/>
                </a:lnTo>
                <a:lnTo>
                  <a:pt x="53936" y="28536"/>
                </a:lnTo>
                <a:lnTo>
                  <a:pt x="47485" y="24104"/>
                </a:lnTo>
                <a:lnTo>
                  <a:pt x="43421" y="22999"/>
                </a:lnTo>
                <a:lnTo>
                  <a:pt x="34950" y="22999"/>
                </a:lnTo>
                <a:lnTo>
                  <a:pt x="18122" y="34213"/>
                </a:lnTo>
                <a:lnTo>
                  <a:pt x="18122" y="1346"/>
                </a:lnTo>
                <a:lnTo>
                  <a:pt x="17729" y="1346"/>
                </a:lnTo>
                <a:lnTo>
                  <a:pt x="17729" y="34950"/>
                </a:lnTo>
                <a:lnTo>
                  <a:pt x="16713" y="38341"/>
                </a:lnTo>
                <a:lnTo>
                  <a:pt x="16624" y="38608"/>
                </a:lnTo>
                <a:lnTo>
                  <a:pt x="17729" y="34950"/>
                </a:lnTo>
                <a:lnTo>
                  <a:pt x="17729" y="1346"/>
                </a:lnTo>
                <a:lnTo>
                  <a:pt x="0" y="1346"/>
                </a:lnTo>
                <a:lnTo>
                  <a:pt x="0" y="96240"/>
                </a:lnTo>
                <a:lnTo>
                  <a:pt x="18122" y="96240"/>
                </a:lnTo>
                <a:lnTo>
                  <a:pt x="18122" y="49441"/>
                </a:lnTo>
                <a:lnTo>
                  <a:pt x="19392" y="45288"/>
                </a:lnTo>
                <a:lnTo>
                  <a:pt x="24257" y="39916"/>
                </a:lnTo>
                <a:lnTo>
                  <a:pt x="24384" y="39789"/>
                </a:lnTo>
                <a:lnTo>
                  <a:pt x="24917" y="39522"/>
                </a:lnTo>
                <a:lnTo>
                  <a:pt x="27635" y="38341"/>
                </a:lnTo>
                <a:lnTo>
                  <a:pt x="34912" y="38341"/>
                </a:lnTo>
                <a:lnTo>
                  <a:pt x="37528" y="39522"/>
                </a:lnTo>
                <a:lnTo>
                  <a:pt x="41249" y="44246"/>
                </a:lnTo>
                <a:lnTo>
                  <a:pt x="42189" y="48209"/>
                </a:lnTo>
                <a:lnTo>
                  <a:pt x="42189" y="96240"/>
                </a:lnTo>
                <a:lnTo>
                  <a:pt x="60312" y="96240"/>
                </a:lnTo>
                <a:close/>
              </a:path>
              <a:path w="542289" h="118110">
                <a:moveTo>
                  <a:pt x="123317" y="0"/>
                </a:moveTo>
                <a:lnTo>
                  <a:pt x="104876" y="0"/>
                </a:lnTo>
                <a:lnTo>
                  <a:pt x="104876" y="15773"/>
                </a:lnTo>
                <a:lnTo>
                  <a:pt x="123317" y="15773"/>
                </a:lnTo>
                <a:lnTo>
                  <a:pt x="123317" y="0"/>
                </a:lnTo>
                <a:close/>
              </a:path>
              <a:path w="542289" h="118110">
                <a:moveTo>
                  <a:pt x="146177" y="81813"/>
                </a:moveTo>
                <a:lnTo>
                  <a:pt x="123583" y="81813"/>
                </a:lnTo>
                <a:lnTo>
                  <a:pt x="123583" y="39039"/>
                </a:lnTo>
                <a:lnTo>
                  <a:pt x="123583" y="31280"/>
                </a:lnTo>
                <a:lnTo>
                  <a:pt x="123583" y="24599"/>
                </a:lnTo>
                <a:lnTo>
                  <a:pt x="80149" y="24599"/>
                </a:lnTo>
                <a:lnTo>
                  <a:pt x="80149" y="39039"/>
                </a:lnTo>
                <a:lnTo>
                  <a:pt x="105410" y="39039"/>
                </a:lnTo>
                <a:lnTo>
                  <a:pt x="105410" y="81813"/>
                </a:lnTo>
                <a:lnTo>
                  <a:pt x="78816" y="81813"/>
                </a:lnTo>
                <a:lnTo>
                  <a:pt x="78816" y="96240"/>
                </a:lnTo>
                <a:lnTo>
                  <a:pt x="146177" y="96240"/>
                </a:lnTo>
                <a:lnTo>
                  <a:pt x="146177" y="81813"/>
                </a:lnTo>
                <a:close/>
              </a:path>
              <a:path w="542289" h="118110">
                <a:moveTo>
                  <a:pt x="223177" y="24599"/>
                </a:moveTo>
                <a:lnTo>
                  <a:pt x="205574" y="24599"/>
                </a:lnTo>
                <a:lnTo>
                  <a:pt x="205460" y="28448"/>
                </a:lnTo>
                <a:lnTo>
                  <a:pt x="205371" y="31534"/>
                </a:lnTo>
                <a:lnTo>
                  <a:pt x="205257" y="35509"/>
                </a:lnTo>
                <a:lnTo>
                  <a:pt x="205079" y="35128"/>
                </a:lnTo>
                <a:lnTo>
                  <a:pt x="205079" y="53568"/>
                </a:lnTo>
                <a:lnTo>
                  <a:pt x="205016" y="64604"/>
                </a:lnTo>
                <a:lnTo>
                  <a:pt x="203581" y="69583"/>
                </a:lnTo>
                <a:lnTo>
                  <a:pt x="197929" y="76288"/>
                </a:lnTo>
                <a:lnTo>
                  <a:pt x="194259" y="77965"/>
                </a:lnTo>
                <a:lnTo>
                  <a:pt x="184924" y="77965"/>
                </a:lnTo>
                <a:lnTo>
                  <a:pt x="181152" y="76288"/>
                </a:lnTo>
                <a:lnTo>
                  <a:pt x="175717" y="69583"/>
                </a:lnTo>
                <a:lnTo>
                  <a:pt x="174358" y="64604"/>
                </a:lnTo>
                <a:lnTo>
                  <a:pt x="174409" y="51193"/>
                </a:lnTo>
                <a:lnTo>
                  <a:pt x="205079" y="53568"/>
                </a:lnTo>
                <a:lnTo>
                  <a:pt x="205079" y="35128"/>
                </a:lnTo>
                <a:lnTo>
                  <a:pt x="203441" y="31534"/>
                </a:lnTo>
                <a:lnTo>
                  <a:pt x="200787" y="28448"/>
                </a:lnTo>
                <a:lnTo>
                  <a:pt x="193827" y="24091"/>
                </a:lnTo>
                <a:lnTo>
                  <a:pt x="189661" y="22999"/>
                </a:lnTo>
                <a:lnTo>
                  <a:pt x="179108" y="22999"/>
                </a:lnTo>
                <a:lnTo>
                  <a:pt x="155536" y="51193"/>
                </a:lnTo>
                <a:lnTo>
                  <a:pt x="155536" y="65074"/>
                </a:lnTo>
                <a:lnTo>
                  <a:pt x="179501" y="92506"/>
                </a:lnTo>
                <a:lnTo>
                  <a:pt x="190220" y="92506"/>
                </a:lnTo>
                <a:lnTo>
                  <a:pt x="194360" y="91490"/>
                </a:lnTo>
                <a:lnTo>
                  <a:pt x="200939" y="87464"/>
                </a:lnTo>
                <a:lnTo>
                  <a:pt x="203403" y="84797"/>
                </a:lnTo>
                <a:lnTo>
                  <a:pt x="205041" y="81483"/>
                </a:lnTo>
                <a:lnTo>
                  <a:pt x="204990" y="94284"/>
                </a:lnTo>
                <a:lnTo>
                  <a:pt x="203796" y="97320"/>
                </a:lnTo>
                <a:lnTo>
                  <a:pt x="203733" y="97472"/>
                </a:lnTo>
                <a:lnTo>
                  <a:pt x="198475" y="102044"/>
                </a:lnTo>
                <a:lnTo>
                  <a:pt x="194614" y="103200"/>
                </a:lnTo>
                <a:lnTo>
                  <a:pt x="185928" y="103200"/>
                </a:lnTo>
                <a:lnTo>
                  <a:pt x="183134" y="102577"/>
                </a:lnTo>
                <a:lnTo>
                  <a:pt x="179184" y="100076"/>
                </a:lnTo>
                <a:lnTo>
                  <a:pt x="177825" y="98361"/>
                </a:lnTo>
                <a:lnTo>
                  <a:pt x="177076" y="96189"/>
                </a:lnTo>
                <a:lnTo>
                  <a:pt x="158102" y="97320"/>
                </a:lnTo>
                <a:lnTo>
                  <a:pt x="183718" y="117894"/>
                </a:lnTo>
                <a:lnTo>
                  <a:pt x="196367" y="117894"/>
                </a:lnTo>
                <a:lnTo>
                  <a:pt x="221665" y="100076"/>
                </a:lnTo>
                <a:lnTo>
                  <a:pt x="221792" y="99885"/>
                </a:lnTo>
                <a:lnTo>
                  <a:pt x="223177" y="94284"/>
                </a:lnTo>
                <a:lnTo>
                  <a:pt x="223177" y="81483"/>
                </a:lnTo>
                <a:lnTo>
                  <a:pt x="223177" y="77965"/>
                </a:lnTo>
                <a:lnTo>
                  <a:pt x="223177" y="37693"/>
                </a:lnTo>
                <a:lnTo>
                  <a:pt x="223177" y="35509"/>
                </a:lnTo>
                <a:lnTo>
                  <a:pt x="223177" y="24599"/>
                </a:lnTo>
                <a:close/>
              </a:path>
              <a:path w="542289" h="118110">
                <a:moveTo>
                  <a:pt x="300913" y="96240"/>
                </a:moveTo>
                <a:lnTo>
                  <a:pt x="300863" y="44246"/>
                </a:lnTo>
                <a:lnTo>
                  <a:pt x="300139" y="39916"/>
                </a:lnTo>
                <a:lnTo>
                  <a:pt x="300012" y="39522"/>
                </a:lnTo>
                <a:lnTo>
                  <a:pt x="299656" y="38608"/>
                </a:lnTo>
                <a:lnTo>
                  <a:pt x="299554" y="38341"/>
                </a:lnTo>
                <a:lnTo>
                  <a:pt x="297065" y="31991"/>
                </a:lnTo>
                <a:lnTo>
                  <a:pt x="296951" y="31673"/>
                </a:lnTo>
                <a:lnTo>
                  <a:pt x="294538" y="28536"/>
                </a:lnTo>
                <a:lnTo>
                  <a:pt x="288086" y="24104"/>
                </a:lnTo>
                <a:lnTo>
                  <a:pt x="284010" y="22999"/>
                </a:lnTo>
                <a:lnTo>
                  <a:pt x="275551" y="22999"/>
                </a:lnTo>
                <a:lnTo>
                  <a:pt x="258724" y="34213"/>
                </a:lnTo>
                <a:lnTo>
                  <a:pt x="258724" y="1346"/>
                </a:lnTo>
                <a:lnTo>
                  <a:pt x="240601" y="1346"/>
                </a:lnTo>
                <a:lnTo>
                  <a:pt x="240601" y="96240"/>
                </a:lnTo>
                <a:lnTo>
                  <a:pt x="258724" y="96240"/>
                </a:lnTo>
                <a:lnTo>
                  <a:pt x="258724" y="49441"/>
                </a:lnTo>
                <a:lnTo>
                  <a:pt x="259981" y="45288"/>
                </a:lnTo>
                <a:lnTo>
                  <a:pt x="264858" y="39916"/>
                </a:lnTo>
                <a:lnTo>
                  <a:pt x="264972" y="39789"/>
                </a:lnTo>
                <a:lnTo>
                  <a:pt x="265506" y="39522"/>
                </a:lnTo>
                <a:lnTo>
                  <a:pt x="268236" y="38341"/>
                </a:lnTo>
                <a:lnTo>
                  <a:pt x="275501" y="38341"/>
                </a:lnTo>
                <a:lnTo>
                  <a:pt x="278130" y="39522"/>
                </a:lnTo>
                <a:lnTo>
                  <a:pt x="281851" y="44246"/>
                </a:lnTo>
                <a:lnTo>
                  <a:pt x="282790" y="48209"/>
                </a:lnTo>
                <a:lnTo>
                  <a:pt x="282790" y="96240"/>
                </a:lnTo>
                <a:lnTo>
                  <a:pt x="300913" y="96240"/>
                </a:lnTo>
                <a:close/>
              </a:path>
              <a:path w="542289" h="118110">
                <a:moveTo>
                  <a:pt x="384098" y="65341"/>
                </a:moveTo>
                <a:lnTo>
                  <a:pt x="364667" y="25641"/>
                </a:lnTo>
                <a:lnTo>
                  <a:pt x="364667" y="52984"/>
                </a:lnTo>
                <a:lnTo>
                  <a:pt x="335635" y="52984"/>
                </a:lnTo>
                <a:lnTo>
                  <a:pt x="336296" y="48399"/>
                </a:lnTo>
                <a:lnTo>
                  <a:pt x="337908" y="44932"/>
                </a:lnTo>
                <a:lnTo>
                  <a:pt x="343014" y="40170"/>
                </a:lnTo>
                <a:lnTo>
                  <a:pt x="346316" y="38976"/>
                </a:lnTo>
                <a:lnTo>
                  <a:pt x="354342" y="38976"/>
                </a:lnTo>
                <a:lnTo>
                  <a:pt x="364667" y="52984"/>
                </a:lnTo>
                <a:lnTo>
                  <a:pt x="364667" y="25641"/>
                </a:lnTo>
                <a:lnTo>
                  <a:pt x="362953" y="24574"/>
                </a:lnTo>
                <a:lnTo>
                  <a:pt x="357098" y="22999"/>
                </a:lnTo>
                <a:lnTo>
                  <a:pt x="343814" y="22999"/>
                </a:lnTo>
                <a:lnTo>
                  <a:pt x="316738" y="52984"/>
                </a:lnTo>
                <a:lnTo>
                  <a:pt x="316738" y="68008"/>
                </a:lnTo>
                <a:lnTo>
                  <a:pt x="344055" y="97853"/>
                </a:lnTo>
                <a:lnTo>
                  <a:pt x="358813" y="97853"/>
                </a:lnTo>
                <a:lnTo>
                  <a:pt x="382574" y="74625"/>
                </a:lnTo>
                <a:lnTo>
                  <a:pt x="382663" y="74345"/>
                </a:lnTo>
                <a:lnTo>
                  <a:pt x="364451" y="73088"/>
                </a:lnTo>
                <a:lnTo>
                  <a:pt x="363562" y="75742"/>
                </a:lnTo>
                <a:lnTo>
                  <a:pt x="361962" y="77876"/>
                </a:lnTo>
                <a:lnTo>
                  <a:pt x="357327" y="81064"/>
                </a:lnTo>
                <a:lnTo>
                  <a:pt x="354495" y="81864"/>
                </a:lnTo>
                <a:lnTo>
                  <a:pt x="346710" y="81864"/>
                </a:lnTo>
                <a:lnTo>
                  <a:pt x="343077" y="80441"/>
                </a:lnTo>
                <a:lnTo>
                  <a:pt x="337464" y="74752"/>
                </a:lnTo>
                <a:lnTo>
                  <a:pt x="335838" y="70662"/>
                </a:lnTo>
                <a:lnTo>
                  <a:pt x="335394" y="65341"/>
                </a:lnTo>
                <a:lnTo>
                  <a:pt x="384098" y="65341"/>
                </a:lnTo>
                <a:close/>
              </a:path>
              <a:path w="542289" h="118110">
                <a:moveTo>
                  <a:pt x="462114" y="72326"/>
                </a:moveTo>
                <a:lnTo>
                  <a:pt x="431152" y="54038"/>
                </a:lnTo>
                <a:lnTo>
                  <a:pt x="427850" y="53213"/>
                </a:lnTo>
                <a:lnTo>
                  <a:pt x="423151" y="51625"/>
                </a:lnTo>
                <a:lnTo>
                  <a:pt x="421525" y="50685"/>
                </a:lnTo>
                <a:lnTo>
                  <a:pt x="419684" y="48526"/>
                </a:lnTo>
                <a:lnTo>
                  <a:pt x="419227" y="47167"/>
                </a:lnTo>
                <a:lnTo>
                  <a:pt x="419227" y="43599"/>
                </a:lnTo>
                <a:lnTo>
                  <a:pt x="420077" y="41897"/>
                </a:lnTo>
                <a:lnTo>
                  <a:pt x="423468" y="38925"/>
                </a:lnTo>
                <a:lnTo>
                  <a:pt x="426250" y="38176"/>
                </a:lnTo>
                <a:lnTo>
                  <a:pt x="432650" y="38176"/>
                </a:lnTo>
                <a:lnTo>
                  <a:pt x="443560" y="47802"/>
                </a:lnTo>
                <a:lnTo>
                  <a:pt x="461581" y="47002"/>
                </a:lnTo>
                <a:lnTo>
                  <a:pt x="437197" y="22999"/>
                </a:lnTo>
                <a:lnTo>
                  <a:pt x="423494" y="22999"/>
                </a:lnTo>
                <a:lnTo>
                  <a:pt x="400672" y="41351"/>
                </a:lnTo>
                <a:lnTo>
                  <a:pt x="400672" y="49822"/>
                </a:lnTo>
                <a:lnTo>
                  <a:pt x="433590" y="69443"/>
                </a:lnTo>
                <a:lnTo>
                  <a:pt x="436549" y="70192"/>
                </a:lnTo>
                <a:lnTo>
                  <a:pt x="440512" y="71640"/>
                </a:lnTo>
                <a:lnTo>
                  <a:pt x="441845" y="72440"/>
                </a:lnTo>
                <a:lnTo>
                  <a:pt x="443217" y="74206"/>
                </a:lnTo>
                <a:lnTo>
                  <a:pt x="443560" y="75323"/>
                </a:lnTo>
                <a:lnTo>
                  <a:pt x="443560" y="78651"/>
                </a:lnTo>
                <a:lnTo>
                  <a:pt x="442582" y="80149"/>
                </a:lnTo>
                <a:lnTo>
                  <a:pt x="438658" y="82156"/>
                </a:lnTo>
                <a:lnTo>
                  <a:pt x="435610" y="82664"/>
                </a:lnTo>
                <a:lnTo>
                  <a:pt x="427088" y="82664"/>
                </a:lnTo>
                <a:lnTo>
                  <a:pt x="423773" y="81788"/>
                </a:lnTo>
                <a:lnTo>
                  <a:pt x="419265" y="78295"/>
                </a:lnTo>
                <a:lnTo>
                  <a:pt x="417753" y="75958"/>
                </a:lnTo>
                <a:lnTo>
                  <a:pt x="416991" y="73037"/>
                </a:lnTo>
                <a:lnTo>
                  <a:pt x="399122" y="73761"/>
                </a:lnTo>
                <a:lnTo>
                  <a:pt x="424421" y="97853"/>
                </a:lnTo>
                <a:lnTo>
                  <a:pt x="431317" y="97853"/>
                </a:lnTo>
                <a:lnTo>
                  <a:pt x="437832" y="97853"/>
                </a:lnTo>
                <a:lnTo>
                  <a:pt x="462114" y="80810"/>
                </a:lnTo>
                <a:lnTo>
                  <a:pt x="462114" y="72326"/>
                </a:lnTo>
                <a:close/>
              </a:path>
              <a:path w="542289" h="118110">
                <a:moveTo>
                  <a:pt x="541832" y="24599"/>
                </a:moveTo>
                <a:lnTo>
                  <a:pt x="515315" y="24599"/>
                </a:lnTo>
                <a:lnTo>
                  <a:pt x="515315" y="7785"/>
                </a:lnTo>
                <a:lnTo>
                  <a:pt x="497179" y="7785"/>
                </a:lnTo>
                <a:lnTo>
                  <a:pt x="497179" y="24599"/>
                </a:lnTo>
                <a:lnTo>
                  <a:pt x="476605" y="24599"/>
                </a:lnTo>
                <a:lnTo>
                  <a:pt x="476605" y="38976"/>
                </a:lnTo>
                <a:lnTo>
                  <a:pt x="497179" y="38976"/>
                </a:lnTo>
                <a:lnTo>
                  <a:pt x="497179" y="81457"/>
                </a:lnTo>
                <a:lnTo>
                  <a:pt x="499084" y="87083"/>
                </a:lnTo>
                <a:lnTo>
                  <a:pt x="506653" y="94411"/>
                </a:lnTo>
                <a:lnTo>
                  <a:pt x="512572" y="96240"/>
                </a:lnTo>
                <a:lnTo>
                  <a:pt x="541832" y="96240"/>
                </a:lnTo>
                <a:lnTo>
                  <a:pt x="541832" y="81864"/>
                </a:lnTo>
                <a:lnTo>
                  <a:pt x="521703" y="81864"/>
                </a:lnTo>
                <a:lnTo>
                  <a:pt x="519303" y="81051"/>
                </a:lnTo>
                <a:lnTo>
                  <a:pt x="516102" y="77825"/>
                </a:lnTo>
                <a:lnTo>
                  <a:pt x="515315" y="75374"/>
                </a:lnTo>
                <a:lnTo>
                  <a:pt x="515315" y="38976"/>
                </a:lnTo>
                <a:lnTo>
                  <a:pt x="541832" y="38976"/>
                </a:lnTo>
                <a:lnTo>
                  <a:pt x="541832" y="245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8" name="object 228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2572495" y="5555501"/>
            <a:ext cx="709287" cy="96508"/>
          </a:xfrm>
          <a:prstGeom prst="rect">
            <a:avLst/>
          </a:prstGeom>
        </p:spPr>
      </p:pic>
      <p:pic>
        <p:nvPicPr>
          <p:cNvPr id="229" name="object 229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3377487" y="5554166"/>
            <a:ext cx="141686" cy="96240"/>
          </a:xfrm>
          <a:prstGeom prst="rect">
            <a:avLst/>
          </a:prstGeom>
        </p:spPr>
      </p:pic>
      <p:grpSp>
        <p:nvGrpSpPr>
          <p:cNvPr id="230" name="object 230"/>
          <p:cNvGrpSpPr/>
          <p:nvPr/>
        </p:nvGrpSpPr>
        <p:grpSpPr>
          <a:xfrm>
            <a:off x="3614878" y="5555501"/>
            <a:ext cx="228600" cy="96520"/>
            <a:chOff x="3614878" y="5555501"/>
            <a:chExt cx="228600" cy="96520"/>
          </a:xfrm>
        </p:grpSpPr>
        <p:pic>
          <p:nvPicPr>
            <p:cNvPr id="231" name="object 231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614878" y="5561945"/>
              <a:ext cx="65229" cy="88460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3699676" y="5555501"/>
              <a:ext cx="143503" cy="96508"/>
            </a:xfrm>
            <a:prstGeom prst="rect">
              <a:avLst/>
            </a:prstGeom>
          </p:spPr>
        </p:pic>
      </p:grpSp>
      <p:grpSp>
        <p:nvGrpSpPr>
          <p:cNvPr id="233" name="object 233"/>
          <p:cNvGrpSpPr/>
          <p:nvPr/>
        </p:nvGrpSpPr>
        <p:grpSpPr>
          <a:xfrm>
            <a:off x="3937280" y="5554166"/>
            <a:ext cx="544830" cy="116839"/>
            <a:chOff x="3937280" y="5554166"/>
            <a:chExt cx="544830" cy="116839"/>
          </a:xfrm>
        </p:grpSpPr>
        <p:pic>
          <p:nvPicPr>
            <p:cNvPr id="234" name="object 234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3937280" y="5577156"/>
              <a:ext cx="226965" cy="93300"/>
            </a:xfrm>
            <a:prstGeom prst="rect">
              <a:avLst/>
            </a:prstGeom>
          </p:spPr>
        </p:pic>
        <p:sp>
          <p:nvSpPr>
            <p:cNvPr id="235" name="object 235"/>
            <p:cNvSpPr/>
            <p:nvPr/>
          </p:nvSpPr>
          <p:spPr>
            <a:xfrm>
              <a:off x="4183492" y="5554166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7"/>
                  </a:moveTo>
                  <a:lnTo>
                    <a:pt x="31412" y="94458"/>
                  </a:lnTo>
                  <a:lnTo>
                    <a:pt x="30499" y="97398"/>
                  </a:lnTo>
                  <a:lnTo>
                    <a:pt x="26845" y="100963"/>
                  </a:lnTo>
                  <a:lnTo>
                    <a:pt x="23971" y="101853"/>
                  </a:lnTo>
                  <a:lnTo>
                    <a:pt x="0" y="101853"/>
                  </a:lnTo>
                  <a:lnTo>
                    <a:pt x="0" y="116291"/>
                  </a:lnTo>
                  <a:lnTo>
                    <a:pt x="31101" y="116291"/>
                  </a:lnTo>
                  <a:lnTo>
                    <a:pt x="38007" y="114129"/>
                  </a:lnTo>
                  <a:lnTo>
                    <a:pt x="47274" y="105486"/>
                  </a:lnTo>
                  <a:lnTo>
                    <a:pt x="49590" y="99180"/>
                  </a:lnTo>
                  <a:lnTo>
                    <a:pt x="49590" y="39030"/>
                  </a:lnTo>
                  <a:lnTo>
                    <a:pt x="39165" y="39030"/>
                  </a:lnTo>
                  <a:lnTo>
                    <a:pt x="31412" y="31277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9" y="24594"/>
                  </a:lnTo>
                  <a:lnTo>
                    <a:pt x="669" y="39030"/>
                  </a:lnTo>
                  <a:lnTo>
                    <a:pt x="31412" y="39030"/>
                  </a:lnTo>
                  <a:lnTo>
                    <a:pt x="31412" y="31277"/>
                  </a:lnTo>
                  <a:lnTo>
                    <a:pt x="49590" y="31277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7"/>
                  </a:moveTo>
                  <a:lnTo>
                    <a:pt x="31412" y="31277"/>
                  </a:lnTo>
                  <a:lnTo>
                    <a:pt x="39165" y="39030"/>
                  </a:lnTo>
                  <a:lnTo>
                    <a:pt x="49590" y="39030"/>
                  </a:lnTo>
                  <a:lnTo>
                    <a:pt x="49590" y="31277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5" y="0"/>
                  </a:lnTo>
                  <a:lnTo>
                    <a:pt x="31145" y="15772"/>
                  </a:lnTo>
                  <a:lnTo>
                    <a:pt x="49590" y="15772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6" name="object 236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4257009" y="5561946"/>
              <a:ext cx="225094" cy="90064"/>
            </a:xfrm>
            <a:prstGeom prst="rect">
              <a:avLst/>
            </a:prstGeom>
          </p:spPr>
        </p:pic>
      </p:grpSp>
      <p:pic>
        <p:nvPicPr>
          <p:cNvPr id="237" name="object 237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804102" y="5743973"/>
            <a:ext cx="641621" cy="80424"/>
          </a:xfrm>
          <a:prstGeom prst="rect">
            <a:avLst/>
          </a:prstGeom>
        </p:spPr>
      </p:pic>
      <p:grpSp>
        <p:nvGrpSpPr>
          <p:cNvPr id="238" name="object 238"/>
          <p:cNvGrpSpPr/>
          <p:nvPr/>
        </p:nvGrpSpPr>
        <p:grpSpPr>
          <a:xfrm>
            <a:off x="1542073" y="5742192"/>
            <a:ext cx="324485" cy="83185"/>
            <a:chOff x="1542073" y="5742192"/>
            <a:chExt cx="324485" cy="83185"/>
          </a:xfrm>
        </p:grpSpPr>
        <p:sp>
          <p:nvSpPr>
            <p:cNvPr id="239" name="object 239"/>
            <p:cNvSpPr/>
            <p:nvPr/>
          </p:nvSpPr>
          <p:spPr>
            <a:xfrm>
              <a:off x="1542072" y="5742203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57"/>
                  </a:lnTo>
                  <a:lnTo>
                    <a:pt x="48082" y="8382"/>
                  </a:lnTo>
                  <a:lnTo>
                    <a:pt x="40716" y="2578"/>
                  </a:lnTo>
                  <a:lnTo>
                    <a:pt x="40716" y="35306"/>
                  </a:lnTo>
                  <a:lnTo>
                    <a:pt x="40716" y="47447"/>
                  </a:lnTo>
                  <a:lnTo>
                    <a:pt x="31115" y="68605"/>
                  </a:lnTo>
                  <a:lnTo>
                    <a:pt x="25984" y="68605"/>
                  </a:lnTo>
                  <a:lnTo>
                    <a:pt x="23812" y="67614"/>
                  </a:lnTo>
                  <a:lnTo>
                    <a:pt x="20916" y="64452"/>
                  </a:lnTo>
                  <a:lnTo>
                    <a:pt x="39865" y="28727"/>
                  </a:lnTo>
                  <a:lnTo>
                    <a:pt x="40233" y="30226"/>
                  </a:lnTo>
                  <a:lnTo>
                    <a:pt x="40716" y="35306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86"/>
                  </a:lnTo>
                  <a:lnTo>
                    <a:pt x="17145" y="53924"/>
                  </a:lnTo>
                  <a:lnTo>
                    <a:pt x="16789" y="52476"/>
                  </a:lnTo>
                  <a:lnTo>
                    <a:pt x="16306" y="47447"/>
                  </a:lnTo>
                  <a:lnTo>
                    <a:pt x="16306" y="35306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36"/>
                  </a:lnTo>
                  <a:lnTo>
                    <a:pt x="36093" y="18186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36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51714" y="68605"/>
                  </a:lnTo>
                  <a:lnTo>
                    <a:pt x="55892" y="57277"/>
                  </a:lnTo>
                  <a:lnTo>
                    <a:pt x="57023" y="49936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0" name="object 240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675071" y="5742192"/>
              <a:ext cx="190920" cy="82651"/>
            </a:xfrm>
            <a:prstGeom prst="rect">
              <a:avLst/>
            </a:prstGeom>
          </p:spPr>
        </p:pic>
      </p:grpSp>
      <p:sp>
        <p:nvSpPr>
          <p:cNvPr id="241" name="object 241"/>
          <p:cNvSpPr/>
          <p:nvPr/>
        </p:nvSpPr>
        <p:spPr>
          <a:xfrm>
            <a:off x="1940398" y="5783718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70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059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2" name="object 242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2079188" y="5743973"/>
            <a:ext cx="252407" cy="80424"/>
          </a:xfrm>
          <a:prstGeom prst="rect">
            <a:avLst/>
          </a:prstGeom>
        </p:spPr>
      </p:pic>
      <p:pic>
        <p:nvPicPr>
          <p:cNvPr id="243" name="object 243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2413576" y="5742859"/>
            <a:ext cx="118071" cy="80201"/>
          </a:xfrm>
          <a:prstGeom prst="rect">
            <a:avLst/>
          </a:prstGeom>
        </p:spPr>
      </p:pic>
      <p:pic>
        <p:nvPicPr>
          <p:cNvPr id="244" name="object 244"/>
          <p:cNvPicPr/>
          <p:nvPr/>
        </p:nvPicPr>
        <p:blipFill>
          <a:blip r:embed="rId134" cstate="print"/>
          <a:stretch>
            <a:fillRect/>
          </a:stretch>
        </p:blipFill>
        <p:spPr>
          <a:xfrm>
            <a:off x="2611401" y="5743973"/>
            <a:ext cx="190252" cy="80424"/>
          </a:xfrm>
          <a:prstGeom prst="rect">
            <a:avLst/>
          </a:prstGeom>
        </p:spPr>
      </p:pic>
      <p:pic>
        <p:nvPicPr>
          <p:cNvPr id="245" name="object 245"/>
          <p:cNvPicPr/>
          <p:nvPr/>
        </p:nvPicPr>
        <p:blipFill>
          <a:blip r:embed="rId135" cstate="print"/>
          <a:stretch>
            <a:fillRect/>
          </a:stretch>
        </p:blipFill>
        <p:spPr>
          <a:xfrm>
            <a:off x="2879180" y="5742859"/>
            <a:ext cx="390305" cy="81537"/>
          </a:xfrm>
          <a:prstGeom prst="rect">
            <a:avLst/>
          </a:prstGeom>
        </p:spPr>
      </p:pic>
      <p:grpSp>
        <p:nvGrpSpPr>
          <p:cNvPr id="246" name="object 246"/>
          <p:cNvGrpSpPr/>
          <p:nvPr/>
        </p:nvGrpSpPr>
        <p:grpSpPr>
          <a:xfrm>
            <a:off x="3080382" y="5742859"/>
            <a:ext cx="2859405" cy="371475"/>
            <a:chOff x="3080382" y="5742859"/>
            <a:chExt cx="2859405" cy="371475"/>
          </a:xfrm>
        </p:grpSpPr>
        <p:sp>
          <p:nvSpPr>
            <p:cNvPr id="247" name="object 247"/>
            <p:cNvSpPr/>
            <p:nvPr/>
          </p:nvSpPr>
          <p:spPr>
            <a:xfrm>
              <a:off x="3834135" y="5806263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5">
                  <a:moveTo>
                    <a:pt x="17555" y="0"/>
                  </a:moveTo>
                  <a:lnTo>
                    <a:pt x="0" y="0"/>
                  </a:lnTo>
                  <a:lnTo>
                    <a:pt x="0" y="16798"/>
                  </a:lnTo>
                  <a:lnTo>
                    <a:pt x="17555" y="16798"/>
                  </a:lnTo>
                  <a:lnTo>
                    <a:pt x="17555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8" name="object 248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5421355" y="5743973"/>
              <a:ext cx="384296" cy="80424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3347901" y="5742859"/>
              <a:ext cx="588290" cy="226344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3080372" y="5907506"/>
              <a:ext cx="388620" cy="62230"/>
            </a:xfrm>
            <a:custGeom>
              <a:avLst/>
              <a:gdLst/>
              <a:ahLst/>
              <a:cxnLst/>
              <a:rect l="l" t="t" r="r" b="b"/>
              <a:pathLst>
                <a:path w="388620" h="62229">
                  <a:moveTo>
                    <a:pt x="56375" y="60185"/>
                  </a:moveTo>
                  <a:lnTo>
                    <a:pt x="55257" y="60185"/>
                  </a:lnTo>
                  <a:lnTo>
                    <a:pt x="55257" y="52120"/>
                  </a:lnTo>
                  <a:lnTo>
                    <a:pt x="50279" y="52120"/>
                  </a:lnTo>
                  <a:lnTo>
                    <a:pt x="49390" y="51866"/>
                  </a:lnTo>
                  <a:lnTo>
                    <a:pt x="48234" y="50863"/>
                  </a:lnTo>
                  <a:lnTo>
                    <a:pt x="47942" y="50025"/>
                  </a:lnTo>
                  <a:lnTo>
                    <a:pt x="47904" y="48336"/>
                  </a:lnTo>
                  <a:lnTo>
                    <a:pt x="47904" y="31851"/>
                  </a:lnTo>
                  <a:lnTo>
                    <a:pt x="47904" y="16560"/>
                  </a:lnTo>
                  <a:lnTo>
                    <a:pt x="45935" y="10668"/>
                  </a:lnTo>
                  <a:lnTo>
                    <a:pt x="44310" y="8902"/>
                  </a:lnTo>
                  <a:lnTo>
                    <a:pt x="38061" y="2133"/>
                  </a:lnTo>
                  <a:lnTo>
                    <a:pt x="32524" y="0"/>
                  </a:lnTo>
                  <a:lnTo>
                    <a:pt x="18719" y="0"/>
                  </a:lnTo>
                  <a:lnTo>
                    <a:pt x="13284" y="1714"/>
                  </a:lnTo>
                  <a:lnTo>
                    <a:pt x="4889" y="8623"/>
                  </a:lnTo>
                  <a:lnTo>
                    <a:pt x="2235" y="13131"/>
                  </a:lnTo>
                  <a:lnTo>
                    <a:pt x="1104" y="18783"/>
                  </a:lnTo>
                  <a:lnTo>
                    <a:pt x="2057" y="18783"/>
                  </a:lnTo>
                  <a:lnTo>
                    <a:pt x="11036" y="19481"/>
                  </a:lnTo>
                  <a:lnTo>
                    <a:pt x="11798" y="16560"/>
                  </a:lnTo>
                  <a:lnTo>
                    <a:pt x="11925" y="16065"/>
                  </a:lnTo>
                  <a:lnTo>
                    <a:pt x="13525" y="13449"/>
                  </a:lnTo>
                  <a:lnTo>
                    <a:pt x="18122" y="9817"/>
                  </a:lnTo>
                  <a:lnTo>
                    <a:pt x="21310" y="8902"/>
                  </a:lnTo>
                  <a:lnTo>
                    <a:pt x="29629" y="8902"/>
                  </a:lnTo>
                  <a:lnTo>
                    <a:pt x="32880" y="10134"/>
                  </a:lnTo>
                  <a:lnTo>
                    <a:pt x="37414" y="15036"/>
                  </a:lnTo>
                  <a:lnTo>
                    <a:pt x="38544" y="18783"/>
                  </a:lnTo>
                  <a:lnTo>
                    <a:pt x="38544" y="23825"/>
                  </a:lnTo>
                  <a:lnTo>
                    <a:pt x="38544" y="31851"/>
                  </a:lnTo>
                  <a:lnTo>
                    <a:pt x="24511" y="53467"/>
                  </a:lnTo>
                  <a:lnTo>
                    <a:pt x="17157" y="53467"/>
                  </a:lnTo>
                  <a:lnTo>
                    <a:pt x="14795" y="52768"/>
                  </a:lnTo>
                  <a:lnTo>
                    <a:pt x="14630" y="52768"/>
                  </a:lnTo>
                  <a:lnTo>
                    <a:pt x="10756" y="49657"/>
                  </a:lnTo>
                  <a:lnTo>
                    <a:pt x="9804" y="47523"/>
                  </a:lnTo>
                  <a:lnTo>
                    <a:pt x="9804" y="42316"/>
                  </a:lnTo>
                  <a:lnTo>
                    <a:pt x="20497" y="35420"/>
                  </a:lnTo>
                  <a:lnTo>
                    <a:pt x="38544" y="31851"/>
                  </a:lnTo>
                  <a:lnTo>
                    <a:pt x="38544" y="23825"/>
                  </a:lnTo>
                  <a:lnTo>
                    <a:pt x="12255" y="29108"/>
                  </a:lnTo>
                  <a:lnTo>
                    <a:pt x="7518" y="31127"/>
                  </a:lnTo>
                  <a:lnTo>
                    <a:pt x="1511" y="36703"/>
                  </a:lnTo>
                  <a:lnTo>
                    <a:pt x="114" y="40335"/>
                  </a:lnTo>
                  <a:lnTo>
                    <a:pt x="0" y="48856"/>
                  </a:lnTo>
                  <a:lnTo>
                    <a:pt x="863" y="51663"/>
                  </a:lnTo>
                  <a:lnTo>
                    <a:pt x="4279" y="56489"/>
                  </a:lnTo>
                  <a:lnTo>
                    <a:pt x="6616" y="58356"/>
                  </a:lnTo>
                  <a:lnTo>
                    <a:pt x="12763" y="61125"/>
                  </a:lnTo>
                  <a:lnTo>
                    <a:pt x="13017" y="61125"/>
                  </a:lnTo>
                  <a:lnTo>
                    <a:pt x="15900" y="61709"/>
                  </a:lnTo>
                  <a:lnTo>
                    <a:pt x="23025" y="61709"/>
                  </a:lnTo>
                  <a:lnTo>
                    <a:pt x="26212" y="61125"/>
                  </a:lnTo>
                  <a:lnTo>
                    <a:pt x="32156" y="58826"/>
                  </a:lnTo>
                  <a:lnTo>
                    <a:pt x="34632" y="57226"/>
                  </a:lnTo>
                  <a:lnTo>
                    <a:pt x="38138" y="53594"/>
                  </a:lnTo>
                  <a:lnTo>
                    <a:pt x="38252" y="53467"/>
                  </a:lnTo>
                  <a:lnTo>
                    <a:pt x="38557" y="53149"/>
                  </a:lnTo>
                  <a:lnTo>
                    <a:pt x="38760" y="52768"/>
                  </a:lnTo>
                  <a:lnTo>
                    <a:pt x="38709" y="51663"/>
                  </a:lnTo>
                  <a:lnTo>
                    <a:pt x="38798" y="52120"/>
                  </a:lnTo>
                  <a:lnTo>
                    <a:pt x="38887" y="52552"/>
                  </a:lnTo>
                  <a:lnTo>
                    <a:pt x="39103" y="52133"/>
                  </a:lnTo>
                  <a:lnTo>
                    <a:pt x="39103" y="53594"/>
                  </a:lnTo>
                  <a:lnTo>
                    <a:pt x="40881" y="57226"/>
                  </a:lnTo>
                  <a:lnTo>
                    <a:pt x="42202" y="58547"/>
                  </a:lnTo>
                  <a:lnTo>
                    <a:pt x="45694" y="60185"/>
                  </a:lnTo>
                  <a:lnTo>
                    <a:pt x="47828" y="60591"/>
                  </a:lnTo>
                  <a:lnTo>
                    <a:pt x="53911" y="60591"/>
                  </a:lnTo>
                  <a:lnTo>
                    <a:pt x="56375" y="60185"/>
                  </a:lnTo>
                  <a:close/>
                </a:path>
                <a:path w="388620" h="62229">
                  <a:moveTo>
                    <a:pt x="118300" y="18224"/>
                  </a:moveTo>
                  <a:lnTo>
                    <a:pt x="117525" y="14452"/>
                  </a:lnTo>
                  <a:lnTo>
                    <a:pt x="114642" y="8242"/>
                  </a:lnTo>
                  <a:lnTo>
                    <a:pt x="114401" y="7696"/>
                  </a:lnTo>
                  <a:lnTo>
                    <a:pt x="112115" y="5003"/>
                  </a:lnTo>
                  <a:lnTo>
                    <a:pt x="106108" y="990"/>
                  </a:lnTo>
                  <a:lnTo>
                    <a:pt x="102336" y="0"/>
                  </a:lnTo>
                  <a:lnTo>
                    <a:pt x="94754" y="0"/>
                  </a:lnTo>
                  <a:lnTo>
                    <a:pt x="78981" y="11328"/>
                  </a:lnTo>
                  <a:lnTo>
                    <a:pt x="78981" y="11480"/>
                  </a:lnTo>
                  <a:lnTo>
                    <a:pt x="78714" y="11874"/>
                  </a:lnTo>
                  <a:lnTo>
                    <a:pt x="78752" y="1333"/>
                  </a:lnTo>
                  <a:lnTo>
                    <a:pt x="70180" y="1333"/>
                  </a:lnTo>
                  <a:lnTo>
                    <a:pt x="70180" y="60363"/>
                  </a:lnTo>
                  <a:lnTo>
                    <a:pt x="79540" y="60363"/>
                  </a:lnTo>
                  <a:lnTo>
                    <a:pt x="79540" y="21412"/>
                  </a:lnTo>
                  <a:lnTo>
                    <a:pt x="80264" y="18351"/>
                  </a:lnTo>
                  <a:lnTo>
                    <a:pt x="81419" y="16370"/>
                  </a:lnTo>
                  <a:lnTo>
                    <a:pt x="83159" y="13385"/>
                  </a:lnTo>
                  <a:lnTo>
                    <a:pt x="85102" y="11480"/>
                  </a:lnTo>
                  <a:lnTo>
                    <a:pt x="89801" y="9004"/>
                  </a:lnTo>
                  <a:lnTo>
                    <a:pt x="89535" y="9004"/>
                  </a:lnTo>
                  <a:lnTo>
                    <a:pt x="92760" y="8242"/>
                  </a:lnTo>
                  <a:lnTo>
                    <a:pt x="100253" y="8242"/>
                  </a:lnTo>
                  <a:lnTo>
                    <a:pt x="103555" y="9664"/>
                  </a:lnTo>
                  <a:lnTo>
                    <a:pt x="107861" y="15379"/>
                  </a:lnTo>
                  <a:lnTo>
                    <a:pt x="108940" y="19558"/>
                  </a:lnTo>
                  <a:lnTo>
                    <a:pt x="108940" y="60363"/>
                  </a:lnTo>
                  <a:lnTo>
                    <a:pt x="118300" y="60363"/>
                  </a:lnTo>
                  <a:lnTo>
                    <a:pt x="118300" y="18224"/>
                  </a:lnTo>
                  <a:close/>
                </a:path>
                <a:path w="388620" h="62229">
                  <a:moveTo>
                    <a:pt x="185572" y="41732"/>
                  </a:moveTo>
                  <a:lnTo>
                    <a:pt x="158851" y="26797"/>
                  </a:lnTo>
                  <a:lnTo>
                    <a:pt x="155981" y="26149"/>
                  </a:lnTo>
                  <a:lnTo>
                    <a:pt x="151676" y="24739"/>
                  </a:lnTo>
                  <a:lnTo>
                    <a:pt x="150126" y="23799"/>
                  </a:lnTo>
                  <a:lnTo>
                    <a:pt x="148183" y="21412"/>
                  </a:lnTo>
                  <a:lnTo>
                    <a:pt x="147701" y="19824"/>
                  </a:lnTo>
                  <a:lnTo>
                    <a:pt x="147701" y="15290"/>
                  </a:lnTo>
                  <a:lnTo>
                    <a:pt x="148742" y="13169"/>
                  </a:lnTo>
                  <a:lnTo>
                    <a:pt x="152908" y="9753"/>
                  </a:lnTo>
                  <a:lnTo>
                    <a:pt x="156095" y="8902"/>
                  </a:lnTo>
                  <a:lnTo>
                    <a:pt x="163080" y="8902"/>
                  </a:lnTo>
                  <a:lnTo>
                    <a:pt x="174663" y="19596"/>
                  </a:lnTo>
                  <a:lnTo>
                    <a:pt x="184467" y="18935"/>
                  </a:lnTo>
                  <a:lnTo>
                    <a:pt x="165417" y="0"/>
                  </a:lnTo>
                  <a:lnTo>
                    <a:pt x="155689" y="0"/>
                  </a:lnTo>
                  <a:lnTo>
                    <a:pt x="138125" y="14401"/>
                  </a:lnTo>
                  <a:lnTo>
                    <a:pt x="138125" y="21005"/>
                  </a:lnTo>
                  <a:lnTo>
                    <a:pt x="164719" y="36385"/>
                  </a:lnTo>
                  <a:lnTo>
                    <a:pt x="167982" y="37147"/>
                  </a:lnTo>
                  <a:lnTo>
                    <a:pt x="172440" y="38696"/>
                  </a:lnTo>
                  <a:lnTo>
                    <a:pt x="173951" y="39649"/>
                  </a:lnTo>
                  <a:lnTo>
                    <a:pt x="175590" y="41871"/>
                  </a:lnTo>
                  <a:lnTo>
                    <a:pt x="175996" y="43281"/>
                  </a:lnTo>
                  <a:lnTo>
                    <a:pt x="175996" y="47663"/>
                  </a:lnTo>
                  <a:lnTo>
                    <a:pt x="174790" y="49631"/>
                  </a:lnTo>
                  <a:lnTo>
                    <a:pt x="169964" y="52158"/>
                  </a:lnTo>
                  <a:lnTo>
                    <a:pt x="166573" y="52793"/>
                  </a:lnTo>
                  <a:lnTo>
                    <a:pt x="157505" y="52793"/>
                  </a:lnTo>
                  <a:lnTo>
                    <a:pt x="153847" y="51752"/>
                  </a:lnTo>
                  <a:lnTo>
                    <a:pt x="148577" y="47599"/>
                  </a:lnTo>
                  <a:lnTo>
                    <a:pt x="146964" y="44729"/>
                  </a:lnTo>
                  <a:lnTo>
                    <a:pt x="146367" y="41097"/>
                  </a:lnTo>
                  <a:lnTo>
                    <a:pt x="136563" y="41770"/>
                  </a:lnTo>
                  <a:lnTo>
                    <a:pt x="157060" y="61709"/>
                  </a:lnTo>
                  <a:lnTo>
                    <a:pt x="162191" y="61709"/>
                  </a:lnTo>
                  <a:lnTo>
                    <a:pt x="166649" y="61709"/>
                  </a:lnTo>
                  <a:lnTo>
                    <a:pt x="185572" y="48488"/>
                  </a:lnTo>
                  <a:lnTo>
                    <a:pt x="185572" y="41732"/>
                  </a:lnTo>
                  <a:close/>
                </a:path>
                <a:path w="388620" h="62229">
                  <a:moveTo>
                    <a:pt x="259092" y="1333"/>
                  </a:moveTo>
                  <a:lnTo>
                    <a:pt x="248843" y="1333"/>
                  </a:lnTo>
                  <a:lnTo>
                    <a:pt x="241160" y="50571"/>
                  </a:lnTo>
                  <a:lnTo>
                    <a:pt x="232473" y="9575"/>
                  </a:lnTo>
                  <a:lnTo>
                    <a:pt x="223342" y="9575"/>
                  </a:lnTo>
                  <a:lnTo>
                    <a:pt x="214655" y="50571"/>
                  </a:lnTo>
                  <a:lnTo>
                    <a:pt x="206971" y="1333"/>
                  </a:lnTo>
                  <a:lnTo>
                    <a:pt x="196723" y="1333"/>
                  </a:lnTo>
                  <a:lnTo>
                    <a:pt x="208419" y="60363"/>
                  </a:lnTo>
                  <a:lnTo>
                    <a:pt x="220103" y="60363"/>
                  </a:lnTo>
                  <a:lnTo>
                    <a:pt x="227914" y="23164"/>
                  </a:lnTo>
                  <a:lnTo>
                    <a:pt x="235699" y="60363"/>
                  </a:lnTo>
                  <a:lnTo>
                    <a:pt x="247510" y="60363"/>
                  </a:lnTo>
                  <a:lnTo>
                    <a:pt x="259092" y="1333"/>
                  </a:lnTo>
                  <a:close/>
                </a:path>
                <a:path w="388620" h="62229">
                  <a:moveTo>
                    <a:pt x="321144" y="24345"/>
                  </a:moveTo>
                  <a:lnTo>
                    <a:pt x="320281" y="20002"/>
                  </a:lnTo>
                  <a:lnTo>
                    <a:pt x="320230" y="19786"/>
                  </a:lnTo>
                  <a:lnTo>
                    <a:pt x="320116" y="19189"/>
                  </a:lnTo>
                  <a:lnTo>
                    <a:pt x="320027" y="18745"/>
                  </a:lnTo>
                  <a:lnTo>
                    <a:pt x="315569" y="9537"/>
                  </a:lnTo>
                  <a:lnTo>
                    <a:pt x="315010" y="8902"/>
                  </a:lnTo>
                  <a:lnTo>
                    <a:pt x="312496" y="6032"/>
                  </a:lnTo>
                  <a:lnTo>
                    <a:pt x="310896" y="5054"/>
                  </a:lnTo>
                  <a:lnTo>
                    <a:pt x="310896" y="25501"/>
                  </a:lnTo>
                  <a:lnTo>
                    <a:pt x="278142" y="25501"/>
                  </a:lnTo>
                  <a:lnTo>
                    <a:pt x="278968" y="20002"/>
                  </a:lnTo>
                  <a:lnTo>
                    <a:pt x="280835" y="15862"/>
                  </a:lnTo>
                  <a:lnTo>
                    <a:pt x="286702" y="10299"/>
                  </a:lnTo>
                  <a:lnTo>
                    <a:pt x="290436" y="8902"/>
                  </a:lnTo>
                  <a:lnTo>
                    <a:pt x="299351" y="8902"/>
                  </a:lnTo>
                  <a:lnTo>
                    <a:pt x="310896" y="25501"/>
                  </a:lnTo>
                  <a:lnTo>
                    <a:pt x="310896" y="5054"/>
                  </a:lnTo>
                  <a:lnTo>
                    <a:pt x="304736" y="1270"/>
                  </a:lnTo>
                  <a:lnTo>
                    <a:pt x="304888" y="1270"/>
                  </a:lnTo>
                  <a:lnTo>
                    <a:pt x="300088" y="0"/>
                  </a:lnTo>
                  <a:lnTo>
                    <a:pt x="289547" y="0"/>
                  </a:lnTo>
                  <a:lnTo>
                    <a:pt x="284848" y="1270"/>
                  </a:lnTo>
                  <a:lnTo>
                    <a:pt x="268338" y="37084"/>
                  </a:lnTo>
                  <a:lnTo>
                    <a:pt x="269443" y="42532"/>
                  </a:lnTo>
                  <a:lnTo>
                    <a:pt x="289839" y="61709"/>
                  </a:lnTo>
                  <a:lnTo>
                    <a:pt x="301650" y="61709"/>
                  </a:lnTo>
                  <a:lnTo>
                    <a:pt x="306933" y="60020"/>
                  </a:lnTo>
                  <a:lnTo>
                    <a:pt x="315633" y="53251"/>
                  </a:lnTo>
                  <a:lnTo>
                    <a:pt x="315937" y="52793"/>
                  </a:lnTo>
                  <a:lnTo>
                    <a:pt x="318579" y="48933"/>
                  </a:lnTo>
                  <a:lnTo>
                    <a:pt x="320141" y="43662"/>
                  </a:lnTo>
                  <a:lnTo>
                    <a:pt x="310108" y="42875"/>
                  </a:lnTo>
                  <a:lnTo>
                    <a:pt x="309143" y="45847"/>
                  </a:lnTo>
                  <a:lnTo>
                    <a:pt x="307416" y="48247"/>
                  </a:lnTo>
                  <a:lnTo>
                    <a:pt x="302450" y="51879"/>
                  </a:lnTo>
                  <a:lnTo>
                    <a:pt x="299275" y="52793"/>
                  </a:lnTo>
                  <a:lnTo>
                    <a:pt x="290283" y="52793"/>
                  </a:lnTo>
                  <a:lnTo>
                    <a:pt x="286219" y="51193"/>
                  </a:lnTo>
                  <a:lnTo>
                    <a:pt x="280200" y="44805"/>
                  </a:lnTo>
                  <a:lnTo>
                    <a:pt x="278511" y="40055"/>
                  </a:lnTo>
                  <a:lnTo>
                    <a:pt x="278142" y="33743"/>
                  </a:lnTo>
                  <a:lnTo>
                    <a:pt x="321144" y="33743"/>
                  </a:lnTo>
                  <a:lnTo>
                    <a:pt x="321144" y="25501"/>
                  </a:lnTo>
                  <a:lnTo>
                    <a:pt x="321144" y="24345"/>
                  </a:lnTo>
                  <a:close/>
                </a:path>
                <a:path w="388620" h="62229">
                  <a:moveTo>
                    <a:pt x="388315" y="1333"/>
                  </a:moveTo>
                  <a:lnTo>
                    <a:pt x="371932" y="1333"/>
                  </a:lnTo>
                  <a:lnTo>
                    <a:pt x="368554" y="2578"/>
                  </a:lnTo>
                  <a:lnTo>
                    <a:pt x="363512" y="7556"/>
                  </a:lnTo>
                  <a:lnTo>
                    <a:pt x="361950" y="11353"/>
                  </a:lnTo>
                  <a:lnTo>
                    <a:pt x="361988" y="12674"/>
                  </a:lnTo>
                  <a:lnTo>
                    <a:pt x="361924" y="11531"/>
                  </a:lnTo>
                  <a:lnTo>
                    <a:pt x="361823" y="9575"/>
                  </a:lnTo>
                  <a:lnTo>
                    <a:pt x="361556" y="5003"/>
                  </a:lnTo>
                  <a:lnTo>
                    <a:pt x="361429" y="2578"/>
                  </a:lnTo>
                  <a:lnTo>
                    <a:pt x="361353" y="1333"/>
                  </a:lnTo>
                  <a:lnTo>
                    <a:pt x="338188" y="1333"/>
                  </a:lnTo>
                  <a:lnTo>
                    <a:pt x="338188" y="9575"/>
                  </a:lnTo>
                  <a:lnTo>
                    <a:pt x="353555" y="9575"/>
                  </a:lnTo>
                  <a:lnTo>
                    <a:pt x="353555" y="52120"/>
                  </a:lnTo>
                  <a:lnTo>
                    <a:pt x="338188" y="52120"/>
                  </a:lnTo>
                  <a:lnTo>
                    <a:pt x="338188" y="60363"/>
                  </a:lnTo>
                  <a:lnTo>
                    <a:pt x="381622" y="60363"/>
                  </a:lnTo>
                  <a:lnTo>
                    <a:pt x="381622" y="56578"/>
                  </a:lnTo>
                  <a:lnTo>
                    <a:pt x="381622" y="52120"/>
                  </a:lnTo>
                  <a:lnTo>
                    <a:pt x="362915" y="52120"/>
                  </a:lnTo>
                  <a:lnTo>
                    <a:pt x="362915" y="21450"/>
                  </a:lnTo>
                  <a:lnTo>
                    <a:pt x="363435" y="18719"/>
                  </a:lnTo>
                  <a:lnTo>
                    <a:pt x="364185" y="17145"/>
                  </a:lnTo>
                  <a:lnTo>
                    <a:pt x="365506" y="14351"/>
                  </a:lnTo>
                  <a:lnTo>
                    <a:pt x="367017" y="12674"/>
                  </a:lnTo>
                  <a:lnTo>
                    <a:pt x="370954" y="10375"/>
                  </a:lnTo>
                  <a:lnTo>
                    <a:pt x="373380" y="9791"/>
                  </a:lnTo>
                  <a:lnTo>
                    <a:pt x="388315" y="9791"/>
                  </a:lnTo>
                  <a:lnTo>
                    <a:pt x="388315" y="133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1" name="object 251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3954348" y="5743863"/>
              <a:ext cx="1653921" cy="370149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4437559" y="595427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3" name="object 253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5688693" y="5895018"/>
              <a:ext cx="250626" cy="74185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3085505" y="6033476"/>
              <a:ext cx="848347" cy="80535"/>
            </a:xfrm>
            <a:prstGeom prst="rect">
              <a:avLst/>
            </a:prstGeom>
          </p:spPr>
        </p:pic>
      </p:grpSp>
      <p:grpSp>
        <p:nvGrpSpPr>
          <p:cNvPr id="255" name="object 255"/>
          <p:cNvGrpSpPr/>
          <p:nvPr/>
        </p:nvGrpSpPr>
        <p:grpSpPr>
          <a:xfrm>
            <a:off x="5886967" y="5743973"/>
            <a:ext cx="187960" cy="80645"/>
            <a:chOff x="5886967" y="5743973"/>
            <a:chExt cx="187960" cy="80645"/>
          </a:xfrm>
        </p:grpSpPr>
        <p:sp>
          <p:nvSpPr>
            <p:cNvPr id="256" name="object 256"/>
            <p:cNvSpPr/>
            <p:nvPr/>
          </p:nvSpPr>
          <p:spPr>
            <a:xfrm>
              <a:off x="5886967" y="5750212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7" name="object 257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959370" y="5743973"/>
              <a:ext cx="115511" cy="80424"/>
            </a:xfrm>
            <a:prstGeom prst="rect">
              <a:avLst/>
            </a:prstGeom>
          </p:spPr>
        </p:pic>
      </p:grpSp>
      <p:grpSp>
        <p:nvGrpSpPr>
          <p:cNvPr id="258" name="object 258"/>
          <p:cNvGrpSpPr/>
          <p:nvPr/>
        </p:nvGrpSpPr>
        <p:grpSpPr>
          <a:xfrm>
            <a:off x="1208582" y="5888670"/>
            <a:ext cx="1794510" cy="236854"/>
            <a:chOff x="1208582" y="5888670"/>
            <a:chExt cx="1794510" cy="236854"/>
          </a:xfrm>
        </p:grpSpPr>
        <p:pic>
          <p:nvPicPr>
            <p:cNvPr id="259" name="object 259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2815941" y="5888670"/>
              <a:ext cx="182679" cy="80534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208582" y="5888670"/>
              <a:ext cx="1794495" cy="236258"/>
            </a:xfrm>
            <a:prstGeom prst="rect">
              <a:avLst/>
            </a:prstGeom>
          </p:spPr>
        </p:pic>
      </p:grpSp>
      <p:pic>
        <p:nvPicPr>
          <p:cNvPr id="261" name="object 261"/>
          <p:cNvPicPr/>
          <p:nvPr/>
        </p:nvPicPr>
        <p:blipFill>
          <a:blip r:embed="rId144" cstate="print"/>
          <a:stretch>
            <a:fillRect/>
          </a:stretch>
        </p:blipFill>
        <p:spPr>
          <a:xfrm>
            <a:off x="806464" y="5888781"/>
            <a:ext cx="323031" cy="236146"/>
          </a:xfrm>
          <a:prstGeom prst="rect">
            <a:avLst/>
          </a:prstGeom>
        </p:spPr>
      </p:pic>
      <p:sp>
        <p:nvSpPr>
          <p:cNvPr id="265" name="object 265"/>
          <p:cNvSpPr txBox="1"/>
          <p:nvPr/>
        </p:nvSpPr>
        <p:spPr>
          <a:xfrm>
            <a:off x="6609441" y="4802285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8013185" y="4802285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sp>
        <p:nvSpPr>
          <p:cNvPr id="284" name="Text 11">
            <a:extLst>
              <a:ext uri="{FF2B5EF4-FFF2-40B4-BE49-F238E27FC236}">
                <a16:creationId xmlns:a16="http://schemas.microsoft.com/office/drawing/2014/main" id="{E2847085-04DA-68C2-DE3D-3600E82E0974}"/>
              </a:ext>
            </a:extLst>
          </p:cNvPr>
          <p:cNvSpPr/>
          <p:nvPr/>
        </p:nvSpPr>
        <p:spPr>
          <a:xfrm>
            <a:off x="6413500" y="3808731"/>
            <a:ext cx="4343400" cy="45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Breakthrough: Structural JSON Decoupling</a:t>
            </a:r>
            <a:endParaRPr lang="en-US" sz="1100" dirty="0"/>
          </a:p>
        </p:txBody>
      </p:sp>
      <p:sp>
        <p:nvSpPr>
          <p:cNvPr id="286" name="Text 12">
            <a:extLst>
              <a:ext uri="{FF2B5EF4-FFF2-40B4-BE49-F238E27FC236}">
                <a16:creationId xmlns:a16="http://schemas.microsoft.com/office/drawing/2014/main" id="{52F8468A-1862-889B-996B-10F2622F2856}"/>
              </a:ext>
            </a:extLst>
          </p:cNvPr>
          <p:cNvSpPr/>
          <p:nvPr/>
        </p:nvSpPr>
        <p:spPr>
          <a:xfrm>
            <a:off x="6451689" y="4083050"/>
            <a:ext cx="3601407" cy="983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r>
              <a:rPr lang="en-US" sz="15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rich_dual_track </a:t>
            </a: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forces the model to reason inside a hidden JSON object, then output only a single extracted sentence. Result: near-perfect Utilization (0.0599 RMSE) </a:t>
            </a: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Adherence (0.81 AUROC) simultaneously — escaping the triangle.</a:t>
            </a:r>
            <a:endParaRPr lang="en-US" sz="1500" dirty="0"/>
          </a:p>
        </p:txBody>
      </p:sp>
      <p:sp>
        <p:nvSpPr>
          <p:cNvPr id="290" name="Text 16">
            <a:extLst>
              <a:ext uri="{FF2B5EF4-FFF2-40B4-BE49-F238E27FC236}">
                <a16:creationId xmlns:a16="http://schemas.microsoft.com/office/drawing/2014/main" id="{66C83B92-701D-CDDA-6AEF-0FDB7999C340}"/>
              </a:ext>
            </a:extLst>
          </p:cNvPr>
          <p:cNvSpPr/>
          <p:nvPr/>
        </p:nvSpPr>
        <p:spPr>
          <a:xfrm>
            <a:off x="6426413" y="5530850"/>
            <a:ext cx="3735288" cy="102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 with 8B generator → upgraded to 70B → tested JSON CoT → parent-child retrieval → chunk sizes 256 to 1024 → finally custom dual-track prompting at 800-char chunks with hybrid RRF retrieval.</a:t>
            </a:r>
            <a:endParaRPr lang="en-US" sz="1500" dirty="0"/>
          </a:p>
        </p:txBody>
      </p:sp>
      <p:sp>
        <p:nvSpPr>
          <p:cNvPr id="292" name="Text 15">
            <a:extLst>
              <a:ext uri="{FF2B5EF4-FFF2-40B4-BE49-F238E27FC236}">
                <a16:creationId xmlns:a16="http://schemas.microsoft.com/office/drawing/2014/main" id="{4378EEDC-3C1A-F427-FD8D-814A743E8054}"/>
              </a:ext>
            </a:extLst>
          </p:cNvPr>
          <p:cNvSpPr/>
          <p:nvPr/>
        </p:nvSpPr>
        <p:spPr>
          <a:xfrm>
            <a:off x="6489700" y="5305519"/>
            <a:ext cx="2214966" cy="299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Journey: 35 Iterations</a:t>
            </a:r>
            <a:endParaRPr lang="en-US" sz="1100" dirty="0"/>
          </a:p>
        </p:txBody>
      </p:sp>
      <p:sp>
        <p:nvSpPr>
          <p:cNvPr id="294" name="Text 8">
            <a:extLst>
              <a:ext uri="{FF2B5EF4-FFF2-40B4-BE49-F238E27FC236}">
                <a16:creationId xmlns:a16="http://schemas.microsoft.com/office/drawing/2014/main" id="{A686CAE9-8C6B-0442-59A1-B5C1E47A6B77}"/>
              </a:ext>
            </a:extLst>
          </p:cNvPr>
          <p:cNvSpPr/>
          <p:nvPr/>
        </p:nvSpPr>
        <p:spPr>
          <a:xfrm>
            <a:off x="6490446" y="2712116"/>
            <a:ext cx="4012063" cy="1142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clause extraction exposes a fundamental tradeoff: maximizing Adherence (hallucination resistance) forces verbose outputs that destroy Utilization precision. Standard prompt engineering cannot escape this triangle — you gain one at the cost of another.</a:t>
            </a:r>
            <a:endParaRPr lang="en-US" sz="1500" dirty="0"/>
          </a:p>
        </p:txBody>
      </p:sp>
      <p:sp>
        <p:nvSpPr>
          <p:cNvPr id="296" name="Text 7">
            <a:extLst>
              <a:ext uri="{FF2B5EF4-FFF2-40B4-BE49-F238E27FC236}">
                <a16:creationId xmlns:a16="http://schemas.microsoft.com/office/drawing/2014/main" id="{0C14487B-2EBD-E6AB-C790-83349F1DEE7C}"/>
              </a:ext>
            </a:extLst>
          </p:cNvPr>
          <p:cNvSpPr/>
          <p:nvPr/>
        </p:nvSpPr>
        <p:spPr>
          <a:xfrm>
            <a:off x="6430735" y="2426254"/>
            <a:ext cx="3820473" cy="24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B58EF9-FDBE-B4EA-4117-1D5E2BB4A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0930"/>
            <a:ext cx="10690766" cy="601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98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5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5"/>
                </a:lnTo>
                <a:lnTo>
                  <a:pt x="10693449" y="44555"/>
                </a:lnTo>
                <a:lnTo>
                  <a:pt x="10693449" y="0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6"/>
            <a:ext cx="835660" cy="200660"/>
            <a:chOff x="556950" y="972026"/>
            <a:chExt cx="835660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6"/>
              <a:ext cx="835660" cy="200660"/>
            </a:xfrm>
            <a:custGeom>
              <a:avLst/>
              <a:gdLst/>
              <a:ahLst/>
              <a:cxnLst/>
              <a:rect l="l" t="t" r="r" b="b"/>
              <a:pathLst>
                <a:path w="835660" h="200659">
                  <a:moveTo>
                    <a:pt x="816102" y="0"/>
                  </a:moveTo>
                  <a:lnTo>
                    <a:pt x="19323" y="0"/>
                  </a:lnTo>
                  <a:lnTo>
                    <a:pt x="16481" y="566"/>
                  </a:lnTo>
                  <a:lnTo>
                    <a:pt x="0" y="19320"/>
                  </a:lnTo>
                  <a:lnTo>
                    <a:pt x="0" y="178224"/>
                  </a:lnTo>
                  <a:lnTo>
                    <a:pt x="0" y="181173"/>
                  </a:lnTo>
                  <a:lnTo>
                    <a:pt x="19323" y="200497"/>
                  </a:lnTo>
                  <a:lnTo>
                    <a:pt x="816102" y="200497"/>
                  </a:lnTo>
                  <a:lnTo>
                    <a:pt x="835425" y="181173"/>
                  </a:lnTo>
                  <a:lnTo>
                    <a:pt x="835425" y="19320"/>
                  </a:lnTo>
                  <a:lnTo>
                    <a:pt x="818943" y="566"/>
                  </a:lnTo>
                  <a:lnTo>
                    <a:pt x="816102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388" y="1032179"/>
              <a:ext cx="124460" cy="79375"/>
            </a:xfrm>
            <a:custGeom>
              <a:avLst/>
              <a:gdLst/>
              <a:ahLst/>
              <a:cxnLst/>
              <a:rect l="l" t="t" r="r" b="b"/>
              <a:pathLst>
                <a:path w="124459" h="79375">
                  <a:moveTo>
                    <a:pt x="50342" y="0"/>
                  </a:moveTo>
                  <a:lnTo>
                    <a:pt x="0" y="0"/>
                  </a:lnTo>
                  <a:lnTo>
                    <a:pt x="0" y="79095"/>
                  </a:lnTo>
                  <a:lnTo>
                    <a:pt x="15862" y="79095"/>
                  </a:lnTo>
                  <a:lnTo>
                    <a:pt x="15862" y="47345"/>
                  </a:lnTo>
                  <a:lnTo>
                    <a:pt x="48348" y="47345"/>
                  </a:lnTo>
                  <a:lnTo>
                    <a:pt x="48348" y="33401"/>
                  </a:lnTo>
                  <a:lnTo>
                    <a:pt x="15862" y="33401"/>
                  </a:lnTo>
                  <a:lnTo>
                    <a:pt x="15862" y="14211"/>
                  </a:lnTo>
                  <a:lnTo>
                    <a:pt x="50342" y="14211"/>
                  </a:lnTo>
                  <a:lnTo>
                    <a:pt x="50342" y="7772"/>
                  </a:lnTo>
                  <a:lnTo>
                    <a:pt x="50342" y="0"/>
                  </a:lnTo>
                  <a:close/>
                </a:path>
                <a:path w="124459" h="79375">
                  <a:moveTo>
                    <a:pt x="123863" y="0"/>
                  </a:moveTo>
                  <a:lnTo>
                    <a:pt x="73520" y="0"/>
                  </a:lnTo>
                  <a:lnTo>
                    <a:pt x="73520" y="14300"/>
                  </a:lnTo>
                  <a:lnTo>
                    <a:pt x="90754" y="14300"/>
                  </a:lnTo>
                  <a:lnTo>
                    <a:pt x="90754" y="64782"/>
                  </a:lnTo>
                  <a:lnTo>
                    <a:pt x="73520" y="64782"/>
                  </a:lnTo>
                  <a:lnTo>
                    <a:pt x="73520" y="79095"/>
                  </a:lnTo>
                  <a:lnTo>
                    <a:pt x="123863" y="79095"/>
                  </a:lnTo>
                  <a:lnTo>
                    <a:pt x="123863" y="64782"/>
                  </a:lnTo>
                  <a:lnTo>
                    <a:pt x="106616" y="64782"/>
                  </a:lnTo>
                  <a:lnTo>
                    <a:pt x="106616" y="14300"/>
                  </a:lnTo>
                  <a:lnTo>
                    <a:pt x="123863" y="14300"/>
                  </a:lnTo>
                  <a:lnTo>
                    <a:pt x="12386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540" y="1032177"/>
              <a:ext cx="204064" cy="7908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17206" y="1030401"/>
              <a:ext cx="284480" cy="83185"/>
            </a:xfrm>
            <a:custGeom>
              <a:avLst/>
              <a:gdLst/>
              <a:ahLst/>
              <a:cxnLst/>
              <a:rect l="l" t="t" r="r" b="b"/>
              <a:pathLst>
                <a:path w="284480" h="83184">
                  <a:moveTo>
                    <a:pt x="59169" y="52197"/>
                  </a:moveTo>
                  <a:lnTo>
                    <a:pt x="43014" y="51511"/>
                  </a:lnTo>
                  <a:lnTo>
                    <a:pt x="42252" y="57061"/>
                  </a:lnTo>
                  <a:lnTo>
                    <a:pt x="40741" y="61302"/>
                  </a:lnTo>
                  <a:lnTo>
                    <a:pt x="36182" y="67157"/>
                  </a:lnTo>
                  <a:lnTo>
                    <a:pt x="33477" y="68618"/>
                  </a:lnTo>
                  <a:lnTo>
                    <a:pt x="27305" y="68618"/>
                  </a:lnTo>
                  <a:lnTo>
                    <a:pt x="16306" y="47218"/>
                  </a:lnTo>
                  <a:lnTo>
                    <a:pt x="16306" y="35585"/>
                  </a:lnTo>
                  <a:lnTo>
                    <a:pt x="27305" y="14033"/>
                  </a:lnTo>
                  <a:lnTo>
                    <a:pt x="33426" y="14033"/>
                  </a:lnTo>
                  <a:lnTo>
                    <a:pt x="36055" y="15405"/>
                  </a:lnTo>
                  <a:lnTo>
                    <a:pt x="40398" y="20878"/>
                  </a:lnTo>
                  <a:lnTo>
                    <a:pt x="41884" y="24841"/>
                  </a:lnTo>
                  <a:lnTo>
                    <a:pt x="42710" y="30035"/>
                  </a:lnTo>
                  <a:lnTo>
                    <a:pt x="58902" y="29298"/>
                  </a:lnTo>
                  <a:lnTo>
                    <a:pt x="57531" y="19926"/>
                  </a:lnTo>
                  <a:lnTo>
                    <a:pt x="54356" y="12700"/>
                  </a:lnTo>
                  <a:lnTo>
                    <a:pt x="44373" y="2540"/>
                  </a:lnTo>
                  <a:lnTo>
                    <a:pt x="38036" y="0"/>
                  </a:lnTo>
                  <a:lnTo>
                    <a:pt x="23888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3888" y="82651"/>
                  </a:lnTo>
                  <a:lnTo>
                    <a:pt x="30340" y="82651"/>
                  </a:lnTo>
                  <a:lnTo>
                    <a:pt x="38239" y="82651"/>
                  </a:lnTo>
                  <a:lnTo>
                    <a:pt x="44704" y="79997"/>
                  </a:lnTo>
                  <a:lnTo>
                    <a:pt x="54737" y="69354"/>
                  </a:lnTo>
                  <a:lnTo>
                    <a:pt x="57886" y="61861"/>
                  </a:lnTo>
                  <a:lnTo>
                    <a:pt x="59169" y="52197"/>
                  </a:lnTo>
                  <a:close/>
                </a:path>
                <a:path w="284480" h="83184">
                  <a:moveTo>
                    <a:pt x="130771" y="1778"/>
                  </a:moveTo>
                  <a:lnTo>
                    <a:pt x="80416" y="1778"/>
                  </a:lnTo>
                  <a:lnTo>
                    <a:pt x="80416" y="16078"/>
                  </a:lnTo>
                  <a:lnTo>
                    <a:pt x="97663" y="16078"/>
                  </a:lnTo>
                  <a:lnTo>
                    <a:pt x="97663" y="66560"/>
                  </a:lnTo>
                  <a:lnTo>
                    <a:pt x="80416" y="66560"/>
                  </a:lnTo>
                  <a:lnTo>
                    <a:pt x="80416" y="80873"/>
                  </a:lnTo>
                  <a:lnTo>
                    <a:pt x="130771" y="80873"/>
                  </a:lnTo>
                  <a:lnTo>
                    <a:pt x="130771" y="66560"/>
                  </a:lnTo>
                  <a:lnTo>
                    <a:pt x="113525" y="66560"/>
                  </a:lnTo>
                  <a:lnTo>
                    <a:pt x="113525" y="16078"/>
                  </a:lnTo>
                  <a:lnTo>
                    <a:pt x="130771" y="16078"/>
                  </a:lnTo>
                  <a:lnTo>
                    <a:pt x="130771" y="1778"/>
                  </a:lnTo>
                  <a:close/>
                </a:path>
                <a:path w="284480" h="83184">
                  <a:moveTo>
                    <a:pt x="212661" y="80873"/>
                  </a:moveTo>
                  <a:lnTo>
                    <a:pt x="208051" y="64046"/>
                  </a:lnTo>
                  <a:lnTo>
                    <a:pt x="204266" y="50215"/>
                  </a:lnTo>
                  <a:lnTo>
                    <a:pt x="196240" y="20891"/>
                  </a:lnTo>
                  <a:lnTo>
                    <a:pt x="191008" y="1778"/>
                  </a:lnTo>
                  <a:lnTo>
                    <a:pt x="188823" y="1778"/>
                  </a:lnTo>
                  <a:lnTo>
                    <a:pt x="188823" y="50215"/>
                  </a:lnTo>
                  <a:lnTo>
                    <a:pt x="173837" y="50215"/>
                  </a:lnTo>
                  <a:lnTo>
                    <a:pt x="181343" y="20891"/>
                  </a:lnTo>
                  <a:lnTo>
                    <a:pt x="188823" y="50215"/>
                  </a:lnTo>
                  <a:lnTo>
                    <a:pt x="188823" y="1778"/>
                  </a:lnTo>
                  <a:lnTo>
                    <a:pt x="171665" y="1778"/>
                  </a:lnTo>
                  <a:lnTo>
                    <a:pt x="150012" y="80873"/>
                  </a:lnTo>
                  <a:lnTo>
                    <a:pt x="166014" y="80873"/>
                  </a:lnTo>
                  <a:lnTo>
                    <a:pt x="170307" y="64046"/>
                  </a:lnTo>
                  <a:lnTo>
                    <a:pt x="192354" y="64046"/>
                  </a:lnTo>
                  <a:lnTo>
                    <a:pt x="196659" y="80873"/>
                  </a:lnTo>
                  <a:lnTo>
                    <a:pt x="212661" y="80873"/>
                  </a:lnTo>
                  <a:close/>
                </a:path>
                <a:path w="284480" h="83184">
                  <a:moveTo>
                    <a:pt x="284480" y="66560"/>
                  </a:moveTo>
                  <a:lnTo>
                    <a:pt x="249999" y="66560"/>
                  </a:lnTo>
                  <a:lnTo>
                    <a:pt x="249999" y="1778"/>
                  </a:lnTo>
                  <a:lnTo>
                    <a:pt x="234137" y="1778"/>
                  </a:lnTo>
                  <a:lnTo>
                    <a:pt x="234137" y="80873"/>
                  </a:lnTo>
                  <a:lnTo>
                    <a:pt x="284480" y="80873"/>
                  </a:lnTo>
                  <a:lnTo>
                    <a:pt x="284480" y="76352"/>
                  </a:lnTo>
                  <a:lnTo>
                    <a:pt x="284480" y="6656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611" y="1030395"/>
            <a:ext cx="320135" cy="94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00600" y="1030395"/>
            <a:ext cx="326819" cy="9412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399377" y="1074394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90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4159" y="1032177"/>
            <a:ext cx="323811" cy="8042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940733" y="1032065"/>
            <a:ext cx="984250" cy="80645"/>
            <a:chOff x="2940733" y="1032065"/>
            <a:chExt cx="984250" cy="8064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0733" y="1032177"/>
              <a:ext cx="250628" cy="804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12525" y="1032065"/>
              <a:ext cx="712450" cy="80535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11191" y="1032065"/>
            <a:ext cx="248400" cy="8053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337558" y="1050899"/>
            <a:ext cx="189865" cy="62230"/>
          </a:xfrm>
          <a:custGeom>
            <a:avLst/>
            <a:gdLst/>
            <a:ahLst/>
            <a:cxnLst/>
            <a:rect l="l" t="t" r="r" b="b"/>
            <a:pathLst>
              <a:path w="189864" h="62230">
                <a:moveTo>
                  <a:pt x="62382" y="1333"/>
                </a:moveTo>
                <a:lnTo>
                  <a:pt x="52133" y="1333"/>
                </a:lnTo>
                <a:lnTo>
                  <a:pt x="44450" y="50571"/>
                </a:lnTo>
                <a:lnTo>
                  <a:pt x="35763" y="9575"/>
                </a:lnTo>
                <a:lnTo>
                  <a:pt x="26619" y="9575"/>
                </a:lnTo>
                <a:lnTo>
                  <a:pt x="17932" y="50571"/>
                </a:lnTo>
                <a:lnTo>
                  <a:pt x="10248" y="1333"/>
                </a:lnTo>
                <a:lnTo>
                  <a:pt x="0" y="1333"/>
                </a:lnTo>
                <a:lnTo>
                  <a:pt x="11696" y="60375"/>
                </a:lnTo>
                <a:lnTo>
                  <a:pt x="23393" y="60375"/>
                </a:lnTo>
                <a:lnTo>
                  <a:pt x="31191" y="23164"/>
                </a:lnTo>
                <a:lnTo>
                  <a:pt x="38989" y="60375"/>
                </a:lnTo>
                <a:lnTo>
                  <a:pt x="50800" y="60375"/>
                </a:lnTo>
                <a:lnTo>
                  <a:pt x="62382" y="1333"/>
                </a:lnTo>
                <a:close/>
              </a:path>
              <a:path w="189864" h="62230">
                <a:moveTo>
                  <a:pt x="126974" y="60185"/>
                </a:moveTo>
                <a:lnTo>
                  <a:pt x="125869" y="60185"/>
                </a:lnTo>
                <a:lnTo>
                  <a:pt x="125869" y="52133"/>
                </a:lnTo>
                <a:lnTo>
                  <a:pt x="120891" y="52133"/>
                </a:lnTo>
                <a:lnTo>
                  <a:pt x="120002" y="51866"/>
                </a:lnTo>
                <a:lnTo>
                  <a:pt x="118859" y="50863"/>
                </a:lnTo>
                <a:lnTo>
                  <a:pt x="118567" y="50025"/>
                </a:lnTo>
                <a:lnTo>
                  <a:pt x="118516" y="48336"/>
                </a:lnTo>
                <a:lnTo>
                  <a:pt x="118516" y="31851"/>
                </a:lnTo>
                <a:lnTo>
                  <a:pt x="118516" y="16560"/>
                </a:lnTo>
                <a:lnTo>
                  <a:pt x="116547" y="10668"/>
                </a:lnTo>
                <a:lnTo>
                  <a:pt x="114922" y="8902"/>
                </a:lnTo>
                <a:lnTo>
                  <a:pt x="108686" y="2133"/>
                </a:lnTo>
                <a:lnTo>
                  <a:pt x="103149" y="0"/>
                </a:lnTo>
                <a:lnTo>
                  <a:pt x="89331" y="0"/>
                </a:lnTo>
                <a:lnTo>
                  <a:pt x="83896" y="1727"/>
                </a:lnTo>
                <a:lnTo>
                  <a:pt x="75501" y="8636"/>
                </a:lnTo>
                <a:lnTo>
                  <a:pt x="72847" y="13144"/>
                </a:lnTo>
                <a:lnTo>
                  <a:pt x="71716" y="18783"/>
                </a:lnTo>
                <a:lnTo>
                  <a:pt x="72694" y="18783"/>
                </a:lnTo>
                <a:lnTo>
                  <a:pt x="81648" y="19494"/>
                </a:lnTo>
                <a:lnTo>
                  <a:pt x="91935" y="8902"/>
                </a:lnTo>
                <a:lnTo>
                  <a:pt x="100253" y="8902"/>
                </a:lnTo>
                <a:lnTo>
                  <a:pt x="103505" y="10134"/>
                </a:lnTo>
                <a:lnTo>
                  <a:pt x="108026" y="15036"/>
                </a:lnTo>
                <a:lnTo>
                  <a:pt x="109169" y="18783"/>
                </a:lnTo>
                <a:lnTo>
                  <a:pt x="109169" y="23837"/>
                </a:lnTo>
                <a:lnTo>
                  <a:pt x="109169" y="31851"/>
                </a:lnTo>
                <a:lnTo>
                  <a:pt x="95123" y="53467"/>
                </a:lnTo>
                <a:lnTo>
                  <a:pt x="87782" y="53467"/>
                </a:lnTo>
                <a:lnTo>
                  <a:pt x="85420" y="52781"/>
                </a:lnTo>
                <a:lnTo>
                  <a:pt x="85255" y="52781"/>
                </a:lnTo>
                <a:lnTo>
                  <a:pt x="81368" y="49657"/>
                </a:lnTo>
                <a:lnTo>
                  <a:pt x="80429" y="47523"/>
                </a:lnTo>
                <a:lnTo>
                  <a:pt x="80429" y="42329"/>
                </a:lnTo>
                <a:lnTo>
                  <a:pt x="91122" y="35420"/>
                </a:lnTo>
                <a:lnTo>
                  <a:pt x="109169" y="31851"/>
                </a:lnTo>
                <a:lnTo>
                  <a:pt x="109169" y="23837"/>
                </a:lnTo>
                <a:lnTo>
                  <a:pt x="82880" y="29108"/>
                </a:lnTo>
                <a:lnTo>
                  <a:pt x="78143" y="31127"/>
                </a:lnTo>
                <a:lnTo>
                  <a:pt x="72123" y="36703"/>
                </a:lnTo>
                <a:lnTo>
                  <a:pt x="70726" y="40335"/>
                </a:lnTo>
                <a:lnTo>
                  <a:pt x="70624" y="48856"/>
                </a:lnTo>
                <a:lnTo>
                  <a:pt x="71475" y="51663"/>
                </a:lnTo>
                <a:lnTo>
                  <a:pt x="74891" y="56489"/>
                </a:lnTo>
                <a:lnTo>
                  <a:pt x="77228" y="58369"/>
                </a:lnTo>
                <a:lnTo>
                  <a:pt x="83375" y="61137"/>
                </a:lnTo>
                <a:lnTo>
                  <a:pt x="83642" y="61137"/>
                </a:lnTo>
                <a:lnTo>
                  <a:pt x="86512" y="61709"/>
                </a:lnTo>
                <a:lnTo>
                  <a:pt x="93649" y="61709"/>
                </a:lnTo>
                <a:lnTo>
                  <a:pt x="96837" y="61137"/>
                </a:lnTo>
                <a:lnTo>
                  <a:pt x="102781" y="58826"/>
                </a:lnTo>
                <a:lnTo>
                  <a:pt x="105244" y="57238"/>
                </a:lnTo>
                <a:lnTo>
                  <a:pt x="108750" y="53594"/>
                </a:lnTo>
                <a:lnTo>
                  <a:pt x="108877" y="53467"/>
                </a:lnTo>
                <a:lnTo>
                  <a:pt x="109181" y="53149"/>
                </a:lnTo>
                <a:lnTo>
                  <a:pt x="109385" y="52781"/>
                </a:lnTo>
                <a:lnTo>
                  <a:pt x="109321" y="51663"/>
                </a:lnTo>
                <a:lnTo>
                  <a:pt x="109423" y="52133"/>
                </a:lnTo>
                <a:lnTo>
                  <a:pt x="109512" y="52552"/>
                </a:lnTo>
                <a:lnTo>
                  <a:pt x="109740" y="52133"/>
                </a:lnTo>
                <a:lnTo>
                  <a:pt x="109715" y="53594"/>
                </a:lnTo>
                <a:lnTo>
                  <a:pt x="111506" y="57238"/>
                </a:lnTo>
                <a:lnTo>
                  <a:pt x="112826" y="58547"/>
                </a:lnTo>
                <a:lnTo>
                  <a:pt x="116306" y="60185"/>
                </a:lnTo>
                <a:lnTo>
                  <a:pt x="118452" y="60591"/>
                </a:lnTo>
                <a:lnTo>
                  <a:pt x="124536" y="60591"/>
                </a:lnTo>
                <a:lnTo>
                  <a:pt x="126974" y="60185"/>
                </a:lnTo>
                <a:close/>
              </a:path>
              <a:path w="189864" h="62230">
                <a:moveTo>
                  <a:pt x="189369" y="41732"/>
                </a:moveTo>
                <a:lnTo>
                  <a:pt x="162636" y="26809"/>
                </a:lnTo>
                <a:lnTo>
                  <a:pt x="159766" y="26149"/>
                </a:lnTo>
                <a:lnTo>
                  <a:pt x="155460" y="24739"/>
                </a:lnTo>
                <a:lnTo>
                  <a:pt x="153911" y="23799"/>
                </a:lnTo>
                <a:lnTo>
                  <a:pt x="151980" y="21424"/>
                </a:lnTo>
                <a:lnTo>
                  <a:pt x="151498" y="19824"/>
                </a:lnTo>
                <a:lnTo>
                  <a:pt x="151498" y="15290"/>
                </a:lnTo>
                <a:lnTo>
                  <a:pt x="152527" y="13182"/>
                </a:lnTo>
                <a:lnTo>
                  <a:pt x="156692" y="9766"/>
                </a:lnTo>
                <a:lnTo>
                  <a:pt x="159880" y="8902"/>
                </a:lnTo>
                <a:lnTo>
                  <a:pt x="166865" y="8902"/>
                </a:lnTo>
                <a:lnTo>
                  <a:pt x="178447" y="19596"/>
                </a:lnTo>
                <a:lnTo>
                  <a:pt x="188252" y="18935"/>
                </a:lnTo>
                <a:lnTo>
                  <a:pt x="169202" y="0"/>
                </a:lnTo>
                <a:lnTo>
                  <a:pt x="159473" y="0"/>
                </a:lnTo>
                <a:lnTo>
                  <a:pt x="141909" y="14401"/>
                </a:lnTo>
                <a:lnTo>
                  <a:pt x="141909" y="21018"/>
                </a:lnTo>
                <a:lnTo>
                  <a:pt x="168503" y="36385"/>
                </a:lnTo>
                <a:lnTo>
                  <a:pt x="171767" y="37147"/>
                </a:lnTo>
                <a:lnTo>
                  <a:pt x="176225" y="38709"/>
                </a:lnTo>
                <a:lnTo>
                  <a:pt x="177749" y="39649"/>
                </a:lnTo>
                <a:lnTo>
                  <a:pt x="179374" y="41884"/>
                </a:lnTo>
                <a:lnTo>
                  <a:pt x="179781" y="43294"/>
                </a:lnTo>
                <a:lnTo>
                  <a:pt x="179781" y="47675"/>
                </a:lnTo>
                <a:lnTo>
                  <a:pt x="178574" y="49644"/>
                </a:lnTo>
                <a:lnTo>
                  <a:pt x="173748" y="52158"/>
                </a:lnTo>
                <a:lnTo>
                  <a:pt x="170357" y="52793"/>
                </a:lnTo>
                <a:lnTo>
                  <a:pt x="161290" y="52793"/>
                </a:lnTo>
                <a:lnTo>
                  <a:pt x="157632" y="51752"/>
                </a:lnTo>
                <a:lnTo>
                  <a:pt x="152361" y="47599"/>
                </a:lnTo>
                <a:lnTo>
                  <a:pt x="150749" y="44742"/>
                </a:lnTo>
                <a:lnTo>
                  <a:pt x="150152" y="41097"/>
                </a:lnTo>
                <a:lnTo>
                  <a:pt x="140347" y="41770"/>
                </a:lnTo>
                <a:lnTo>
                  <a:pt x="160845" y="61709"/>
                </a:lnTo>
                <a:lnTo>
                  <a:pt x="165976" y="61709"/>
                </a:lnTo>
                <a:lnTo>
                  <a:pt x="170434" y="61709"/>
                </a:lnTo>
                <a:lnTo>
                  <a:pt x="189369" y="48488"/>
                </a:lnTo>
                <a:lnTo>
                  <a:pt x="189369" y="41732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07204" y="1032065"/>
            <a:ext cx="791845" cy="96520"/>
          </a:xfrm>
          <a:custGeom>
            <a:avLst/>
            <a:gdLst/>
            <a:ahLst/>
            <a:cxnLst/>
            <a:rect l="l" t="t" r="r" b="b"/>
            <a:pathLst>
              <a:path w="791845" h="96519">
                <a:moveTo>
                  <a:pt x="52273" y="114"/>
                </a:moveTo>
                <a:lnTo>
                  <a:pt x="42913" y="114"/>
                </a:lnTo>
                <a:lnTo>
                  <a:pt x="42913" y="28168"/>
                </a:lnTo>
                <a:lnTo>
                  <a:pt x="42913" y="45085"/>
                </a:lnTo>
                <a:lnTo>
                  <a:pt x="42913" y="54140"/>
                </a:lnTo>
                <a:lnTo>
                  <a:pt x="42227" y="58026"/>
                </a:lnTo>
                <a:lnTo>
                  <a:pt x="29324" y="71628"/>
                </a:lnTo>
                <a:lnTo>
                  <a:pt x="20789" y="71628"/>
                </a:lnTo>
                <a:lnTo>
                  <a:pt x="16865" y="69659"/>
                </a:lnTo>
                <a:lnTo>
                  <a:pt x="11150" y="61785"/>
                </a:lnTo>
                <a:lnTo>
                  <a:pt x="9715" y="56438"/>
                </a:lnTo>
                <a:lnTo>
                  <a:pt x="9715" y="42849"/>
                </a:lnTo>
                <a:lnTo>
                  <a:pt x="11036" y="37922"/>
                </a:lnTo>
                <a:lnTo>
                  <a:pt x="11150" y="37490"/>
                </a:lnTo>
                <a:lnTo>
                  <a:pt x="16865" y="29692"/>
                </a:lnTo>
                <a:lnTo>
                  <a:pt x="20713" y="27736"/>
                </a:lnTo>
                <a:lnTo>
                  <a:pt x="29171" y="27736"/>
                </a:lnTo>
                <a:lnTo>
                  <a:pt x="32626" y="28702"/>
                </a:lnTo>
                <a:lnTo>
                  <a:pt x="32435" y="28702"/>
                </a:lnTo>
                <a:lnTo>
                  <a:pt x="37490" y="32105"/>
                </a:lnTo>
                <a:lnTo>
                  <a:pt x="39484" y="34607"/>
                </a:lnTo>
                <a:lnTo>
                  <a:pt x="42227" y="41148"/>
                </a:lnTo>
                <a:lnTo>
                  <a:pt x="42913" y="45085"/>
                </a:lnTo>
                <a:lnTo>
                  <a:pt x="42913" y="28168"/>
                </a:lnTo>
                <a:lnTo>
                  <a:pt x="28397" y="18834"/>
                </a:lnTo>
                <a:lnTo>
                  <a:pt x="20002" y="18834"/>
                </a:lnTo>
                <a:lnTo>
                  <a:pt x="0" y="56438"/>
                </a:lnTo>
                <a:lnTo>
                  <a:pt x="939" y="61455"/>
                </a:lnTo>
                <a:lnTo>
                  <a:pt x="20002" y="80543"/>
                </a:lnTo>
                <a:lnTo>
                  <a:pt x="28321" y="80543"/>
                </a:lnTo>
                <a:lnTo>
                  <a:pt x="42938" y="71628"/>
                </a:lnTo>
                <a:lnTo>
                  <a:pt x="43459" y="70764"/>
                </a:lnTo>
                <a:lnTo>
                  <a:pt x="43484" y="71628"/>
                </a:lnTo>
                <a:lnTo>
                  <a:pt x="43599" y="74231"/>
                </a:lnTo>
                <a:lnTo>
                  <a:pt x="43688" y="76441"/>
                </a:lnTo>
                <a:lnTo>
                  <a:pt x="43815" y="79273"/>
                </a:lnTo>
                <a:lnTo>
                  <a:pt x="52273" y="79273"/>
                </a:lnTo>
                <a:lnTo>
                  <a:pt x="52273" y="65836"/>
                </a:lnTo>
                <a:lnTo>
                  <a:pt x="52273" y="32867"/>
                </a:lnTo>
                <a:lnTo>
                  <a:pt x="52273" y="114"/>
                </a:lnTo>
                <a:close/>
              </a:path>
              <a:path w="791845" h="96519">
                <a:moveTo>
                  <a:pt x="122110" y="43192"/>
                </a:moveTo>
                <a:lnTo>
                  <a:pt x="121246" y="38849"/>
                </a:lnTo>
                <a:lnTo>
                  <a:pt x="121208" y="38620"/>
                </a:lnTo>
                <a:lnTo>
                  <a:pt x="121081" y="38023"/>
                </a:lnTo>
                <a:lnTo>
                  <a:pt x="111861" y="23888"/>
                </a:lnTo>
                <a:lnTo>
                  <a:pt x="111861" y="44335"/>
                </a:lnTo>
                <a:lnTo>
                  <a:pt x="79121" y="44335"/>
                </a:lnTo>
                <a:lnTo>
                  <a:pt x="79933" y="38849"/>
                </a:lnTo>
                <a:lnTo>
                  <a:pt x="81813" y="34709"/>
                </a:lnTo>
                <a:lnTo>
                  <a:pt x="87680" y="29133"/>
                </a:lnTo>
                <a:lnTo>
                  <a:pt x="91401" y="27736"/>
                </a:lnTo>
                <a:lnTo>
                  <a:pt x="100317" y="27736"/>
                </a:lnTo>
                <a:lnTo>
                  <a:pt x="111772" y="43192"/>
                </a:lnTo>
                <a:lnTo>
                  <a:pt x="111861" y="44335"/>
                </a:lnTo>
                <a:lnTo>
                  <a:pt x="111861" y="23888"/>
                </a:lnTo>
                <a:lnTo>
                  <a:pt x="105714" y="20116"/>
                </a:lnTo>
                <a:lnTo>
                  <a:pt x="105867" y="20116"/>
                </a:lnTo>
                <a:lnTo>
                  <a:pt x="101066" y="18834"/>
                </a:lnTo>
                <a:lnTo>
                  <a:pt x="90512" y="18834"/>
                </a:lnTo>
                <a:lnTo>
                  <a:pt x="69316" y="55918"/>
                </a:lnTo>
                <a:lnTo>
                  <a:pt x="70408" y="61366"/>
                </a:lnTo>
                <a:lnTo>
                  <a:pt x="90817" y="80543"/>
                </a:lnTo>
                <a:lnTo>
                  <a:pt x="102616" y="80543"/>
                </a:lnTo>
                <a:lnTo>
                  <a:pt x="107911" y="78854"/>
                </a:lnTo>
                <a:lnTo>
                  <a:pt x="116598" y="72097"/>
                </a:lnTo>
                <a:lnTo>
                  <a:pt x="116916" y="71628"/>
                </a:lnTo>
                <a:lnTo>
                  <a:pt x="119557" y="67767"/>
                </a:lnTo>
                <a:lnTo>
                  <a:pt x="121107" y="62496"/>
                </a:lnTo>
                <a:lnTo>
                  <a:pt x="111086" y="61722"/>
                </a:lnTo>
                <a:lnTo>
                  <a:pt x="110121" y="64681"/>
                </a:lnTo>
                <a:lnTo>
                  <a:pt x="108394" y="67081"/>
                </a:lnTo>
                <a:lnTo>
                  <a:pt x="103416" y="70726"/>
                </a:lnTo>
                <a:lnTo>
                  <a:pt x="100241" y="71628"/>
                </a:lnTo>
                <a:lnTo>
                  <a:pt x="91262" y="71628"/>
                </a:lnTo>
                <a:lnTo>
                  <a:pt x="87198" y="70027"/>
                </a:lnTo>
                <a:lnTo>
                  <a:pt x="81178" y="63652"/>
                </a:lnTo>
                <a:lnTo>
                  <a:pt x="79489" y="58889"/>
                </a:lnTo>
                <a:lnTo>
                  <a:pt x="79121" y="52578"/>
                </a:lnTo>
                <a:lnTo>
                  <a:pt x="122110" y="52578"/>
                </a:lnTo>
                <a:lnTo>
                  <a:pt x="122110" y="44335"/>
                </a:lnTo>
                <a:lnTo>
                  <a:pt x="122110" y="43192"/>
                </a:lnTo>
                <a:close/>
              </a:path>
              <a:path w="791845" h="96519">
                <a:moveTo>
                  <a:pt x="188163" y="114"/>
                </a:moveTo>
                <a:lnTo>
                  <a:pt x="163664" y="114"/>
                </a:lnTo>
                <a:lnTo>
                  <a:pt x="159524" y="1511"/>
                </a:lnTo>
                <a:lnTo>
                  <a:pt x="154101" y="7073"/>
                </a:lnTo>
                <a:lnTo>
                  <a:pt x="152742" y="11112"/>
                </a:lnTo>
                <a:lnTo>
                  <a:pt x="152742" y="20167"/>
                </a:lnTo>
                <a:lnTo>
                  <a:pt x="136931" y="20167"/>
                </a:lnTo>
                <a:lnTo>
                  <a:pt x="136931" y="28409"/>
                </a:lnTo>
                <a:lnTo>
                  <a:pt x="152742" y="28409"/>
                </a:lnTo>
                <a:lnTo>
                  <a:pt x="152742" y="79209"/>
                </a:lnTo>
                <a:lnTo>
                  <a:pt x="162102" y="79209"/>
                </a:lnTo>
                <a:lnTo>
                  <a:pt x="162102" y="28409"/>
                </a:lnTo>
                <a:lnTo>
                  <a:pt x="187058" y="28409"/>
                </a:lnTo>
                <a:lnTo>
                  <a:pt x="187058" y="20167"/>
                </a:lnTo>
                <a:lnTo>
                  <a:pt x="162102" y="20167"/>
                </a:lnTo>
                <a:lnTo>
                  <a:pt x="162102" y="13931"/>
                </a:lnTo>
                <a:lnTo>
                  <a:pt x="162712" y="11976"/>
                </a:lnTo>
                <a:lnTo>
                  <a:pt x="165163" y="9080"/>
                </a:lnTo>
                <a:lnTo>
                  <a:pt x="166928" y="8356"/>
                </a:lnTo>
                <a:lnTo>
                  <a:pt x="188163" y="8356"/>
                </a:lnTo>
                <a:lnTo>
                  <a:pt x="188163" y="114"/>
                </a:lnTo>
                <a:close/>
              </a:path>
              <a:path w="791845" h="96519">
                <a:moveTo>
                  <a:pt x="237515" y="0"/>
                </a:moveTo>
                <a:lnTo>
                  <a:pt x="227711" y="0"/>
                </a:lnTo>
                <a:lnTo>
                  <a:pt x="227711" y="10922"/>
                </a:lnTo>
                <a:lnTo>
                  <a:pt x="237515" y="10922"/>
                </a:lnTo>
                <a:lnTo>
                  <a:pt x="237515" y="0"/>
                </a:lnTo>
                <a:close/>
              </a:path>
              <a:path w="791845" h="96519">
                <a:moveTo>
                  <a:pt x="258343" y="70967"/>
                </a:moveTo>
                <a:lnTo>
                  <a:pt x="237959" y="70967"/>
                </a:lnTo>
                <a:lnTo>
                  <a:pt x="237959" y="28409"/>
                </a:lnTo>
                <a:lnTo>
                  <a:pt x="237959" y="23837"/>
                </a:lnTo>
                <a:lnTo>
                  <a:pt x="237959" y="20167"/>
                </a:lnTo>
                <a:lnTo>
                  <a:pt x="205994" y="20167"/>
                </a:lnTo>
                <a:lnTo>
                  <a:pt x="205994" y="28409"/>
                </a:lnTo>
                <a:lnTo>
                  <a:pt x="228600" y="28409"/>
                </a:lnTo>
                <a:lnTo>
                  <a:pt x="228600" y="70967"/>
                </a:lnTo>
                <a:lnTo>
                  <a:pt x="204876" y="70967"/>
                </a:lnTo>
                <a:lnTo>
                  <a:pt x="204876" y="79209"/>
                </a:lnTo>
                <a:lnTo>
                  <a:pt x="258343" y="79209"/>
                </a:lnTo>
                <a:lnTo>
                  <a:pt x="258343" y="70967"/>
                </a:lnTo>
                <a:close/>
              </a:path>
              <a:path w="791845" h="96519">
                <a:moveTo>
                  <a:pt x="320281" y="37058"/>
                </a:moveTo>
                <a:lnTo>
                  <a:pt x="319493" y="33299"/>
                </a:lnTo>
                <a:lnTo>
                  <a:pt x="316623" y="27076"/>
                </a:lnTo>
                <a:lnTo>
                  <a:pt x="316382" y="26530"/>
                </a:lnTo>
                <a:lnTo>
                  <a:pt x="314096" y="23837"/>
                </a:lnTo>
                <a:lnTo>
                  <a:pt x="308076" y="19837"/>
                </a:lnTo>
                <a:lnTo>
                  <a:pt x="304317" y="18834"/>
                </a:lnTo>
                <a:lnTo>
                  <a:pt x="296735" y="18834"/>
                </a:lnTo>
                <a:lnTo>
                  <a:pt x="280949" y="30162"/>
                </a:lnTo>
                <a:lnTo>
                  <a:pt x="280949" y="30340"/>
                </a:lnTo>
                <a:lnTo>
                  <a:pt x="280695" y="30708"/>
                </a:lnTo>
                <a:lnTo>
                  <a:pt x="280733" y="20167"/>
                </a:lnTo>
                <a:lnTo>
                  <a:pt x="272161" y="20167"/>
                </a:lnTo>
                <a:lnTo>
                  <a:pt x="272161" y="79209"/>
                </a:lnTo>
                <a:lnTo>
                  <a:pt x="281508" y="79209"/>
                </a:lnTo>
                <a:lnTo>
                  <a:pt x="281508" y="40259"/>
                </a:lnTo>
                <a:lnTo>
                  <a:pt x="282232" y="37198"/>
                </a:lnTo>
                <a:lnTo>
                  <a:pt x="283387" y="35204"/>
                </a:lnTo>
                <a:lnTo>
                  <a:pt x="285127" y="32219"/>
                </a:lnTo>
                <a:lnTo>
                  <a:pt x="287083" y="30327"/>
                </a:lnTo>
                <a:lnTo>
                  <a:pt x="291769" y="27838"/>
                </a:lnTo>
                <a:lnTo>
                  <a:pt x="291515" y="27838"/>
                </a:lnTo>
                <a:lnTo>
                  <a:pt x="294728" y="27076"/>
                </a:lnTo>
                <a:lnTo>
                  <a:pt x="302234" y="27076"/>
                </a:lnTo>
                <a:lnTo>
                  <a:pt x="305536" y="28498"/>
                </a:lnTo>
                <a:lnTo>
                  <a:pt x="309841" y="34226"/>
                </a:lnTo>
                <a:lnTo>
                  <a:pt x="310921" y="38404"/>
                </a:lnTo>
                <a:lnTo>
                  <a:pt x="310921" y="79209"/>
                </a:lnTo>
                <a:lnTo>
                  <a:pt x="320281" y="79209"/>
                </a:lnTo>
                <a:lnTo>
                  <a:pt x="320281" y="37058"/>
                </a:lnTo>
                <a:close/>
              </a:path>
              <a:path w="791845" h="96519">
                <a:moveTo>
                  <a:pt x="371182" y="0"/>
                </a:moveTo>
                <a:lnTo>
                  <a:pt x="361378" y="0"/>
                </a:lnTo>
                <a:lnTo>
                  <a:pt x="361378" y="10922"/>
                </a:lnTo>
                <a:lnTo>
                  <a:pt x="371182" y="10922"/>
                </a:lnTo>
                <a:lnTo>
                  <a:pt x="371182" y="0"/>
                </a:lnTo>
                <a:close/>
              </a:path>
              <a:path w="791845" h="96519">
                <a:moveTo>
                  <a:pt x="392010" y="70967"/>
                </a:moveTo>
                <a:lnTo>
                  <a:pt x="371627" y="70967"/>
                </a:lnTo>
                <a:lnTo>
                  <a:pt x="371627" y="28409"/>
                </a:lnTo>
                <a:lnTo>
                  <a:pt x="371627" y="23837"/>
                </a:lnTo>
                <a:lnTo>
                  <a:pt x="371627" y="20167"/>
                </a:lnTo>
                <a:lnTo>
                  <a:pt x="339661" y="20167"/>
                </a:lnTo>
                <a:lnTo>
                  <a:pt x="339661" y="28409"/>
                </a:lnTo>
                <a:lnTo>
                  <a:pt x="362267" y="28409"/>
                </a:lnTo>
                <a:lnTo>
                  <a:pt x="362267" y="70967"/>
                </a:lnTo>
                <a:lnTo>
                  <a:pt x="338543" y="70967"/>
                </a:lnTo>
                <a:lnTo>
                  <a:pt x="338543" y="79209"/>
                </a:lnTo>
                <a:lnTo>
                  <a:pt x="392010" y="79209"/>
                </a:lnTo>
                <a:lnTo>
                  <a:pt x="392010" y="70967"/>
                </a:lnTo>
                <a:close/>
              </a:path>
              <a:path w="791845" h="96519">
                <a:moveTo>
                  <a:pt x="454393" y="20167"/>
                </a:moveTo>
                <a:lnTo>
                  <a:pt x="430885" y="20167"/>
                </a:lnTo>
                <a:lnTo>
                  <a:pt x="430885" y="6350"/>
                </a:lnTo>
                <a:lnTo>
                  <a:pt x="421525" y="6350"/>
                </a:lnTo>
                <a:lnTo>
                  <a:pt x="421525" y="20167"/>
                </a:lnTo>
                <a:lnTo>
                  <a:pt x="402043" y="20167"/>
                </a:lnTo>
                <a:lnTo>
                  <a:pt x="402043" y="28409"/>
                </a:lnTo>
                <a:lnTo>
                  <a:pt x="421525" y="28409"/>
                </a:lnTo>
                <a:lnTo>
                  <a:pt x="421525" y="68440"/>
                </a:lnTo>
                <a:lnTo>
                  <a:pt x="422948" y="72517"/>
                </a:lnTo>
                <a:lnTo>
                  <a:pt x="428586" y="77863"/>
                </a:lnTo>
                <a:lnTo>
                  <a:pt x="432854" y="79209"/>
                </a:lnTo>
                <a:lnTo>
                  <a:pt x="454393" y="79209"/>
                </a:lnTo>
                <a:lnTo>
                  <a:pt x="454393" y="70967"/>
                </a:lnTo>
                <a:lnTo>
                  <a:pt x="435978" y="70967"/>
                </a:lnTo>
                <a:lnTo>
                  <a:pt x="434047" y="70307"/>
                </a:lnTo>
                <a:lnTo>
                  <a:pt x="431520" y="67716"/>
                </a:lnTo>
                <a:lnTo>
                  <a:pt x="430885" y="65684"/>
                </a:lnTo>
                <a:lnTo>
                  <a:pt x="430885" y="28409"/>
                </a:lnTo>
                <a:lnTo>
                  <a:pt x="454393" y="28409"/>
                </a:lnTo>
                <a:lnTo>
                  <a:pt x="454393" y="20167"/>
                </a:lnTo>
                <a:close/>
              </a:path>
              <a:path w="791845" h="96519">
                <a:moveTo>
                  <a:pt x="504850" y="0"/>
                </a:moveTo>
                <a:lnTo>
                  <a:pt x="495046" y="0"/>
                </a:lnTo>
                <a:lnTo>
                  <a:pt x="495046" y="10922"/>
                </a:lnTo>
                <a:lnTo>
                  <a:pt x="504850" y="10922"/>
                </a:lnTo>
                <a:lnTo>
                  <a:pt x="504850" y="0"/>
                </a:lnTo>
                <a:close/>
              </a:path>
              <a:path w="791845" h="96519">
                <a:moveTo>
                  <a:pt x="525678" y="70967"/>
                </a:moveTo>
                <a:lnTo>
                  <a:pt x="505294" y="70967"/>
                </a:lnTo>
                <a:lnTo>
                  <a:pt x="505294" y="28409"/>
                </a:lnTo>
                <a:lnTo>
                  <a:pt x="505294" y="23837"/>
                </a:lnTo>
                <a:lnTo>
                  <a:pt x="505294" y="20167"/>
                </a:lnTo>
                <a:lnTo>
                  <a:pt x="473329" y="20167"/>
                </a:lnTo>
                <a:lnTo>
                  <a:pt x="473329" y="28409"/>
                </a:lnTo>
                <a:lnTo>
                  <a:pt x="495935" y="28409"/>
                </a:lnTo>
                <a:lnTo>
                  <a:pt x="495935" y="70967"/>
                </a:lnTo>
                <a:lnTo>
                  <a:pt x="472211" y="70967"/>
                </a:lnTo>
                <a:lnTo>
                  <a:pt x="472211" y="79209"/>
                </a:lnTo>
                <a:lnTo>
                  <a:pt x="525678" y="79209"/>
                </a:lnTo>
                <a:lnTo>
                  <a:pt x="525678" y="70967"/>
                </a:lnTo>
                <a:close/>
              </a:path>
              <a:path w="791845" h="96519">
                <a:moveTo>
                  <a:pt x="591400" y="20167"/>
                </a:moveTo>
                <a:lnTo>
                  <a:pt x="581152" y="20167"/>
                </a:lnTo>
                <a:lnTo>
                  <a:pt x="563549" y="69621"/>
                </a:lnTo>
                <a:lnTo>
                  <a:pt x="545947" y="20167"/>
                </a:lnTo>
                <a:lnTo>
                  <a:pt x="535711" y="20167"/>
                </a:lnTo>
                <a:lnTo>
                  <a:pt x="557644" y="79209"/>
                </a:lnTo>
                <a:lnTo>
                  <a:pt x="569455" y="79209"/>
                </a:lnTo>
                <a:lnTo>
                  <a:pt x="591400" y="20167"/>
                </a:lnTo>
                <a:close/>
              </a:path>
              <a:path w="791845" h="96519">
                <a:moveTo>
                  <a:pt x="656793" y="43192"/>
                </a:moveTo>
                <a:lnTo>
                  <a:pt x="655916" y="38849"/>
                </a:lnTo>
                <a:lnTo>
                  <a:pt x="655878" y="38620"/>
                </a:lnTo>
                <a:lnTo>
                  <a:pt x="655764" y="38023"/>
                </a:lnTo>
                <a:lnTo>
                  <a:pt x="646544" y="23901"/>
                </a:lnTo>
                <a:lnTo>
                  <a:pt x="646544" y="44335"/>
                </a:lnTo>
                <a:lnTo>
                  <a:pt x="613791" y="44335"/>
                </a:lnTo>
                <a:lnTo>
                  <a:pt x="614603" y="38849"/>
                </a:lnTo>
                <a:lnTo>
                  <a:pt x="616483" y="34709"/>
                </a:lnTo>
                <a:lnTo>
                  <a:pt x="622350" y="29133"/>
                </a:lnTo>
                <a:lnTo>
                  <a:pt x="626084" y="27736"/>
                </a:lnTo>
                <a:lnTo>
                  <a:pt x="634987" y="27736"/>
                </a:lnTo>
                <a:lnTo>
                  <a:pt x="646442" y="43192"/>
                </a:lnTo>
                <a:lnTo>
                  <a:pt x="646544" y="44335"/>
                </a:lnTo>
                <a:lnTo>
                  <a:pt x="646544" y="23901"/>
                </a:lnTo>
                <a:lnTo>
                  <a:pt x="640384" y="20116"/>
                </a:lnTo>
                <a:lnTo>
                  <a:pt x="640549" y="20116"/>
                </a:lnTo>
                <a:lnTo>
                  <a:pt x="635736" y="18834"/>
                </a:lnTo>
                <a:lnTo>
                  <a:pt x="625182" y="18834"/>
                </a:lnTo>
                <a:lnTo>
                  <a:pt x="603986" y="55918"/>
                </a:lnTo>
                <a:lnTo>
                  <a:pt x="605078" y="61366"/>
                </a:lnTo>
                <a:lnTo>
                  <a:pt x="625487" y="80543"/>
                </a:lnTo>
                <a:lnTo>
                  <a:pt x="637298" y="80543"/>
                </a:lnTo>
                <a:lnTo>
                  <a:pt x="642581" y="78854"/>
                </a:lnTo>
                <a:lnTo>
                  <a:pt x="651268" y="72097"/>
                </a:lnTo>
                <a:lnTo>
                  <a:pt x="651586" y="71628"/>
                </a:lnTo>
                <a:lnTo>
                  <a:pt x="654227" y="67767"/>
                </a:lnTo>
                <a:lnTo>
                  <a:pt x="655789" y="62496"/>
                </a:lnTo>
                <a:lnTo>
                  <a:pt x="645756" y="61722"/>
                </a:lnTo>
                <a:lnTo>
                  <a:pt x="644791" y="64681"/>
                </a:lnTo>
                <a:lnTo>
                  <a:pt x="643064" y="67081"/>
                </a:lnTo>
                <a:lnTo>
                  <a:pt x="638086" y="70726"/>
                </a:lnTo>
                <a:lnTo>
                  <a:pt x="634911" y="71628"/>
                </a:lnTo>
                <a:lnTo>
                  <a:pt x="625932" y="71628"/>
                </a:lnTo>
                <a:lnTo>
                  <a:pt x="621868" y="70027"/>
                </a:lnTo>
                <a:lnTo>
                  <a:pt x="615848" y="63652"/>
                </a:lnTo>
                <a:lnTo>
                  <a:pt x="614159" y="58889"/>
                </a:lnTo>
                <a:lnTo>
                  <a:pt x="613791" y="52578"/>
                </a:lnTo>
                <a:lnTo>
                  <a:pt x="656793" y="52578"/>
                </a:lnTo>
                <a:lnTo>
                  <a:pt x="656793" y="44335"/>
                </a:lnTo>
                <a:lnTo>
                  <a:pt x="656793" y="43192"/>
                </a:lnTo>
                <a:close/>
              </a:path>
              <a:path w="791845" h="96519">
                <a:moveTo>
                  <a:pt x="723950" y="70967"/>
                </a:moveTo>
                <a:lnTo>
                  <a:pt x="703567" y="70967"/>
                </a:lnTo>
                <a:lnTo>
                  <a:pt x="703567" y="11188"/>
                </a:lnTo>
                <a:lnTo>
                  <a:pt x="702183" y="7073"/>
                </a:lnTo>
                <a:lnTo>
                  <a:pt x="696607" y="1511"/>
                </a:lnTo>
                <a:lnTo>
                  <a:pt x="692505" y="114"/>
                </a:lnTo>
                <a:lnTo>
                  <a:pt x="672719" y="114"/>
                </a:lnTo>
                <a:lnTo>
                  <a:pt x="672719" y="8356"/>
                </a:lnTo>
                <a:lnTo>
                  <a:pt x="689013" y="8356"/>
                </a:lnTo>
                <a:lnTo>
                  <a:pt x="690867" y="9029"/>
                </a:lnTo>
                <a:lnTo>
                  <a:pt x="693547" y="11709"/>
                </a:lnTo>
                <a:lnTo>
                  <a:pt x="694220" y="13563"/>
                </a:lnTo>
                <a:lnTo>
                  <a:pt x="694220" y="70967"/>
                </a:lnTo>
                <a:lnTo>
                  <a:pt x="670483" y="70967"/>
                </a:lnTo>
                <a:lnTo>
                  <a:pt x="670483" y="79209"/>
                </a:lnTo>
                <a:lnTo>
                  <a:pt x="723950" y="79209"/>
                </a:lnTo>
                <a:lnTo>
                  <a:pt x="723950" y="75857"/>
                </a:lnTo>
                <a:lnTo>
                  <a:pt x="723950" y="70967"/>
                </a:lnTo>
                <a:close/>
              </a:path>
              <a:path w="791845" h="96519">
                <a:moveTo>
                  <a:pt x="791679" y="20167"/>
                </a:moveTo>
                <a:lnTo>
                  <a:pt x="781431" y="20167"/>
                </a:lnTo>
                <a:lnTo>
                  <a:pt x="764616" y="69405"/>
                </a:lnTo>
                <a:lnTo>
                  <a:pt x="746683" y="20167"/>
                </a:lnTo>
                <a:lnTo>
                  <a:pt x="736434" y="20167"/>
                </a:lnTo>
                <a:lnTo>
                  <a:pt x="758380" y="78092"/>
                </a:lnTo>
                <a:lnTo>
                  <a:pt x="761606" y="78092"/>
                </a:lnTo>
                <a:lnTo>
                  <a:pt x="758964" y="85077"/>
                </a:lnTo>
                <a:lnTo>
                  <a:pt x="758202" y="86093"/>
                </a:lnTo>
                <a:lnTo>
                  <a:pt x="756208" y="87350"/>
                </a:lnTo>
                <a:lnTo>
                  <a:pt x="754659" y="87668"/>
                </a:lnTo>
                <a:lnTo>
                  <a:pt x="745782" y="87668"/>
                </a:lnTo>
                <a:lnTo>
                  <a:pt x="745782" y="95910"/>
                </a:lnTo>
                <a:lnTo>
                  <a:pt x="757415" y="95910"/>
                </a:lnTo>
                <a:lnTo>
                  <a:pt x="760488" y="95173"/>
                </a:lnTo>
                <a:lnTo>
                  <a:pt x="764946" y="92202"/>
                </a:lnTo>
                <a:lnTo>
                  <a:pt x="766622" y="89865"/>
                </a:lnTo>
                <a:lnTo>
                  <a:pt x="791679" y="20167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80428" y="1032065"/>
            <a:ext cx="515735" cy="80535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75129" y="1360332"/>
            <a:ext cx="658495" cy="273685"/>
            <a:chOff x="575129" y="1360332"/>
            <a:chExt cx="658495" cy="273685"/>
          </a:xfrm>
        </p:grpSpPr>
        <p:sp>
          <p:nvSpPr>
            <p:cNvPr id="20" name="object 20"/>
            <p:cNvSpPr/>
            <p:nvPr/>
          </p:nvSpPr>
          <p:spPr>
            <a:xfrm>
              <a:off x="575129" y="1360332"/>
              <a:ext cx="191135" cy="269240"/>
            </a:xfrm>
            <a:custGeom>
              <a:avLst/>
              <a:gdLst/>
              <a:ahLst/>
              <a:cxnLst/>
              <a:rect l="l" t="t" r="r" b="b"/>
              <a:pathLst>
                <a:path w="19113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58005"/>
                  </a:lnTo>
                  <a:lnTo>
                    <a:pt x="33860" y="158005"/>
                  </a:lnTo>
                  <a:lnTo>
                    <a:pt x="53926" y="139904"/>
                  </a:lnTo>
                  <a:lnTo>
                    <a:pt x="190878" y="139904"/>
                  </a:lnTo>
                  <a:lnTo>
                    <a:pt x="190878" y="127477"/>
                  </a:lnTo>
                  <a:lnTo>
                    <a:pt x="53926" y="127477"/>
                  </a:lnTo>
                  <a:lnTo>
                    <a:pt x="33860" y="109374"/>
                  </a:lnTo>
                  <a:lnTo>
                    <a:pt x="53926" y="109374"/>
                  </a:lnTo>
                  <a:lnTo>
                    <a:pt x="53926" y="0"/>
                  </a:lnTo>
                  <a:close/>
                </a:path>
                <a:path w="191134" h="269239">
                  <a:moveTo>
                    <a:pt x="136950" y="139904"/>
                  </a:moveTo>
                  <a:lnTo>
                    <a:pt x="136950" y="268895"/>
                  </a:lnTo>
                  <a:lnTo>
                    <a:pt x="190878" y="268895"/>
                  </a:lnTo>
                  <a:lnTo>
                    <a:pt x="190878" y="158005"/>
                  </a:lnTo>
                  <a:lnTo>
                    <a:pt x="157017" y="158005"/>
                  </a:lnTo>
                  <a:lnTo>
                    <a:pt x="136950" y="139904"/>
                  </a:lnTo>
                  <a:close/>
                </a:path>
                <a:path w="191134" h="269239">
                  <a:moveTo>
                    <a:pt x="53926" y="139904"/>
                  </a:moveTo>
                  <a:lnTo>
                    <a:pt x="33860" y="158005"/>
                  </a:lnTo>
                  <a:lnTo>
                    <a:pt x="53926" y="158005"/>
                  </a:lnTo>
                  <a:lnTo>
                    <a:pt x="53926" y="139904"/>
                  </a:lnTo>
                  <a:close/>
                </a:path>
                <a:path w="191134" h="269239">
                  <a:moveTo>
                    <a:pt x="136950" y="139904"/>
                  </a:moveTo>
                  <a:lnTo>
                    <a:pt x="53926" y="139904"/>
                  </a:lnTo>
                  <a:lnTo>
                    <a:pt x="53926" y="158005"/>
                  </a:lnTo>
                  <a:lnTo>
                    <a:pt x="136950" y="158005"/>
                  </a:lnTo>
                  <a:lnTo>
                    <a:pt x="136950" y="139904"/>
                  </a:lnTo>
                  <a:close/>
                </a:path>
                <a:path w="191134" h="269239">
                  <a:moveTo>
                    <a:pt x="190878" y="139904"/>
                  </a:moveTo>
                  <a:lnTo>
                    <a:pt x="136950" y="139904"/>
                  </a:lnTo>
                  <a:lnTo>
                    <a:pt x="157017" y="158005"/>
                  </a:lnTo>
                  <a:lnTo>
                    <a:pt x="190878" y="158005"/>
                  </a:lnTo>
                  <a:lnTo>
                    <a:pt x="190878" y="139904"/>
                  </a:lnTo>
                  <a:close/>
                </a:path>
                <a:path w="191134" h="269239">
                  <a:moveTo>
                    <a:pt x="53926" y="109374"/>
                  </a:moveTo>
                  <a:lnTo>
                    <a:pt x="33860" y="109374"/>
                  </a:lnTo>
                  <a:lnTo>
                    <a:pt x="53926" y="127477"/>
                  </a:lnTo>
                  <a:lnTo>
                    <a:pt x="53926" y="109374"/>
                  </a:lnTo>
                  <a:close/>
                </a:path>
                <a:path w="191134" h="269239">
                  <a:moveTo>
                    <a:pt x="136950" y="109374"/>
                  </a:moveTo>
                  <a:lnTo>
                    <a:pt x="53926" y="109374"/>
                  </a:lnTo>
                  <a:lnTo>
                    <a:pt x="53926" y="127477"/>
                  </a:lnTo>
                  <a:lnTo>
                    <a:pt x="136950" y="127477"/>
                  </a:lnTo>
                  <a:lnTo>
                    <a:pt x="136950" y="109374"/>
                  </a:lnTo>
                  <a:close/>
                </a:path>
                <a:path w="191134" h="269239">
                  <a:moveTo>
                    <a:pt x="190878" y="0"/>
                  </a:moveTo>
                  <a:lnTo>
                    <a:pt x="136950" y="0"/>
                  </a:lnTo>
                  <a:lnTo>
                    <a:pt x="136950" y="127477"/>
                  </a:lnTo>
                  <a:lnTo>
                    <a:pt x="157017" y="109374"/>
                  </a:lnTo>
                  <a:lnTo>
                    <a:pt x="190878" y="109374"/>
                  </a:lnTo>
                  <a:lnTo>
                    <a:pt x="190878" y="0"/>
                  </a:lnTo>
                  <a:close/>
                </a:path>
                <a:path w="191134" h="269239">
                  <a:moveTo>
                    <a:pt x="190878" y="109374"/>
                  </a:moveTo>
                  <a:lnTo>
                    <a:pt x="157017" y="109374"/>
                  </a:lnTo>
                  <a:lnTo>
                    <a:pt x="136950" y="127477"/>
                  </a:lnTo>
                  <a:lnTo>
                    <a:pt x="190878" y="127477"/>
                  </a:lnTo>
                  <a:lnTo>
                    <a:pt x="190878" y="10937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1604" y="1421686"/>
              <a:ext cx="192391" cy="2120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6717" y="1426231"/>
              <a:ext cx="216631" cy="202996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474969" y="1360332"/>
            <a:ext cx="427355" cy="273685"/>
            <a:chOff x="1474969" y="1360332"/>
            <a:chExt cx="427355" cy="273685"/>
          </a:xfrm>
        </p:grpSpPr>
        <p:sp>
          <p:nvSpPr>
            <p:cNvPr id="24" name="object 24"/>
            <p:cNvSpPr/>
            <p:nvPr/>
          </p:nvSpPr>
          <p:spPr>
            <a:xfrm>
              <a:off x="1474969" y="1360332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5"/>
                  </a:lnTo>
                  <a:lnTo>
                    <a:pt x="84681" y="268895"/>
                  </a:lnTo>
                  <a:lnTo>
                    <a:pt x="93440" y="209057"/>
                  </a:lnTo>
                  <a:lnTo>
                    <a:pt x="62566" y="209057"/>
                  </a:lnTo>
                  <a:lnTo>
                    <a:pt x="65823" y="185545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6"/>
                  </a:moveTo>
                  <a:lnTo>
                    <a:pt x="109073" y="102256"/>
                  </a:lnTo>
                  <a:lnTo>
                    <a:pt x="104528" y="133307"/>
                  </a:lnTo>
                  <a:lnTo>
                    <a:pt x="124376" y="268895"/>
                  </a:lnTo>
                  <a:lnTo>
                    <a:pt x="181333" y="268895"/>
                  </a:lnTo>
                  <a:lnTo>
                    <a:pt x="187502" y="209057"/>
                  </a:lnTo>
                  <a:lnTo>
                    <a:pt x="141342" y="209057"/>
                  </a:lnTo>
                  <a:lnTo>
                    <a:pt x="143233" y="185545"/>
                  </a:lnTo>
                  <a:lnTo>
                    <a:pt x="131694" y="102256"/>
                  </a:lnTo>
                  <a:close/>
                </a:path>
                <a:path w="209550" h="269239">
                  <a:moveTo>
                    <a:pt x="65824" y="185545"/>
                  </a:moveTo>
                  <a:lnTo>
                    <a:pt x="62566" y="209057"/>
                  </a:lnTo>
                  <a:lnTo>
                    <a:pt x="67715" y="209057"/>
                  </a:lnTo>
                  <a:lnTo>
                    <a:pt x="65824" y="185545"/>
                  </a:lnTo>
                  <a:close/>
                </a:path>
                <a:path w="209550" h="269239">
                  <a:moveTo>
                    <a:pt x="121725" y="30298"/>
                  </a:moveTo>
                  <a:lnTo>
                    <a:pt x="87331" y="30298"/>
                  </a:lnTo>
                  <a:lnTo>
                    <a:pt x="65824" y="185545"/>
                  </a:lnTo>
                  <a:lnTo>
                    <a:pt x="67715" y="209057"/>
                  </a:lnTo>
                  <a:lnTo>
                    <a:pt x="93440" y="209057"/>
                  </a:lnTo>
                  <a:lnTo>
                    <a:pt x="104528" y="133307"/>
                  </a:lnTo>
                  <a:lnTo>
                    <a:pt x="99983" y="102256"/>
                  </a:lnTo>
                  <a:lnTo>
                    <a:pt x="131694" y="102256"/>
                  </a:lnTo>
                  <a:lnTo>
                    <a:pt x="121725" y="30298"/>
                  </a:lnTo>
                  <a:close/>
                </a:path>
                <a:path w="209550" h="269239">
                  <a:moveTo>
                    <a:pt x="143233" y="185545"/>
                  </a:moveTo>
                  <a:lnTo>
                    <a:pt x="141342" y="209057"/>
                  </a:lnTo>
                  <a:lnTo>
                    <a:pt x="146490" y="209057"/>
                  </a:lnTo>
                  <a:lnTo>
                    <a:pt x="143233" y="185545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5"/>
                  </a:lnTo>
                  <a:lnTo>
                    <a:pt x="146490" y="209057"/>
                  </a:lnTo>
                  <a:lnTo>
                    <a:pt x="187502" y="209057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3" y="102256"/>
                  </a:moveTo>
                  <a:lnTo>
                    <a:pt x="99983" y="102256"/>
                  </a:lnTo>
                  <a:lnTo>
                    <a:pt x="104528" y="133307"/>
                  </a:lnTo>
                  <a:lnTo>
                    <a:pt x="109073" y="10225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11290" y="1421686"/>
              <a:ext cx="190878" cy="212087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170903" y="1360332"/>
            <a:ext cx="1542307" cy="27344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82098" y="1378588"/>
            <a:ext cx="184819" cy="250639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4222362" y="1360332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51352" y="0"/>
                </a:moveTo>
                <a:lnTo>
                  <a:pt x="0" y="0"/>
                </a:lnTo>
                <a:lnTo>
                  <a:pt x="0" y="268895"/>
                </a:lnTo>
                <a:lnTo>
                  <a:pt x="51352" y="268895"/>
                </a:lnTo>
                <a:lnTo>
                  <a:pt x="51352" y="151946"/>
                </a:lnTo>
                <a:lnTo>
                  <a:pt x="52022" y="140935"/>
                </a:lnTo>
                <a:lnTo>
                  <a:pt x="71593" y="109298"/>
                </a:lnTo>
                <a:lnTo>
                  <a:pt x="51352" y="109298"/>
                </a:lnTo>
                <a:lnTo>
                  <a:pt x="47109" y="105587"/>
                </a:lnTo>
                <a:lnTo>
                  <a:pt x="49712" y="98188"/>
                </a:lnTo>
                <a:lnTo>
                  <a:pt x="51352" y="94668"/>
                </a:lnTo>
                <a:lnTo>
                  <a:pt x="51352" y="0"/>
                </a:lnTo>
                <a:close/>
              </a:path>
              <a:path w="171450" h="269239">
                <a:moveTo>
                  <a:pt x="166557" y="104830"/>
                </a:moveTo>
                <a:lnTo>
                  <a:pt x="98896" y="104830"/>
                </a:lnTo>
                <a:lnTo>
                  <a:pt x="106332" y="108176"/>
                </a:lnTo>
                <a:lnTo>
                  <a:pt x="111608" y="114866"/>
                </a:lnTo>
                <a:lnTo>
                  <a:pt x="115071" y="120739"/>
                </a:lnTo>
                <a:lnTo>
                  <a:pt x="117545" y="128321"/>
                </a:lnTo>
                <a:lnTo>
                  <a:pt x="119028" y="137613"/>
                </a:lnTo>
                <a:lnTo>
                  <a:pt x="119523" y="148614"/>
                </a:lnTo>
                <a:lnTo>
                  <a:pt x="119523" y="268895"/>
                </a:lnTo>
                <a:lnTo>
                  <a:pt x="170875" y="268895"/>
                </a:lnTo>
                <a:lnTo>
                  <a:pt x="170863" y="137613"/>
                </a:lnTo>
                <a:lnTo>
                  <a:pt x="170630" y="131381"/>
                </a:lnTo>
                <a:lnTo>
                  <a:pt x="170516" y="128321"/>
                </a:lnTo>
                <a:lnTo>
                  <a:pt x="170454" y="126681"/>
                </a:lnTo>
                <a:lnTo>
                  <a:pt x="169246" y="116648"/>
                </a:lnTo>
                <a:lnTo>
                  <a:pt x="169190" y="116183"/>
                </a:lnTo>
                <a:lnTo>
                  <a:pt x="167084" y="106437"/>
                </a:lnTo>
                <a:lnTo>
                  <a:pt x="166557" y="104830"/>
                </a:lnTo>
                <a:close/>
              </a:path>
              <a:path w="171450" h="269239">
                <a:moveTo>
                  <a:pt x="51352" y="94668"/>
                </a:moveTo>
                <a:lnTo>
                  <a:pt x="49712" y="98188"/>
                </a:lnTo>
                <a:lnTo>
                  <a:pt x="47109" y="105587"/>
                </a:lnTo>
                <a:lnTo>
                  <a:pt x="51352" y="109298"/>
                </a:lnTo>
                <a:lnTo>
                  <a:pt x="51352" y="94668"/>
                </a:lnTo>
                <a:close/>
              </a:path>
              <a:path w="171450" h="269239">
                <a:moveTo>
                  <a:pt x="109072" y="61353"/>
                </a:moveTo>
                <a:lnTo>
                  <a:pt x="70205" y="71927"/>
                </a:lnTo>
                <a:lnTo>
                  <a:pt x="51352" y="94668"/>
                </a:lnTo>
                <a:lnTo>
                  <a:pt x="51352" y="109298"/>
                </a:lnTo>
                <a:lnTo>
                  <a:pt x="71593" y="109298"/>
                </a:lnTo>
                <a:lnTo>
                  <a:pt x="74236" y="107784"/>
                </a:lnTo>
                <a:lnTo>
                  <a:pt x="81347" y="105587"/>
                </a:lnTo>
                <a:lnTo>
                  <a:pt x="81209" y="105587"/>
                </a:lnTo>
                <a:lnTo>
                  <a:pt x="89302" y="104830"/>
                </a:lnTo>
                <a:lnTo>
                  <a:pt x="166557" y="104830"/>
                </a:lnTo>
                <a:lnTo>
                  <a:pt x="164136" y="97445"/>
                </a:lnTo>
                <a:lnTo>
                  <a:pt x="136380" y="66657"/>
                </a:lnTo>
                <a:lnTo>
                  <a:pt x="119073" y="61943"/>
                </a:lnTo>
                <a:lnTo>
                  <a:pt x="109072" y="613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38078" y="1421686"/>
            <a:ext cx="190878" cy="212087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4900272" y="1360332"/>
            <a:ext cx="857885" cy="273685"/>
            <a:chOff x="4900272" y="1360332"/>
            <a:chExt cx="857885" cy="273685"/>
          </a:xfrm>
        </p:grpSpPr>
        <p:sp>
          <p:nvSpPr>
            <p:cNvPr id="31" name="object 31"/>
            <p:cNvSpPr/>
            <p:nvPr/>
          </p:nvSpPr>
          <p:spPr>
            <a:xfrm>
              <a:off x="4900272" y="1360332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82562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90893" y="268895"/>
                  </a:lnTo>
                  <a:lnTo>
                    <a:pt x="112757" y="267733"/>
                  </a:lnTo>
                  <a:lnTo>
                    <a:pt x="162130" y="250299"/>
                  </a:lnTo>
                  <a:lnTo>
                    <a:pt x="182632" y="221176"/>
                  </a:lnTo>
                  <a:lnTo>
                    <a:pt x="53926" y="221176"/>
                  </a:lnTo>
                  <a:lnTo>
                    <a:pt x="53926" y="155809"/>
                  </a:lnTo>
                  <a:lnTo>
                    <a:pt x="174792" y="155809"/>
                  </a:lnTo>
                  <a:lnTo>
                    <a:pt x="174053" y="154713"/>
                  </a:lnTo>
                  <a:lnTo>
                    <a:pt x="133944" y="131882"/>
                  </a:lnTo>
                  <a:lnTo>
                    <a:pt x="109677" y="131882"/>
                  </a:lnTo>
                  <a:lnTo>
                    <a:pt x="109677" y="129068"/>
                  </a:lnTo>
                  <a:lnTo>
                    <a:pt x="128059" y="129068"/>
                  </a:lnTo>
                  <a:lnTo>
                    <a:pt x="130258" y="128624"/>
                  </a:lnTo>
                  <a:lnTo>
                    <a:pt x="162880" y="109452"/>
                  </a:lnTo>
                  <a:lnTo>
                    <a:pt x="53926" y="109452"/>
                  </a:lnTo>
                  <a:lnTo>
                    <a:pt x="53926" y="47720"/>
                  </a:lnTo>
                  <a:lnTo>
                    <a:pt x="171675" y="47720"/>
                  </a:lnTo>
                  <a:lnTo>
                    <a:pt x="169572" y="40940"/>
                  </a:lnTo>
                  <a:lnTo>
                    <a:pt x="138247" y="10310"/>
                  </a:lnTo>
                  <a:lnTo>
                    <a:pt x="103746" y="1145"/>
                  </a:lnTo>
                  <a:lnTo>
                    <a:pt x="82562" y="0"/>
                  </a:lnTo>
                  <a:close/>
                </a:path>
                <a:path w="187325" h="269239">
                  <a:moveTo>
                    <a:pt x="174792" y="155809"/>
                  </a:moveTo>
                  <a:lnTo>
                    <a:pt x="91042" y="155809"/>
                  </a:lnTo>
                  <a:lnTo>
                    <a:pt x="100369" y="156361"/>
                  </a:lnTo>
                  <a:lnTo>
                    <a:pt x="108503" y="158015"/>
                  </a:lnTo>
                  <a:lnTo>
                    <a:pt x="131494" y="189363"/>
                  </a:lnTo>
                  <a:lnTo>
                    <a:pt x="131494" y="199209"/>
                  </a:lnTo>
                  <a:lnTo>
                    <a:pt x="91042" y="220952"/>
                  </a:lnTo>
                  <a:lnTo>
                    <a:pt x="53926" y="221176"/>
                  </a:lnTo>
                  <a:lnTo>
                    <a:pt x="182632" y="221176"/>
                  </a:lnTo>
                  <a:lnTo>
                    <a:pt x="185368" y="212426"/>
                  </a:lnTo>
                  <a:lnTo>
                    <a:pt x="186936" y="195268"/>
                  </a:lnTo>
                  <a:lnTo>
                    <a:pt x="186422" y="186039"/>
                  </a:lnTo>
                  <a:lnTo>
                    <a:pt x="184881" y="177358"/>
                  </a:lnTo>
                  <a:lnTo>
                    <a:pt x="182395" y="169487"/>
                  </a:lnTo>
                  <a:lnTo>
                    <a:pt x="182313" y="169226"/>
                  </a:lnTo>
                  <a:lnTo>
                    <a:pt x="178716" y="161641"/>
                  </a:lnTo>
                  <a:lnTo>
                    <a:pt x="174792" y="155809"/>
                  </a:lnTo>
                  <a:close/>
                </a:path>
                <a:path w="187325" h="269239">
                  <a:moveTo>
                    <a:pt x="109677" y="129068"/>
                  </a:moveTo>
                  <a:lnTo>
                    <a:pt x="109677" y="131882"/>
                  </a:lnTo>
                  <a:lnTo>
                    <a:pt x="108902" y="131882"/>
                  </a:lnTo>
                  <a:lnTo>
                    <a:pt x="120464" y="130605"/>
                  </a:lnTo>
                  <a:lnTo>
                    <a:pt x="122990" y="130094"/>
                  </a:lnTo>
                  <a:lnTo>
                    <a:pt x="123704" y="130094"/>
                  </a:lnTo>
                  <a:lnTo>
                    <a:pt x="109677" y="129068"/>
                  </a:lnTo>
                  <a:close/>
                </a:path>
                <a:path w="187325" h="269239">
                  <a:moveTo>
                    <a:pt x="122990" y="130094"/>
                  </a:moveTo>
                  <a:lnTo>
                    <a:pt x="120464" y="130605"/>
                  </a:lnTo>
                  <a:lnTo>
                    <a:pt x="108902" y="131882"/>
                  </a:lnTo>
                  <a:lnTo>
                    <a:pt x="133944" y="131882"/>
                  </a:lnTo>
                  <a:lnTo>
                    <a:pt x="122990" y="130094"/>
                  </a:lnTo>
                  <a:close/>
                </a:path>
                <a:path w="187325" h="269239">
                  <a:moveTo>
                    <a:pt x="128059" y="129068"/>
                  </a:moveTo>
                  <a:lnTo>
                    <a:pt x="109677" y="129068"/>
                  </a:lnTo>
                  <a:lnTo>
                    <a:pt x="123704" y="130094"/>
                  </a:lnTo>
                  <a:lnTo>
                    <a:pt x="122990" y="130094"/>
                  </a:lnTo>
                  <a:lnTo>
                    <a:pt x="128059" y="129068"/>
                  </a:lnTo>
                  <a:close/>
                </a:path>
                <a:path w="187325" h="269239">
                  <a:moveTo>
                    <a:pt x="171675" y="47720"/>
                  </a:moveTo>
                  <a:lnTo>
                    <a:pt x="82254" y="47720"/>
                  </a:lnTo>
                  <a:lnTo>
                    <a:pt x="91224" y="48214"/>
                  </a:lnTo>
                  <a:lnTo>
                    <a:pt x="98968" y="49698"/>
                  </a:lnTo>
                  <a:lnTo>
                    <a:pt x="105486" y="52172"/>
                  </a:lnTo>
                  <a:lnTo>
                    <a:pt x="110777" y="55634"/>
                  </a:lnTo>
                  <a:lnTo>
                    <a:pt x="117013" y="60910"/>
                  </a:lnTo>
                  <a:lnTo>
                    <a:pt x="120133" y="68472"/>
                  </a:lnTo>
                  <a:lnTo>
                    <a:pt x="120133" y="88218"/>
                  </a:lnTo>
                  <a:lnTo>
                    <a:pt x="82254" y="109452"/>
                  </a:lnTo>
                  <a:lnTo>
                    <a:pt x="162880" y="109452"/>
                  </a:lnTo>
                  <a:lnTo>
                    <a:pt x="175574" y="72111"/>
                  </a:lnTo>
                  <a:lnTo>
                    <a:pt x="174090" y="55634"/>
                  </a:lnTo>
                  <a:lnTo>
                    <a:pt x="174074" y="55455"/>
                  </a:lnTo>
                  <a:lnTo>
                    <a:pt x="171675" y="4772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19776" y="1421686"/>
              <a:ext cx="190877" cy="21208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53221" y="1421686"/>
              <a:ext cx="178451" cy="2120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2725" y="1378588"/>
              <a:ext cx="184818" cy="250639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022645" y="1354273"/>
            <a:ext cx="2914636" cy="336308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556950" y="2615030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6950" y="1929982"/>
            <a:ext cx="155946" cy="155939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806766" y="1966606"/>
            <a:ext cx="206375" cy="97155"/>
            <a:chOff x="806766" y="1966606"/>
            <a:chExt cx="206375" cy="97155"/>
          </a:xfrm>
        </p:grpSpPr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6766" y="1966606"/>
              <a:ext cx="149761" cy="9704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91948" y="1994543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1"/>
                  </a:moveTo>
                  <a:lnTo>
                    <a:pt x="0" y="48921"/>
                  </a:lnTo>
                  <a:lnTo>
                    <a:pt x="0" y="69105"/>
                  </a:lnTo>
                  <a:lnTo>
                    <a:pt x="21119" y="69105"/>
                  </a:lnTo>
                  <a:lnTo>
                    <a:pt x="21119" y="48921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2"/>
                  </a:lnTo>
                  <a:lnTo>
                    <a:pt x="21119" y="20182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1131416" y="1967408"/>
            <a:ext cx="947419" cy="118110"/>
            <a:chOff x="1131416" y="1967408"/>
            <a:chExt cx="947419" cy="118110"/>
          </a:xfrm>
        </p:grpSpPr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31416" y="1968745"/>
              <a:ext cx="303636" cy="9650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458836" y="1967420"/>
              <a:ext cx="128270" cy="116839"/>
            </a:xfrm>
            <a:custGeom>
              <a:avLst/>
              <a:gdLst/>
              <a:ahLst/>
              <a:cxnLst/>
              <a:rect l="l" t="t" r="r" b="b"/>
              <a:pathLst>
                <a:path w="128269" h="116839">
                  <a:moveTo>
                    <a:pt x="49720" y="49022"/>
                  </a:moveTo>
                  <a:lnTo>
                    <a:pt x="0" y="49022"/>
                  </a:lnTo>
                  <a:lnTo>
                    <a:pt x="0" y="65443"/>
                  </a:lnTo>
                  <a:lnTo>
                    <a:pt x="49720" y="65443"/>
                  </a:lnTo>
                  <a:lnTo>
                    <a:pt x="49720" y="49022"/>
                  </a:lnTo>
                  <a:close/>
                </a:path>
                <a:path w="128269" h="116839">
                  <a:moveTo>
                    <a:pt x="127647" y="24587"/>
                  </a:moveTo>
                  <a:lnTo>
                    <a:pt x="78727" y="24587"/>
                  </a:lnTo>
                  <a:lnTo>
                    <a:pt x="78727" y="39027"/>
                  </a:lnTo>
                  <a:lnTo>
                    <a:pt x="109474" y="39027"/>
                  </a:lnTo>
                  <a:lnTo>
                    <a:pt x="109474" y="94449"/>
                  </a:lnTo>
                  <a:lnTo>
                    <a:pt x="108559" y="97396"/>
                  </a:lnTo>
                  <a:lnTo>
                    <a:pt x="104902" y="100952"/>
                  </a:lnTo>
                  <a:lnTo>
                    <a:pt x="102031" y="101854"/>
                  </a:lnTo>
                  <a:lnTo>
                    <a:pt x="78066" y="101854"/>
                  </a:lnTo>
                  <a:lnTo>
                    <a:pt x="78066" y="116281"/>
                  </a:lnTo>
                  <a:lnTo>
                    <a:pt x="109169" y="116281"/>
                  </a:lnTo>
                  <a:lnTo>
                    <a:pt x="116065" y="114122"/>
                  </a:lnTo>
                  <a:lnTo>
                    <a:pt x="125336" y="105486"/>
                  </a:lnTo>
                  <a:lnTo>
                    <a:pt x="127647" y="99174"/>
                  </a:lnTo>
                  <a:lnTo>
                    <a:pt x="127647" y="39027"/>
                  </a:lnTo>
                  <a:lnTo>
                    <a:pt x="127647" y="31267"/>
                  </a:lnTo>
                  <a:lnTo>
                    <a:pt x="127647" y="24587"/>
                  </a:lnTo>
                  <a:close/>
                </a:path>
                <a:path w="128269" h="116839">
                  <a:moveTo>
                    <a:pt x="127647" y="0"/>
                  </a:moveTo>
                  <a:lnTo>
                    <a:pt x="109207" y="0"/>
                  </a:lnTo>
                  <a:lnTo>
                    <a:pt x="109207" y="15760"/>
                  </a:lnTo>
                  <a:lnTo>
                    <a:pt x="127647" y="15760"/>
                  </a:lnTo>
                  <a:lnTo>
                    <a:pt x="127647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13951" y="1967408"/>
              <a:ext cx="464301" cy="117895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174224" y="1967408"/>
            <a:ext cx="626360" cy="97844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2889873" y="2016437"/>
            <a:ext cx="74930" cy="16510"/>
          </a:xfrm>
          <a:custGeom>
            <a:avLst/>
            <a:gdLst/>
            <a:ahLst/>
            <a:cxnLst/>
            <a:rect l="l" t="t" r="r" b="b"/>
            <a:pathLst>
              <a:path w="74930" h="16510">
                <a:moveTo>
                  <a:pt x="74853" y="0"/>
                </a:moveTo>
                <a:lnTo>
                  <a:pt x="0" y="0"/>
                </a:lnTo>
                <a:lnTo>
                  <a:pt x="0" y="16362"/>
                </a:lnTo>
                <a:lnTo>
                  <a:pt x="74853" y="16362"/>
                </a:lnTo>
                <a:lnTo>
                  <a:pt x="74853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56421" y="1968745"/>
            <a:ext cx="390305" cy="96508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38420" y="1968745"/>
            <a:ext cx="467832" cy="96508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1472432" y="2155435"/>
            <a:ext cx="374650" cy="83185"/>
            <a:chOff x="1472432" y="2155435"/>
            <a:chExt cx="374650" cy="83185"/>
          </a:xfrm>
        </p:grpSpPr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72432" y="2155435"/>
              <a:ext cx="327973" cy="8265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829121" y="2178715"/>
              <a:ext cx="17780" cy="57785"/>
            </a:xfrm>
            <a:custGeom>
              <a:avLst/>
              <a:gdLst/>
              <a:ahLst/>
              <a:cxnLst/>
              <a:rect l="l" t="t" r="r" b="b"/>
              <a:pathLst>
                <a:path w="17780" h="57785">
                  <a:moveTo>
                    <a:pt x="17599" y="40769"/>
                  </a:moveTo>
                  <a:lnTo>
                    <a:pt x="0" y="40769"/>
                  </a:lnTo>
                  <a:lnTo>
                    <a:pt x="0" y="57589"/>
                  </a:lnTo>
                  <a:lnTo>
                    <a:pt x="17599" y="57589"/>
                  </a:lnTo>
                  <a:lnTo>
                    <a:pt x="17599" y="40769"/>
                  </a:lnTo>
                  <a:close/>
                </a:path>
                <a:path w="17780" h="57785">
                  <a:moveTo>
                    <a:pt x="17599" y="0"/>
                  </a:moveTo>
                  <a:lnTo>
                    <a:pt x="0" y="0"/>
                  </a:lnTo>
                  <a:lnTo>
                    <a:pt x="0" y="16819"/>
                  </a:lnTo>
                  <a:lnTo>
                    <a:pt x="17599" y="16819"/>
                  </a:lnTo>
                  <a:lnTo>
                    <a:pt x="17599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1943072" y="2155435"/>
            <a:ext cx="325120" cy="83185"/>
            <a:chOff x="1943072" y="2155435"/>
            <a:chExt cx="325120" cy="83185"/>
          </a:xfrm>
        </p:grpSpPr>
        <p:sp>
          <p:nvSpPr>
            <p:cNvPr id="53" name="object 53"/>
            <p:cNvSpPr/>
            <p:nvPr/>
          </p:nvSpPr>
          <p:spPr>
            <a:xfrm>
              <a:off x="1943062" y="2155443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905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25" y="67614"/>
                  </a:lnTo>
                  <a:lnTo>
                    <a:pt x="20929" y="64452"/>
                  </a:lnTo>
                  <a:lnTo>
                    <a:pt x="39878" y="28740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802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18"/>
                  </a:lnTo>
                  <a:lnTo>
                    <a:pt x="55905" y="57277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074955" y="2155435"/>
              <a:ext cx="193149" cy="82651"/>
            </a:xfrm>
            <a:prstGeom prst="rect">
              <a:avLst/>
            </a:prstGeom>
          </p:spPr>
        </p:pic>
      </p:grpSp>
      <p:sp>
        <p:nvSpPr>
          <p:cNvPr id="55" name="object 55"/>
          <p:cNvSpPr/>
          <p:nvPr/>
        </p:nvSpPr>
        <p:spPr>
          <a:xfrm>
            <a:off x="2341396" y="2196961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69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E11D4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object 5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480186" y="2157216"/>
            <a:ext cx="325254" cy="8042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81853" y="2157216"/>
            <a:ext cx="389859" cy="8042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04102" y="2157216"/>
            <a:ext cx="993733" cy="225676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4016726" y="2155435"/>
            <a:ext cx="857885" cy="83185"/>
            <a:chOff x="4016726" y="2155435"/>
            <a:chExt cx="857885" cy="83185"/>
          </a:xfrm>
        </p:grpSpPr>
        <p:pic>
          <p:nvPicPr>
            <p:cNvPr id="60" name="object 6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016726" y="2155435"/>
              <a:ext cx="455585" cy="8265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504385" y="2155443"/>
              <a:ext cx="160655" cy="83185"/>
            </a:xfrm>
            <a:custGeom>
              <a:avLst/>
              <a:gdLst/>
              <a:ahLst/>
              <a:cxnLst/>
              <a:rect l="l" t="t" r="r" b="b"/>
              <a:pathLst>
                <a:path w="160654" h="83185">
                  <a:moveTo>
                    <a:pt x="13817" y="67271"/>
                  </a:moveTo>
                  <a:lnTo>
                    <a:pt x="0" y="67271"/>
                  </a:lnTo>
                  <a:lnTo>
                    <a:pt x="0" y="80860"/>
                  </a:lnTo>
                  <a:lnTo>
                    <a:pt x="13817" y="80860"/>
                  </a:lnTo>
                  <a:lnTo>
                    <a:pt x="13817" y="67271"/>
                  </a:lnTo>
                  <a:close/>
                </a:path>
                <a:path w="160654" h="83185">
                  <a:moveTo>
                    <a:pt x="101587" y="53022"/>
                  </a:moveTo>
                  <a:lnTo>
                    <a:pt x="99695" y="48196"/>
                  </a:lnTo>
                  <a:lnTo>
                    <a:pt x="92125" y="40474"/>
                  </a:lnTo>
                  <a:lnTo>
                    <a:pt x="89801" y="39433"/>
                  </a:lnTo>
                  <a:lnTo>
                    <a:pt x="86995" y="38163"/>
                  </a:lnTo>
                  <a:lnTo>
                    <a:pt x="86550" y="38315"/>
                  </a:lnTo>
                  <a:lnTo>
                    <a:pt x="86880" y="38163"/>
                  </a:lnTo>
                  <a:lnTo>
                    <a:pt x="88519" y="37426"/>
                  </a:lnTo>
                  <a:lnTo>
                    <a:pt x="91097" y="36258"/>
                  </a:lnTo>
                  <a:lnTo>
                    <a:pt x="97269" y="30238"/>
                  </a:lnTo>
                  <a:lnTo>
                    <a:pt x="98806" y="26289"/>
                  </a:lnTo>
                  <a:lnTo>
                    <a:pt x="98806" y="17119"/>
                  </a:lnTo>
                  <a:lnTo>
                    <a:pt x="97790" y="13220"/>
                  </a:lnTo>
                  <a:lnTo>
                    <a:pt x="95313" y="9359"/>
                  </a:lnTo>
                  <a:lnTo>
                    <a:pt x="93700" y="6832"/>
                  </a:lnTo>
                  <a:lnTo>
                    <a:pt x="90779" y="4356"/>
                  </a:lnTo>
                  <a:lnTo>
                    <a:pt x="83210" y="863"/>
                  </a:lnTo>
                  <a:lnTo>
                    <a:pt x="78752" y="0"/>
                  </a:lnTo>
                  <a:lnTo>
                    <a:pt x="65976" y="0"/>
                  </a:lnTo>
                  <a:lnTo>
                    <a:pt x="59931" y="1828"/>
                  </a:lnTo>
                  <a:lnTo>
                    <a:pt x="51015" y="9182"/>
                  </a:lnTo>
                  <a:lnTo>
                    <a:pt x="48425" y="13995"/>
                  </a:lnTo>
                  <a:lnTo>
                    <a:pt x="47675" y="19939"/>
                  </a:lnTo>
                  <a:lnTo>
                    <a:pt x="57696" y="20599"/>
                  </a:lnTo>
                  <a:lnTo>
                    <a:pt x="58127" y="17741"/>
                  </a:lnTo>
                  <a:lnTo>
                    <a:pt x="58216" y="17119"/>
                  </a:lnTo>
                  <a:lnTo>
                    <a:pt x="59766" y="14363"/>
                  </a:lnTo>
                  <a:lnTo>
                    <a:pt x="64808" y="10414"/>
                  </a:lnTo>
                  <a:lnTo>
                    <a:pt x="64681" y="10414"/>
                  </a:lnTo>
                  <a:lnTo>
                    <a:pt x="68656" y="9359"/>
                  </a:lnTo>
                  <a:lnTo>
                    <a:pt x="78536" y="9359"/>
                  </a:lnTo>
                  <a:lnTo>
                    <a:pt x="82283" y="10414"/>
                  </a:lnTo>
                  <a:lnTo>
                    <a:pt x="87477" y="14643"/>
                  </a:lnTo>
                  <a:lnTo>
                    <a:pt x="88785" y="17741"/>
                  </a:lnTo>
                  <a:lnTo>
                    <a:pt x="88785" y="24803"/>
                  </a:lnTo>
                  <a:lnTo>
                    <a:pt x="76377" y="34188"/>
                  </a:lnTo>
                  <a:lnTo>
                    <a:pt x="67398" y="34188"/>
                  </a:lnTo>
                  <a:lnTo>
                    <a:pt x="67398" y="43548"/>
                  </a:lnTo>
                  <a:lnTo>
                    <a:pt x="77050" y="43548"/>
                  </a:lnTo>
                  <a:lnTo>
                    <a:pt x="80111" y="44094"/>
                  </a:lnTo>
                  <a:lnTo>
                    <a:pt x="85534" y="46240"/>
                  </a:lnTo>
                  <a:lnTo>
                    <a:pt x="87668" y="47917"/>
                  </a:lnTo>
                  <a:lnTo>
                    <a:pt x="90779" y="52438"/>
                  </a:lnTo>
                  <a:lnTo>
                    <a:pt x="91567" y="55321"/>
                  </a:lnTo>
                  <a:lnTo>
                    <a:pt x="91567" y="62369"/>
                  </a:lnTo>
                  <a:lnTo>
                    <a:pt x="76263" y="73291"/>
                  </a:lnTo>
                  <a:lnTo>
                    <a:pt x="68326" y="73291"/>
                  </a:lnTo>
                  <a:lnTo>
                    <a:pt x="64719" y="72339"/>
                  </a:lnTo>
                  <a:lnTo>
                    <a:pt x="64503" y="72339"/>
                  </a:lnTo>
                  <a:lnTo>
                    <a:pt x="58166" y="68173"/>
                  </a:lnTo>
                  <a:lnTo>
                    <a:pt x="57492" y="67017"/>
                  </a:lnTo>
                  <a:lnTo>
                    <a:pt x="56248" y="64643"/>
                  </a:lnTo>
                  <a:lnTo>
                    <a:pt x="55867" y="60477"/>
                  </a:lnTo>
                  <a:lnTo>
                    <a:pt x="55803" y="59817"/>
                  </a:lnTo>
                  <a:lnTo>
                    <a:pt x="45897" y="60477"/>
                  </a:lnTo>
                  <a:lnTo>
                    <a:pt x="45999" y="62369"/>
                  </a:lnTo>
                  <a:lnTo>
                    <a:pt x="46088" y="63855"/>
                  </a:lnTo>
                  <a:lnTo>
                    <a:pt x="46164" y="65214"/>
                  </a:lnTo>
                  <a:lnTo>
                    <a:pt x="46266" y="67017"/>
                  </a:lnTo>
                  <a:lnTo>
                    <a:pt x="48755" y="72339"/>
                  </a:lnTo>
                  <a:lnTo>
                    <a:pt x="57962" y="80581"/>
                  </a:lnTo>
                  <a:lnTo>
                    <a:pt x="64528" y="82651"/>
                  </a:lnTo>
                  <a:lnTo>
                    <a:pt x="78574" y="82651"/>
                  </a:lnTo>
                  <a:lnTo>
                    <a:pt x="83464" y="81724"/>
                  </a:lnTo>
                  <a:lnTo>
                    <a:pt x="92087" y="78003"/>
                  </a:lnTo>
                  <a:lnTo>
                    <a:pt x="95465" y="75298"/>
                  </a:lnTo>
                  <a:lnTo>
                    <a:pt x="96837" y="73291"/>
                  </a:lnTo>
                  <a:lnTo>
                    <a:pt x="100368" y="68173"/>
                  </a:lnTo>
                  <a:lnTo>
                    <a:pt x="101587" y="63855"/>
                  </a:lnTo>
                  <a:lnTo>
                    <a:pt x="101587" y="53022"/>
                  </a:lnTo>
                  <a:close/>
                </a:path>
                <a:path w="160654" h="83185">
                  <a:moveTo>
                    <a:pt x="160629" y="43992"/>
                  </a:moveTo>
                  <a:lnTo>
                    <a:pt x="120523" y="43992"/>
                  </a:lnTo>
                  <a:lnTo>
                    <a:pt x="120523" y="52793"/>
                  </a:lnTo>
                  <a:lnTo>
                    <a:pt x="160629" y="52793"/>
                  </a:lnTo>
                  <a:lnTo>
                    <a:pt x="160629" y="4399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685068" y="2155435"/>
              <a:ext cx="189279" cy="82651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952501" y="2163455"/>
            <a:ext cx="585815" cy="90893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616957" y="2157216"/>
            <a:ext cx="193372" cy="79087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346343" y="2156103"/>
            <a:ext cx="590182" cy="226344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1880265" y="2301913"/>
            <a:ext cx="984250" cy="80645"/>
            <a:chOff x="1880265" y="2301913"/>
            <a:chExt cx="984250" cy="80645"/>
          </a:xfrm>
        </p:grpSpPr>
        <p:pic>
          <p:nvPicPr>
            <p:cNvPr id="67" name="object 6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80265" y="2302024"/>
              <a:ext cx="250626" cy="8042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152056" y="2301913"/>
              <a:ext cx="712450" cy="80534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2950724" y="2301913"/>
            <a:ext cx="297815" cy="80645"/>
            <a:chOff x="2950724" y="2301913"/>
            <a:chExt cx="297815" cy="80645"/>
          </a:xfrm>
        </p:grpSpPr>
        <p:pic>
          <p:nvPicPr>
            <p:cNvPr id="70" name="object 7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950724" y="2301913"/>
              <a:ext cx="248399" cy="80534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234545" y="2324525"/>
              <a:ext cx="13970" cy="57150"/>
            </a:xfrm>
            <a:custGeom>
              <a:avLst/>
              <a:gdLst/>
              <a:ahLst/>
              <a:cxnLst/>
              <a:rect l="l" t="t" r="r" b="b"/>
              <a:pathLst>
                <a:path w="13969" h="57150">
                  <a:moveTo>
                    <a:pt x="13812" y="42997"/>
                  </a:moveTo>
                  <a:lnTo>
                    <a:pt x="0" y="42997"/>
                  </a:lnTo>
                  <a:lnTo>
                    <a:pt x="0" y="56586"/>
                  </a:lnTo>
                  <a:lnTo>
                    <a:pt x="13812" y="56586"/>
                  </a:lnTo>
                  <a:lnTo>
                    <a:pt x="13812" y="42997"/>
                  </a:lnTo>
                  <a:close/>
                </a:path>
                <a:path w="13969" h="5715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2" name="object 72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08788" y="2301913"/>
            <a:ext cx="517867" cy="24205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014499" y="2302024"/>
            <a:ext cx="320803" cy="80422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419959" y="2301913"/>
            <a:ext cx="182679" cy="80534"/>
          </a:xfrm>
          <a:prstGeom prst="rect">
            <a:avLst/>
          </a:prstGeom>
        </p:spPr>
      </p:pic>
      <p:sp>
        <p:nvSpPr>
          <p:cNvPr id="75" name="object 75"/>
          <p:cNvSpPr/>
          <p:nvPr/>
        </p:nvSpPr>
        <p:spPr>
          <a:xfrm>
            <a:off x="4684941" y="2320746"/>
            <a:ext cx="184785" cy="62230"/>
          </a:xfrm>
          <a:custGeom>
            <a:avLst/>
            <a:gdLst/>
            <a:ahLst/>
            <a:cxnLst/>
            <a:rect l="l" t="t" r="r" b="b"/>
            <a:pathLst>
              <a:path w="184785" h="62230">
                <a:moveTo>
                  <a:pt x="53708" y="24015"/>
                </a:moveTo>
                <a:lnTo>
                  <a:pt x="44005" y="5638"/>
                </a:lnTo>
                <a:lnTo>
                  <a:pt x="44005" y="24015"/>
                </a:lnTo>
                <a:lnTo>
                  <a:pt x="44005" y="37680"/>
                </a:lnTo>
                <a:lnTo>
                  <a:pt x="42506" y="43053"/>
                </a:lnTo>
                <a:lnTo>
                  <a:pt x="36487" y="50850"/>
                </a:lnTo>
                <a:lnTo>
                  <a:pt x="32270" y="52793"/>
                </a:lnTo>
                <a:lnTo>
                  <a:pt x="21437" y="52793"/>
                </a:lnTo>
                <a:lnTo>
                  <a:pt x="17221" y="50850"/>
                </a:lnTo>
                <a:lnTo>
                  <a:pt x="11201" y="43053"/>
                </a:lnTo>
                <a:lnTo>
                  <a:pt x="9702" y="37680"/>
                </a:lnTo>
                <a:lnTo>
                  <a:pt x="9702" y="24015"/>
                </a:lnTo>
                <a:lnTo>
                  <a:pt x="11087" y="19075"/>
                </a:lnTo>
                <a:lnTo>
                  <a:pt x="11201" y="18656"/>
                </a:lnTo>
                <a:lnTo>
                  <a:pt x="17221" y="10858"/>
                </a:lnTo>
                <a:lnTo>
                  <a:pt x="21437" y="8902"/>
                </a:lnTo>
                <a:lnTo>
                  <a:pt x="32270" y="8902"/>
                </a:lnTo>
                <a:lnTo>
                  <a:pt x="36487" y="10858"/>
                </a:lnTo>
                <a:lnTo>
                  <a:pt x="42506" y="18656"/>
                </a:lnTo>
                <a:lnTo>
                  <a:pt x="44005" y="24015"/>
                </a:lnTo>
                <a:lnTo>
                  <a:pt x="44005" y="5638"/>
                </a:lnTo>
                <a:lnTo>
                  <a:pt x="37007" y="1257"/>
                </a:lnTo>
                <a:lnTo>
                  <a:pt x="32270" y="0"/>
                </a:lnTo>
                <a:lnTo>
                  <a:pt x="21437" y="0"/>
                </a:lnTo>
                <a:lnTo>
                  <a:pt x="0" y="24015"/>
                </a:lnTo>
                <a:lnTo>
                  <a:pt x="12" y="37680"/>
                </a:lnTo>
                <a:lnTo>
                  <a:pt x="21437" y="61709"/>
                </a:lnTo>
                <a:lnTo>
                  <a:pt x="32270" y="61709"/>
                </a:lnTo>
                <a:lnTo>
                  <a:pt x="37007" y="60439"/>
                </a:lnTo>
                <a:lnTo>
                  <a:pt x="45097" y="55397"/>
                </a:lnTo>
                <a:lnTo>
                  <a:pt x="47383" y="52793"/>
                </a:lnTo>
                <a:lnTo>
                  <a:pt x="48247" y="51816"/>
                </a:lnTo>
                <a:lnTo>
                  <a:pt x="52692" y="42532"/>
                </a:lnTo>
                <a:lnTo>
                  <a:pt x="53682" y="37680"/>
                </a:lnTo>
                <a:lnTo>
                  <a:pt x="53708" y="24015"/>
                </a:lnTo>
                <a:close/>
              </a:path>
              <a:path w="184785" h="62230">
                <a:moveTo>
                  <a:pt x="124879" y="1333"/>
                </a:moveTo>
                <a:lnTo>
                  <a:pt x="114630" y="1333"/>
                </a:lnTo>
                <a:lnTo>
                  <a:pt x="106946" y="50571"/>
                </a:lnTo>
                <a:lnTo>
                  <a:pt x="98259" y="9575"/>
                </a:lnTo>
                <a:lnTo>
                  <a:pt x="89115" y="9575"/>
                </a:lnTo>
                <a:lnTo>
                  <a:pt x="80429" y="50571"/>
                </a:lnTo>
                <a:lnTo>
                  <a:pt x="72745" y="1333"/>
                </a:lnTo>
                <a:lnTo>
                  <a:pt x="62496" y="1333"/>
                </a:lnTo>
                <a:lnTo>
                  <a:pt x="74193" y="60375"/>
                </a:lnTo>
                <a:lnTo>
                  <a:pt x="85890" y="60375"/>
                </a:lnTo>
                <a:lnTo>
                  <a:pt x="93687" y="23164"/>
                </a:lnTo>
                <a:lnTo>
                  <a:pt x="101485" y="60375"/>
                </a:lnTo>
                <a:lnTo>
                  <a:pt x="113296" y="60375"/>
                </a:lnTo>
                <a:lnTo>
                  <a:pt x="124879" y="1333"/>
                </a:lnTo>
                <a:close/>
              </a:path>
              <a:path w="184785" h="62230">
                <a:moveTo>
                  <a:pt x="184581" y="18224"/>
                </a:moveTo>
                <a:lnTo>
                  <a:pt x="168617" y="0"/>
                </a:lnTo>
                <a:lnTo>
                  <a:pt x="161048" y="0"/>
                </a:lnTo>
                <a:lnTo>
                  <a:pt x="145262" y="11328"/>
                </a:lnTo>
                <a:lnTo>
                  <a:pt x="145262" y="11493"/>
                </a:lnTo>
                <a:lnTo>
                  <a:pt x="145008" y="11874"/>
                </a:lnTo>
                <a:lnTo>
                  <a:pt x="145034" y="1333"/>
                </a:lnTo>
                <a:lnTo>
                  <a:pt x="136461" y="1333"/>
                </a:lnTo>
                <a:lnTo>
                  <a:pt x="136461" y="60375"/>
                </a:lnTo>
                <a:lnTo>
                  <a:pt x="145821" y="60375"/>
                </a:lnTo>
                <a:lnTo>
                  <a:pt x="145821" y="21424"/>
                </a:lnTo>
                <a:lnTo>
                  <a:pt x="146545" y="18351"/>
                </a:lnTo>
                <a:lnTo>
                  <a:pt x="147701" y="16370"/>
                </a:lnTo>
                <a:lnTo>
                  <a:pt x="149440" y="13385"/>
                </a:lnTo>
                <a:lnTo>
                  <a:pt x="151384" y="11493"/>
                </a:lnTo>
                <a:lnTo>
                  <a:pt x="156083" y="9004"/>
                </a:lnTo>
                <a:lnTo>
                  <a:pt x="155816" y="9004"/>
                </a:lnTo>
                <a:lnTo>
                  <a:pt x="159042" y="8242"/>
                </a:lnTo>
                <a:lnTo>
                  <a:pt x="166535" y="8242"/>
                </a:lnTo>
                <a:lnTo>
                  <a:pt x="169837" y="9664"/>
                </a:lnTo>
                <a:lnTo>
                  <a:pt x="174155" y="15392"/>
                </a:lnTo>
                <a:lnTo>
                  <a:pt x="175221" y="19558"/>
                </a:lnTo>
                <a:lnTo>
                  <a:pt x="175221" y="60375"/>
                </a:lnTo>
                <a:lnTo>
                  <a:pt x="184581" y="60375"/>
                </a:lnTo>
                <a:lnTo>
                  <a:pt x="184581" y="1822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6" name="object 7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955745" y="2320738"/>
            <a:ext cx="582570" cy="77081"/>
          </a:xfrm>
          <a:prstGeom prst="rect">
            <a:avLst/>
          </a:prstGeom>
        </p:spPr>
      </p:pic>
      <p:sp>
        <p:nvSpPr>
          <p:cNvPr id="77" name="object 77"/>
          <p:cNvSpPr/>
          <p:nvPr/>
        </p:nvSpPr>
        <p:spPr>
          <a:xfrm>
            <a:off x="5620067" y="2320746"/>
            <a:ext cx="118745" cy="62230"/>
          </a:xfrm>
          <a:custGeom>
            <a:avLst/>
            <a:gdLst/>
            <a:ahLst/>
            <a:cxnLst/>
            <a:rect l="l" t="t" r="r" b="b"/>
            <a:pathLst>
              <a:path w="118745" h="62230">
                <a:moveTo>
                  <a:pt x="56375" y="60185"/>
                </a:moveTo>
                <a:lnTo>
                  <a:pt x="55257" y="60185"/>
                </a:lnTo>
                <a:lnTo>
                  <a:pt x="55257" y="52133"/>
                </a:lnTo>
                <a:lnTo>
                  <a:pt x="50279" y="52133"/>
                </a:lnTo>
                <a:lnTo>
                  <a:pt x="49390" y="51866"/>
                </a:lnTo>
                <a:lnTo>
                  <a:pt x="48247" y="50863"/>
                </a:lnTo>
                <a:lnTo>
                  <a:pt x="47942" y="50025"/>
                </a:lnTo>
                <a:lnTo>
                  <a:pt x="47904" y="48336"/>
                </a:lnTo>
                <a:lnTo>
                  <a:pt x="47904" y="31851"/>
                </a:lnTo>
                <a:lnTo>
                  <a:pt x="47904" y="16560"/>
                </a:lnTo>
                <a:lnTo>
                  <a:pt x="45935" y="10668"/>
                </a:lnTo>
                <a:lnTo>
                  <a:pt x="44310" y="8902"/>
                </a:lnTo>
                <a:lnTo>
                  <a:pt x="38061" y="2133"/>
                </a:lnTo>
                <a:lnTo>
                  <a:pt x="32524" y="0"/>
                </a:lnTo>
                <a:lnTo>
                  <a:pt x="18719" y="0"/>
                </a:lnTo>
                <a:lnTo>
                  <a:pt x="13271" y="1727"/>
                </a:lnTo>
                <a:lnTo>
                  <a:pt x="4889" y="8623"/>
                </a:lnTo>
                <a:lnTo>
                  <a:pt x="2235" y="13144"/>
                </a:lnTo>
                <a:lnTo>
                  <a:pt x="1104" y="18783"/>
                </a:lnTo>
                <a:lnTo>
                  <a:pt x="2057" y="18783"/>
                </a:lnTo>
                <a:lnTo>
                  <a:pt x="11036" y="19494"/>
                </a:lnTo>
                <a:lnTo>
                  <a:pt x="21310" y="8902"/>
                </a:lnTo>
                <a:lnTo>
                  <a:pt x="29629" y="8902"/>
                </a:lnTo>
                <a:lnTo>
                  <a:pt x="32880" y="10134"/>
                </a:lnTo>
                <a:lnTo>
                  <a:pt x="37414" y="15036"/>
                </a:lnTo>
                <a:lnTo>
                  <a:pt x="38544" y="18783"/>
                </a:lnTo>
                <a:lnTo>
                  <a:pt x="38544" y="23837"/>
                </a:lnTo>
                <a:lnTo>
                  <a:pt x="38544" y="31851"/>
                </a:lnTo>
                <a:lnTo>
                  <a:pt x="24511" y="53467"/>
                </a:lnTo>
                <a:lnTo>
                  <a:pt x="17157" y="53467"/>
                </a:lnTo>
                <a:lnTo>
                  <a:pt x="14795" y="52781"/>
                </a:lnTo>
                <a:lnTo>
                  <a:pt x="14630" y="52781"/>
                </a:lnTo>
                <a:lnTo>
                  <a:pt x="10756" y="49657"/>
                </a:lnTo>
                <a:lnTo>
                  <a:pt x="9804" y="47523"/>
                </a:lnTo>
                <a:lnTo>
                  <a:pt x="9804" y="42329"/>
                </a:lnTo>
                <a:lnTo>
                  <a:pt x="10477" y="40614"/>
                </a:lnTo>
                <a:lnTo>
                  <a:pt x="10579" y="40335"/>
                </a:lnTo>
                <a:lnTo>
                  <a:pt x="13703" y="37299"/>
                </a:lnTo>
                <a:lnTo>
                  <a:pt x="16484" y="36156"/>
                </a:lnTo>
                <a:lnTo>
                  <a:pt x="20497" y="35420"/>
                </a:lnTo>
                <a:lnTo>
                  <a:pt x="38544" y="31851"/>
                </a:lnTo>
                <a:lnTo>
                  <a:pt x="38544" y="23837"/>
                </a:lnTo>
                <a:lnTo>
                  <a:pt x="12255" y="29108"/>
                </a:lnTo>
                <a:lnTo>
                  <a:pt x="7518" y="31127"/>
                </a:lnTo>
                <a:lnTo>
                  <a:pt x="1511" y="36703"/>
                </a:lnTo>
                <a:lnTo>
                  <a:pt x="114" y="40335"/>
                </a:lnTo>
                <a:lnTo>
                  <a:pt x="0" y="48856"/>
                </a:lnTo>
                <a:lnTo>
                  <a:pt x="850" y="51663"/>
                </a:lnTo>
                <a:lnTo>
                  <a:pt x="4267" y="56489"/>
                </a:lnTo>
                <a:lnTo>
                  <a:pt x="6616" y="58369"/>
                </a:lnTo>
                <a:lnTo>
                  <a:pt x="12763" y="61125"/>
                </a:lnTo>
                <a:lnTo>
                  <a:pt x="13017" y="61125"/>
                </a:lnTo>
                <a:lnTo>
                  <a:pt x="15900" y="61709"/>
                </a:lnTo>
                <a:lnTo>
                  <a:pt x="23025" y="61709"/>
                </a:lnTo>
                <a:lnTo>
                  <a:pt x="26212" y="61125"/>
                </a:lnTo>
                <a:lnTo>
                  <a:pt x="32156" y="58826"/>
                </a:lnTo>
                <a:lnTo>
                  <a:pt x="34632" y="57238"/>
                </a:lnTo>
                <a:lnTo>
                  <a:pt x="38138" y="53594"/>
                </a:lnTo>
                <a:lnTo>
                  <a:pt x="38265" y="53467"/>
                </a:lnTo>
                <a:lnTo>
                  <a:pt x="38557" y="53149"/>
                </a:lnTo>
                <a:lnTo>
                  <a:pt x="38760" y="52781"/>
                </a:lnTo>
                <a:lnTo>
                  <a:pt x="38709" y="51663"/>
                </a:lnTo>
                <a:lnTo>
                  <a:pt x="38798" y="52133"/>
                </a:lnTo>
                <a:lnTo>
                  <a:pt x="38887" y="52552"/>
                </a:lnTo>
                <a:lnTo>
                  <a:pt x="39116" y="52133"/>
                </a:lnTo>
                <a:lnTo>
                  <a:pt x="39103" y="53594"/>
                </a:lnTo>
                <a:lnTo>
                  <a:pt x="40881" y="57238"/>
                </a:lnTo>
                <a:lnTo>
                  <a:pt x="42202" y="58547"/>
                </a:lnTo>
                <a:lnTo>
                  <a:pt x="45694" y="60185"/>
                </a:lnTo>
                <a:lnTo>
                  <a:pt x="47828" y="60591"/>
                </a:lnTo>
                <a:lnTo>
                  <a:pt x="53911" y="60591"/>
                </a:lnTo>
                <a:lnTo>
                  <a:pt x="56375" y="60185"/>
                </a:lnTo>
                <a:close/>
              </a:path>
              <a:path w="118745" h="62230">
                <a:moveTo>
                  <a:pt x="118745" y="41732"/>
                </a:moveTo>
                <a:lnTo>
                  <a:pt x="92011" y="26809"/>
                </a:lnTo>
                <a:lnTo>
                  <a:pt x="89154" y="26149"/>
                </a:lnTo>
                <a:lnTo>
                  <a:pt x="84848" y="24739"/>
                </a:lnTo>
                <a:lnTo>
                  <a:pt x="83286" y="23799"/>
                </a:lnTo>
                <a:lnTo>
                  <a:pt x="81356" y="21424"/>
                </a:lnTo>
                <a:lnTo>
                  <a:pt x="80873" y="19824"/>
                </a:lnTo>
                <a:lnTo>
                  <a:pt x="80873" y="15290"/>
                </a:lnTo>
                <a:lnTo>
                  <a:pt x="81915" y="13182"/>
                </a:lnTo>
                <a:lnTo>
                  <a:pt x="86067" y="9766"/>
                </a:lnTo>
                <a:lnTo>
                  <a:pt x="89268" y="8902"/>
                </a:lnTo>
                <a:lnTo>
                  <a:pt x="96240" y="8902"/>
                </a:lnTo>
                <a:lnTo>
                  <a:pt x="107823" y="19596"/>
                </a:lnTo>
                <a:lnTo>
                  <a:pt x="117627" y="18935"/>
                </a:lnTo>
                <a:lnTo>
                  <a:pt x="98577" y="0"/>
                </a:lnTo>
                <a:lnTo>
                  <a:pt x="88849" y="0"/>
                </a:lnTo>
                <a:lnTo>
                  <a:pt x="71297" y="14401"/>
                </a:lnTo>
                <a:lnTo>
                  <a:pt x="71297" y="21018"/>
                </a:lnTo>
                <a:lnTo>
                  <a:pt x="97878" y="36385"/>
                </a:lnTo>
                <a:lnTo>
                  <a:pt x="101142" y="37147"/>
                </a:lnTo>
                <a:lnTo>
                  <a:pt x="105600" y="38709"/>
                </a:lnTo>
                <a:lnTo>
                  <a:pt x="107124" y="39649"/>
                </a:lnTo>
                <a:lnTo>
                  <a:pt x="108762" y="41884"/>
                </a:lnTo>
                <a:lnTo>
                  <a:pt x="109169" y="43294"/>
                </a:lnTo>
                <a:lnTo>
                  <a:pt x="109169" y="47675"/>
                </a:lnTo>
                <a:lnTo>
                  <a:pt x="107962" y="49644"/>
                </a:lnTo>
                <a:lnTo>
                  <a:pt x="103136" y="52158"/>
                </a:lnTo>
                <a:lnTo>
                  <a:pt x="99733" y="52793"/>
                </a:lnTo>
                <a:lnTo>
                  <a:pt x="90678" y="52793"/>
                </a:lnTo>
                <a:lnTo>
                  <a:pt x="87020" y="51752"/>
                </a:lnTo>
                <a:lnTo>
                  <a:pt x="81749" y="47599"/>
                </a:lnTo>
                <a:lnTo>
                  <a:pt x="80124" y="44742"/>
                </a:lnTo>
                <a:lnTo>
                  <a:pt x="79540" y="41097"/>
                </a:lnTo>
                <a:lnTo>
                  <a:pt x="69735" y="41770"/>
                </a:lnTo>
                <a:lnTo>
                  <a:pt x="90233" y="61709"/>
                </a:lnTo>
                <a:lnTo>
                  <a:pt x="95351" y="61709"/>
                </a:lnTo>
                <a:lnTo>
                  <a:pt x="99809" y="61709"/>
                </a:lnTo>
                <a:lnTo>
                  <a:pt x="118745" y="48488"/>
                </a:lnTo>
                <a:lnTo>
                  <a:pt x="118745" y="41732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363414" y="2512329"/>
            <a:ext cx="13970" cy="31750"/>
          </a:xfrm>
          <a:custGeom>
            <a:avLst/>
            <a:gdLst/>
            <a:ahLst/>
            <a:cxnLst/>
            <a:rect l="l" t="t" r="r" b="b"/>
            <a:pathLst>
              <a:path w="13969" h="31750">
                <a:moveTo>
                  <a:pt x="13366" y="0"/>
                </a:moveTo>
                <a:lnTo>
                  <a:pt x="0" y="0"/>
                </a:lnTo>
                <a:lnTo>
                  <a:pt x="0" y="13589"/>
                </a:lnTo>
                <a:lnTo>
                  <a:pt x="6014" y="13589"/>
                </a:lnTo>
                <a:lnTo>
                  <a:pt x="0" y="31634"/>
                </a:lnTo>
                <a:lnTo>
                  <a:pt x="6684" y="31634"/>
                </a:lnTo>
                <a:lnTo>
                  <a:pt x="13366" y="12475"/>
                </a:lnTo>
                <a:lnTo>
                  <a:pt x="13366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477365" y="2465552"/>
            <a:ext cx="251460" cy="62230"/>
          </a:xfrm>
          <a:custGeom>
            <a:avLst/>
            <a:gdLst/>
            <a:ahLst/>
            <a:cxnLst/>
            <a:rect l="l" t="t" r="r" b="b"/>
            <a:pathLst>
              <a:path w="251460" h="62230">
                <a:moveTo>
                  <a:pt x="52793" y="24358"/>
                </a:moveTo>
                <a:lnTo>
                  <a:pt x="51930" y="20015"/>
                </a:lnTo>
                <a:lnTo>
                  <a:pt x="51892" y="19786"/>
                </a:lnTo>
                <a:lnTo>
                  <a:pt x="51765" y="19189"/>
                </a:lnTo>
                <a:lnTo>
                  <a:pt x="51676" y="18745"/>
                </a:lnTo>
                <a:lnTo>
                  <a:pt x="47231" y="9537"/>
                </a:lnTo>
                <a:lnTo>
                  <a:pt x="46672" y="8915"/>
                </a:lnTo>
                <a:lnTo>
                  <a:pt x="44145" y="6032"/>
                </a:lnTo>
                <a:lnTo>
                  <a:pt x="42545" y="5054"/>
                </a:lnTo>
                <a:lnTo>
                  <a:pt x="42545" y="25501"/>
                </a:lnTo>
                <a:lnTo>
                  <a:pt x="9791" y="25501"/>
                </a:lnTo>
                <a:lnTo>
                  <a:pt x="10617" y="20015"/>
                </a:lnTo>
                <a:lnTo>
                  <a:pt x="12484" y="15875"/>
                </a:lnTo>
                <a:lnTo>
                  <a:pt x="18351" y="10299"/>
                </a:lnTo>
                <a:lnTo>
                  <a:pt x="22085" y="8915"/>
                </a:lnTo>
                <a:lnTo>
                  <a:pt x="31000" y="8915"/>
                </a:lnTo>
                <a:lnTo>
                  <a:pt x="42456" y="24358"/>
                </a:lnTo>
                <a:lnTo>
                  <a:pt x="42545" y="25501"/>
                </a:lnTo>
                <a:lnTo>
                  <a:pt x="42545" y="5054"/>
                </a:lnTo>
                <a:lnTo>
                  <a:pt x="36398" y="1282"/>
                </a:lnTo>
                <a:lnTo>
                  <a:pt x="36550" y="1282"/>
                </a:lnTo>
                <a:lnTo>
                  <a:pt x="31737" y="0"/>
                </a:lnTo>
                <a:lnTo>
                  <a:pt x="21196" y="0"/>
                </a:lnTo>
                <a:lnTo>
                  <a:pt x="0" y="37096"/>
                </a:lnTo>
                <a:lnTo>
                  <a:pt x="1092" y="42532"/>
                </a:lnTo>
                <a:lnTo>
                  <a:pt x="21488" y="61709"/>
                </a:lnTo>
                <a:lnTo>
                  <a:pt x="33299" y="61709"/>
                </a:lnTo>
                <a:lnTo>
                  <a:pt x="38595" y="60020"/>
                </a:lnTo>
                <a:lnTo>
                  <a:pt x="47282" y="53263"/>
                </a:lnTo>
                <a:lnTo>
                  <a:pt x="47599" y="52793"/>
                </a:lnTo>
                <a:lnTo>
                  <a:pt x="50228" y="48933"/>
                </a:lnTo>
                <a:lnTo>
                  <a:pt x="51790" y="43662"/>
                </a:lnTo>
                <a:lnTo>
                  <a:pt x="41770" y="42887"/>
                </a:lnTo>
                <a:lnTo>
                  <a:pt x="40805" y="45859"/>
                </a:lnTo>
                <a:lnTo>
                  <a:pt x="39077" y="48247"/>
                </a:lnTo>
                <a:lnTo>
                  <a:pt x="34099" y="51892"/>
                </a:lnTo>
                <a:lnTo>
                  <a:pt x="30924" y="52793"/>
                </a:lnTo>
                <a:lnTo>
                  <a:pt x="21945" y="52793"/>
                </a:lnTo>
                <a:lnTo>
                  <a:pt x="17868" y="51206"/>
                </a:lnTo>
                <a:lnTo>
                  <a:pt x="11861" y="44818"/>
                </a:lnTo>
                <a:lnTo>
                  <a:pt x="10172" y="40055"/>
                </a:lnTo>
                <a:lnTo>
                  <a:pt x="9791" y="33743"/>
                </a:lnTo>
                <a:lnTo>
                  <a:pt x="52793" y="33743"/>
                </a:lnTo>
                <a:lnTo>
                  <a:pt x="52793" y="25501"/>
                </a:lnTo>
                <a:lnTo>
                  <a:pt x="52793" y="24358"/>
                </a:lnTo>
                <a:close/>
              </a:path>
              <a:path w="251460" h="62230">
                <a:moveTo>
                  <a:pt x="121081" y="1333"/>
                </a:moveTo>
                <a:lnTo>
                  <a:pt x="110832" y="1333"/>
                </a:lnTo>
                <a:lnTo>
                  <a:pt x="93230" y="50787"/>
                </a:lnTo>
                <a:lnTo>
                  <a:pt x="75628" y="1333"/>
                </a:lnTo>
                <a:lnTo>
                  <a:pt x="65379" y="1333"/>
                </a:lnTo>
                <a:lnTo>
                  <a:pt x="87325" y="60375"/>
                </a:lnTo>
                <a:lnTo>
                  <a:pt x="99136" y="60375"/>
                </a:lnTo>
                <a:lnTo>
                  <a:pt x="121081" y="1333"/>
                </a:lnTo>
                <a:close/>
              </a:path>
              <a:path w="251460" h="62230">
                <a:moveTo>
                  <a:pt x="186461" y="24358"/>
                </a:moveTo>
                <a:lnTo>
                  <a:pt x="185597" y="20015"/>
                </a:lnTo>
                <a:lnTo>
                  <a:pt x="185559" y="19786"/>
                </a:lnTo>
                <a:lnTo>
                  <a:pt x="185432" y="19189"/>
                </a:lnTo>
                <a:lnTo>
                  <a:pt x="185343" y="18745"/>
                </a:lnTo>
                <a:lnTo>
                  <a:pt x="180898" y="9537"/>
                </a:lnTo>
                <a:lnTo>
                  <a:pt x="180340" y="8915"/>
                </a:lnTo>
                <a:lnTo>
                  <a:pt x="177812" y="6032"/>
                </a:lnTo>
                <a:lnTo>
                  <a:pt x="176212" y="5054"/>
                </a:lnTo>
                <a:lnTo>
                  <a:pt x="176212" y="25501"/>
                </a:lnTo>
                <a:lnTo>
                  <a:pt x="143471" y="25501"/>
                </a:lnTo>
                <a:lnTo>
                  <a:pt x="144284" y="20015"/>
                </a:lnTo>
                <a:lnTo>
                  <a:pt x="146164" y="15875"/>
                </a:lnTo>
                <a:lnTo>
                  <a:pt x="152019" y="10299"/>
                </a:lnTo>
                <a:lnTo>
                  <a:pt x="155752" y="8915"/>
                </a:lnTo>
                <a:lnTo>
                  <a:pt x="164668" y="8915"/>
                </a:lnTo>
                <a:lnTo>
                  <a:pt x="176123" y="24358"/>
                </a:lnTo>
                <a:lnTo>
                  <a:pt x="176212" y="25501"/>
                </a:lnTo>
                <a:lnTo>
                  <a:pt x="176212" y="5054"/>
                </a:lnTo>
                <a:lnTo>
                  <a:pt x="170065" y="1282"/>
                </a:lnTo>
                <a:lnTo>
                  <a:pt x="170218" y="1282"/>
                </a:lnTo>
                <a:lnTo>
                  <a:pt x="165404" y="0"/>
                </a:lnTo>
                <a:lnTo>
                  <a:pt x="154863" y="0"/>
                </a:lnTo>
                <a:lnTo>
                  <a:pt x="133667" y="37096"/>
                </a:lnTo>
                <a:lnTo>
                  <a:pt x="134759" y="42532"/>
                </a:lnTo>
                <a:lnTo>
                  <a:pt x="155155" y="61709"/>
                </a:lnTo>
                <a:lnTo>
                  <a:pt x="166966" y="61709"/>
                </a:lnTo>
                <a:lnTo>
                  <a:pt x="172262" y="60020"/>
                </a:lnTo>
                <a:lnTo>
                  <a:pt x="180949" y="53263"/>
                </a:lnTo>
                <a:lnTo>
                  <a:pt x="181267" y="52793"/>
                </a:lnTo>
                <a:lnTo>
                  <a:pt x="183896" y="48933"/>
                </a:lnTo>
                <a:lnTo>
                  <a:pt x="185458" y="43662"/>
                </a:lnTo>
                <a:lnTo>
                  <a:pt x="175437" y="42887"/>
                </a:lnTo>
                <a:lnTo>
                  <a:pt x="174472" y="45859"/>
                </a:lnTo>
                <a:lnTo>
                  <a:pt x="172745" y="48247"/>
                </a:lnTo>
                <a:lnTo>
                  <a:pt x="167767" y="51892"/>
                </a:lnTo>
                <a:lnTo>
                  <a:pt x="164592" y="52793"/>
                </a:lnTo>
                <a:lnTo>
                  <a:pt x="155600" y="52793"/>
                </a:lnTo>
                <a:lnTo>
                  <a:pt x="151536" y="51206"/>
                </a:lnTo>
                <a:lnTo>
                  <a:pt x="145529" y="44818"/>
                </a:lnTo>
                <a:lnTo>
                  <a:pt x="143840" y="40055"/>
                </a:lnTo>
                <a:lnTo>
                  <a:pt x="143471" y="33743"/>
                </a:lnTo>
                <a:lnTo>
                  <a:pt x="186461" y="33743"/>
                </a:lnTo>
                <a:lnTo>
                  <a:pt x="186461" y="25501"/>
                </a:lnTo>
                <a:lnTo>
                  <a:pt x="186461" y="24358"/>
                </a:lnTo>
                <a:close/>
              </a:path>
              <a:path w="251460" h="62230">
                <a:moveTo>
                  <a:pt x="250952" y="18224"/>
                </a:moveTo>
                <a:lnTo>
                  <a:pt x="234988" y="0"/>
                </a:lnTo>
                <a:lnTo>
                  <a:pt x="227418" y="0"/>
                </a:lnTo>
                <a:lnTo>
                  <a:pt x="211632" y="11328"/>
                </a:lnTo>
                <a:lnTo>
                  <a:pt x="211632" y="11493"/>
                </a:lnTo>
                <a:lnTo>
                  <a:pt x="211378" y="11874"/>
                </a:lnTo>
                <a:lnTo>
                  <a:pt x="211416" y="1333"/>
                </a:lnTo>
                <a:lnTo>
                  <a:pt x="202831" y="1333"/>
                </a:lnTo>
                <a:lnTo>
                  <a:pt x="202831" y="60375"/>
                </a:lnTo>
                <a:lnTo>
                  <a:pt x="212191" y="60375"/>
                </a:lnTo>
                <a:lnTo>
                  <a:pt x="212191" y="21424"/>
                </a:lnTo>
                <a:lnTo>
                  <a:pt x="212915" y="18364"/>
                </a:lnTo>
                <a:lnTo>
                  <a:pt x="214071" y="16370"/>
                </a:lnTo>
                <a:lnTo>
                  <a:pt x="215811" y="13385"/>
                </a:lnTo>
                <a:lnTo>
                  <a:pt x="217766" y="11493"/>
                </a:lnTo>
                <a:lnTo>
                  <a:pt x="222453" y="9004"/>
                </a:lnTo>
                <a:lnTo>
                  <a:pt x="222186" y="9004"/>
                </a:lnTo>
                <a:lnTo>
                  <a:pt x="225412" y="8242"/>
                </a:lnTo>
                <a:lnTo>
                  <a:pt x="232918" y="8242"/>
                </a:lnTo>
                <a:lnTo>
                  <a:pt x="236220" y="9664"/>
                </a:lnTo>
                <a:lnTo>
                  <a:pt x="240525" y="15392"/>
                </a:lnTo>
                <a:lnTo>
                  <a:pt x="241604" y="19570"/>
                </a:lnTo>
                <a:lnTo>
                  <a:pt x="241604" y="60375"/>
                </a:lnTo>
                <a:lnTo>
                  <a:pt x="250952" y="60375"/>
                </a:lnTo>
                <a:lnTo>
                  <a:pt x="250952" y="1822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806747" y="2446831"/>
            <a:ext cx="255751" cy="80424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2144259" y="2446831"/>
            <a:ext cx="256540" cy="95885"/>
            <a:chOff x="2144259" y="2446831"/>
            <a:chExt cx="256540" cy="95885"/>
          </a:xfrm>
        </p:grpSpPr>
        <p:sp>
          <p:nvSpPr>
            <p:cNvPr id="82" name="object 82"/>
            <p:cNvSpPr/>
            <p:nvPr/>
          </p:nvSpPr>
          <p:spPr>
            <a:xfrm>
              <a:off x="2144259" y="2453069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1" y="61357"/>
                  </a:lnTo>
                  <a:lnTo>
                    <a:pt x="28850" y="59333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216663" y="2446831"/>
              <a:ext cx="183570" cy="95796"/>
            </a:xfrm>
            <a:prstGeom prst="rect">
              <a:avLst/>
            </a:prstGeom>
          </p:spPr>
        </p:pic>
      </p:grpSp>
      <p:sp>
        <p:nvSpPr>
          <p:cNvPr id="84" name="object 84"/>
          <p:cNvSpPr/>
          <p:nvPr/>
        </p:nvSpPr>
        <p:spPr>
          <a:xfrm>
            <a:off x="2478875" y="2446832"/>
            <a:ext cx="435609" cy="80645"/>
          </a:xfrm>
          <a:custGeom>
            <a:avLst/>
            <a:gdLst/>
            <a:ahLst/>
            <a:cxnLst/>
            <a:rect l="l" t="t" r="r" b="b"/>
            <a:pathLst>
              <a:path w="435610" h="80644">
                <a:moveTo>
                  <a:pt x="56349" y="78905"/>
                </a:moveTo>
                <a:lnTo>
                  <a:pt x="55245" y="78905"/>
                </a:lnTo>
                <a:lnTo>
                  <a:pt x="55245" y="70853"/>
                </a:lnTo>
                <a:lnTo>
                  <a:pt x="50266" y="70853"/>
                </a:lnTo>
                <a:lnTo>
                  <a:pt x="49377" y="70586"/>
                </a:lnTo>
                <a:lnTo>
                  <a:pt x="48234" y="69583"/>
                </a:lnTo>
                <a:lnTo>
                  <a:pt x="47929" y="68745"/>
                </a:lnTo>
                <a:lnTo>
                  <a:pt x="47891" y="67056"/>
                </a:lnTo>
                <a:lnTo>
                  <a:pt x="47891" y="50571"/>
                </a:lnTo>
                <a:lnTo>
                  <a:pt x="47891" y="35280"/>
                </a:lnTo>
                <a:lnTo>
                  <a:pt x="45923" y="29387"/>
                </a:lnTo>
                <a:lnTo>
                  <a:pt x="44297" y="27635"/>
                </a:lnTo>
                <a:lnTo>
                  <a:pt x="38049" y="20853"/>
                </a:lnTo>
                <a:lnTo>
                  <a:pt x="32524" y="18719"/>
                </a:lnTo>
                <a:lnTo>
                  <a:pt x="18707" y="18719"/>
                </a:lnTo>
                <a:lnTo>
                  <a:pt x="13271" y="20447"/>
                </a:lnTo>
                <a:lnTo>
                  <a:pt x="4876" y="27355"/>
                </a:lnTo>
                <a:lnTo>
                  <a:pt x="2222" y="31864"/>
                </a:lnTo>
                <a:lnTo>
                  <a:pt x="1092" y="37503"/>
                </a:lnTo>
                <a:lnTo>
                  <a:pt x="2057" y="37503"/>
                </a:lnTo>
                <a:lnTo>
                  <a:pt x="11023" y="38214"/>
                </a:lnTo>
                <a:lnTo>
                  <a:pt x="21310" y="27635"/>
                </a:lnTo>
                <a:lnTo>
                  <a:pt x="29629" y="27635"/>
                </a:lnTo>
                <a:lnTo>
                  <a:pt x="32867" y="28854"/>
                </a:lnTo>
                <a:lnTo>
                  <a:pt x="37401" y="33756"/>
                </a:lnTo>
                <a:lnTo>
                  <a:pt x="38531" y="37503"/>
                </a:lnTo>
                <a:lnTo>
                  <a:pt x="38531" y="42557"/>
                </a:lnTo>
                <a:lnTo>
                  <a:pt x="38531" y="50571"/>
                </a:lnTo>
                <a:lnTo>
                  <a:pt x="24498" y="72186"/>
                </a:lnTo>
                <a:lnTo>
                  <a:pt x="17145" y="72186"/>
                </a:lnTo>
                <a:lnTo>
                  <a:pt x="14782" y="71501"/>
                </a:lnTo>
                <a:lnTo>
                  <a:pt x="14617" y="71501"/>
                </a:lnTo>
                <a:lnTo>
                  <a:pt x="10744" y="68376"/>
                </a:lnTo>
                <a:lnTo>
                  <a:pt x="9791" y="66243"/>
                </a:lnTo>
                <a:lnTo>
                  <a:pt x="9791" y="61048"/>
                </a:lnTo>
                <a:lnTo>
                  <a:pt x="20485" y="54140"/>
                </a:lnTo>
                <a:lnTo>
                  <a:pt x="38531" y="50571"/>
                </a:lnTo>
                <a:lnTo>
                  <a:pt x="38531" y="42557"/>
                </a:lnTo>
                <a:lnTo>
                  <a:pt x="12242" y="47828"/>
                </a:lnTo>
                <a:lnTo>
                  <a:pt x="7518" y="49847"/>
                </a:lnTo>
                <a:lnTo>
                  <a:pt x="1498" y="55422"/>
                </a:lnTo>
                <a:lnTo>
                  <a:pt x="101" y="59055"/>
                </a:lnTo>
                <a:lnTo>
                  <a:pt x="0" y="67576"/>
                </a:lnTo>
                <a:lnTo>
                  <a:pt x="850" y="70383"/>
                </a:lnTo>
                <a:lnTo>
                  <a:pt x="4267" y="75209"/>
                </a:lnTo>
                <a:lnTo>
                  <a:pt x="6604" y="77089"/>
                </a:lnTo>
                <a:lnTo>
                  <a:pt x="12750" y="79857"/>
                </a:lnTo>
                <a:lnTo>
                  <a:pt x="13004" y="79857"/>
                </a:lnTo>
                <a:lnTo>
                  <a:pt x="15887" y="80429"/>
                </a:lnTo>
                <a:lnTo>
                  <a:pt x="23012" y="80429"/>
                </a:lnTo>
                <a:lnTo>
                  <a:pt x="26212" y="79857"/>
                </a:lnTo>
                <a:lnTo>
                  <a:pt x="32143" y="77546"/>
                </a:lnTo>
                <a:lnTo>
                  <a:pt x="34620" y="75958"/>
                </a:lnTo>
                <a:lnTo>
                  <a:pt x="38125" y="72313"/>
                </a:lnTo>
                <a:lnTo>
                  <a:pt x="38252" y="72186"/>
                </a:lnTo>
                <a:lnTo>
                  <a:pt x="38557" y="71869"/>
                </a:lnTo>
                <a:lnTo>
                  <a:pt x="38760" y="71501"/>
                </a:lnTo>
                <a:lnTo>
                  <a:pt x="38696" y="70383"/>
                </a:lnTo>
                <a:lnTo>
                  <a:pt x="38785" y="70853"/>
                </a:lnTo>
                <a:lnTo>
                  <a:pt x="38874" y="71272"/>
                </a:lnTo>
                <a:lnTo>
                  <a:pt x="39801" y="69583"/>
                </a:lnTo>
                <a:lnTo>
                  <a:pt x="39116" y="70853"/>
                </a:lnTo>
                <a:lnTo>
                  <a:pt x="47815" y="79311"/>
                </a:lnTo>
                <a:lnTo>
                  <a:pt x="53911" y="79311"/>
                </a:lnTo>
                <a:lnTo>
                  <a:pt x="56349" y="78905"/>
                </a:lnTo>
                <a:close/>
              </a:path>
              <a:path w="435610" h="80644">
                <a:moveTo>
                  <a:pt x="120967" y="20053"/>
                </a:moveTo>
                <a:lnTo>
                  <a:pt x="104584" y="20053"/>
                </a:lnTo>
                <a:lnTo>
                  <a:pt x="101206" y="21297"/>
                </a:lnTo>
                <a:lnTo>
                  <a:pt x="96164" y="26276"/>
                </a:lnTo>
                <a:lnTo>
                  <a:pt x="94602" y="30086"/>
                </a:lnTo>
                <a:lnTo>
                  <a:pt x="94640" y="31394"/>
                </a:lnTo>
                <a:lnTo>
                  <a:pt x="94576" y="30251"/>
                </a:lnTo>
                <a:lnTo>
                  <a:pt x="94475" y="28295"/>
                </a:lnTo>
                <a:lnTo>
                  <a:pt x="94208" y="23736"/>
                </a:lnTo>
                <a:lnTo>
                  <a:pt x="94081" y="21297"/>
                </a:lnTo>
                <a:lnTo>
                  <a:pt x="94005" y="20053"/>
                </a:lnTo>
                <a:lnTo>
                  <a:pt x="70840" y="20053"/>
                </a:lnTo>
                <a:lnTo>
                  <a:pt x="70840" y="28295"/>
                </a:lnTo>
                <a:lnTo>
                  <a:pt x="86207" y="28295"/>
                </a:lnTo>
                <a:lnTo>
                  <a:pt x="86207" y="70853"/>
                </a:lnTo>
                <a:lnTo>
                  <a:pt x="70840" y="70853"/>
                </a:lnTo>
                <a:lnTo>
                  <a:pt x="70840" y="79095"/>
                </a:lnTo>
                <a:lnTo>
                  <a:pt x="114287" y="79095"/>
                </a:lnTo>
                <a:lnTo>
                  <a:pt x="114287" y="75298"/>
                </a:lnTo>
                <a:lnTo>
                  <a:pt x="114287" y="70853"/>
                </a:lnTo>
                <a:lnTo>
                  <a:pt x="95567" y="70853"/>
                </a:lnTo>
                <a:lnTo>
                  <a:pt x="95567" y="40182"/>
                </a:lnTo>
                <a:lnTo>
                  <a:pt x="96088" y="37452"/>
                </a:lnTo>
                <a:lnTo>
                  <a:pt x="96837" y="35877"/>
                </a:lnTo>
                <a:lnTo>
                  <a:pt x="98171" y="33070"/>
                </a:lnTo>
                <a:lnTo>
                  <a:pt x="99669" y="31394"/>
                </a:lnTo>
                <a:lnTo>
                  <a:pt x="103606" y="29095"/>
                </a:lnTo>
                <a:lnTo>
                  <a:pt x="106032" y="28524"/>
                </a:lnTo>
                <a:lnTo>
                  <a:pt x="120967" y="28524"/>
                </a:lnTo>
                <a:lnTo>
                  <a:pt x="120967" y="20053"/>
                </a:lnTo>
                <a:close/>
              </a:path>
              <a:path w="435610" h="80644">
                <a:moveTo>
                  <a:pt x="187464" y="43078"/>
                </a:moveTo>
                <a:lnTo>
                  <a:pt x="186601" y="38735"/>
                </a:lnTo>
                <a:lnTo>
                  <a:pt x="186550" y="38506"/>
                </a:lnTo>
                <a:lnTo>
                  <a:pt x="186436" y="37909"/>
                </a:lnTo>
                <a:lnTo>
                  <a:pt x="186347" y="37465"/>
                </a:lnTo>
                <a:lnTo>
                  <a:pt x="181889" y="28257"/>
                </a:lnTo>
                <a:lnTo>
                  <a:pt x="181343" y="27635"/>
                </a:lnTo>
                <a:lnTo>
                  <a:pt x="178816" y="24752"/>
                </a:lnTo>
                <a:lnTo>
                  <a:pt x="177215" y="23774"/>
                </a:lnTo>
                <a:lnTo>
                  <a:pt x="177215" y="44221"/>
                </a:lnTo>
                <a:lnTo>
                  <a:pt x="144462" y="44221"/>
                </a:lnTo>
                <a:lnTo>
                  <a:pt x="145288" y="38735"/>
                </a:lnTo>
                <a:lnTo>
                  <a:pt x="147154" y="34594"/>
                </a:lnTo>
                <a:lnTo>
                  <a:pt x="153022" y="29019"/>
                </a:lnTo>
                <a:lnTo>
                  <a:pt x="156756" y="27635"/>
                </a:lnTo>
                <a:lnTo>
                  <a:pt x="165671" y="27635"/>
                </a:lnTo>
                <a:lnTo>
                  <a:pt x="177126" y="43078"/>
                </a:lnTo>
                <a:lnTo>
                  <a:pt x="177215" y="44221"/>
                </a:lnTo>
                <a:lnTo>
                  <a:pt x="177215" y="23774"/>
                </a:lnTo>
                <a:lnTo>
                  <a:pt x="171069" y="20002"/>
                </a:lnTo>
                <a:lnTo>
                  <a:pt x="171221" y="20002"/>
                </a:lnTo>
                <a:lnTo>
                  <a:pt x="166408" y="18719"/>
                </a:lnTo>
                <a:lnTo>
                  <a:pt x="155867" y="18719"/>
                </a:lnTo>
                <a:lnTo>
                  <a:pt x="134670" y="55816"/>
                </a:lnTo>
                <a:lnTo>
                  <a:pt x="135763" y="61252"/>
                </a:lnTo>
                <a:lnTo>
                  <a:pt x="156159" y="80429"/>
                </a:lnTo>
                <a:lnTo>
                  <a:pt x="167970" y="80429"/>
                </a:lnTo>
                <a:lnTo>
                  <a:pt x="173266" y="78740"/>
                </a:lnTo>
                <a:lnTo>
                  <a:pt x="181952" y="71983"/>
                </a:lnTo>
                <a:lnTo>
                  <a:pt x="182270" y="71513"/>
                </a:lnTo>
                <a:lnTo>
                  <a:pt x="184899" y="67652"/>
                </a:lnTo>
                <a:lnTo>
                  <a:pt x="186461" y="62382"/>
                </a:lnTo>
                <a:lnTo>
                  <a:pt x="176441" y="61607"/>
                </a:lnTo>
                <a:lnTo>
                  <a:pt x="175475" y="64579"/>
                </a:lnTo>
                <a:lnTo>
                  <a:pt x="173748" y="66967"/>
                </a:lnTo>
                <a:lnTo>
                  <a:pt x="168770" y="70612"/>
                </a:lnTo>
                <a:lnTo>
                  <a:pt x="165595" y="71513"/>
                </a:lnTo>
                <a:lnTo>
                  <a:pt x="156603" y="71513"/>
                </a:lnTo>
                <a:lnTo>
                  <a:pt x="152539" y="69926"/>
                </a:lnTo>
                <a:lnTo>
                  <a:pt x="146532" y="63538"/>
                </a:lnTo>
                <a:lnTo>
                  <a:pt x="144843" y="58775"/>
                </a:lnTo>
                <a:lnTo>
                  <a:pt x="144462" y="52463"/>
                </a:lnTo>
                <a:lnTo>
                  <a:pt x="187464" y="52463"/>
                </a:lnTo>
                <a:lnTo>
                  <a:pt x="187464" y="44221"/>
                </a:lnTo>
                <a:lnTo>
                  <a:pt x="187464" y="43078"/>
                </a:lnTo>
                <a:close/>
              </a:path>
              <a:path w="435610" h="80644">
                <a:moveTo>
                  <a:pt x="251955" y="36944"/>
                </a:moveTo>
                <a:lnTo>
                  <a:pt x="235991" y="18719"/>
                </a:lnTo>
                <a:lnTo>
                  <a:pt x="228422" y="18719"/>
                </a:lnTo>
                <a:lnTo>
                  <a:pt x="212636" y="30048"/>
                </a:lnTo>
                <a:lnTo>
                  <a:pt x="212636" y="30213"/>
                </a:lnTo>
                <a:lnTo>
                  <a:pt x="212382" y="30594"/>
                </a:lnTo>
                <a:lnTo>
                  <a:pt x="212420" y="20053"/>
                </a:lnTo>
                <a:lnTo>
                  <a:pt x="203835" y="20053"/>
                </a:lnTo>
                <a:lnTo>
                  <a:pt x="203835" y="79095"/>
                </a:lnTo>
                <a:lnTo>
                  <a:pt x="213194" y="79095"/>
                </a:lnTo>
                <a:lnTo>
                  <a:pt x="213194" y="40144"/>
                </a:lnTo>
                <a:lnTo>
                  <a:pt x="213918" y="37084"/>
                </a:lnTo>
                <a:lnTo>
                  <a:pt x="215074" y="35090"/>
                </a:lnTo>
                <a:lnTo>
                  <a:pt x="216814" y="32105"/>
                </a:lnTo>
                <a:lnTo>
                  <a:pt x="218770" y="30213"/>
                </a:lnTo>
                <a:lnTo>
                  <a:pt x="223456" y="27724"/>
                </a:lnTo>
                <a:lnTo>
                  <a:pt x="223189" y="27724"/>
                </a:lnTo>
                <a:lnTo>
                  <a:pt x="226415" y="26962"/>
                </a:lnTo>
                <a:lnTo>
                  <a:pt x="233908" y="26962"/>
                </a:lnTo>
                <a:lnTo>
                  <a:pt x="237223" y="28384"/>
                </a:lnTo>
                <a:lnTo>
                  <a:pt x="241528" y="34112"/>
                </a:lnTo>
                <a:lnTo>
                  <a:pt x="242608" y="38290"/>
                </a:lnTo>
                <a:lnTo>
                  <a:pt x="242608" y="79095"/>
                </a:lnTo>
                <a:lnTo>
                  <a:pt x="251955" y="79095"/>
                </a:lnTo>
                <a:lnTo>
                  <a:pt x="251955" y="36944"/>
                </a:lnTo>
                <a:close/>
              </a:path>
              <a:path w="435610" h="80644">
                <a:moveTo>
                  <a:pt x="300304" y="0"/>
                </a:moveTo>
                <a:lnTo>
                  <a:pt x="289166" y="0"/>
                </a:lnTo>
                <a:lnTo>
                  <a:pt x="289166" y="11811"/>
                </a:lnTo>
                <a:lnTo>
                  <a:pt x="290728" y="39776"/>
                </a:lnTo>
                <a:lnTo>
                  <a:pt x="298742" y="39776"/>
                </a:lnTo>
                <a:lnTo>
                  <a:pt x="300304" y="11811"/>
                </a:lnTo>
                <a:lnTo>
                  <a:pt x="300304" y="0"/>
                </a:lnTo>
                <a:close/>
              </a:path>
              <a:path w="435610" h="80644">
                <a:moveTo>
                  <a:pt x="386067" y="20053"/>
                </a:moveTo>
                <a:lnTo>
                  <a:pt x="362572" y="20053"/>
                </a:lnTo>
                <a:lnTo>
                  <a:pt x="362572" y="6248"/>
                </a:lnTo>
                <a:lnTo>
                  <a:pt x="353212" y="6248"/>
                </a:lnTo>
                <a:lnTo>
                  <a:pt x="353212" y="20053"/>
                </a:lnTo>
                <a:lnTo>
                  <a:pt x="333717" y="20053"/>
                </a:lnTo>
                <a:lnTo>
                  <a:pt x="333717" y="28295"/>
                </a:lnTo>
                <a:lnTo>
                  <a:pt x="353212" y="28295"/>
                </a:lnTo>
                <a:lnTo>
                  <a:pt x="353212" y="68326"/>
                </a:lnTo>
                <a:lnTo>
                  <a:pt x="354622" y="72402"/>
                </a:lnTo>
                <a:lnTo>
                  <a:pt x="360273" y="77749"/>
                </a:lnTo>
                <a:lnTo>
                  <a:pt x="364540" y="79095"/>
                </a:lnTo>
                <a:lnTo>
                  <a:pt x="386067" y="79095"/>
                </a:lnTo>
                <a:lnTo>
                  <a:pt x="386067" y="70853"/>
                </a:lnTo>
                <a:lnTo>
                  <a:pt x="367652" y="70853"/>
                </a:lnTo>
                <a:lnTo>
                  <a:pt x="365721" y="70192"/>
                </a:lnTo>
                <a:lnTo>
                  <a:pt x="363194" y="67602"/>
                </a:lnTo>
                <a:lnTo>
                  <a:pt x="362572" y="65570"/>
                </a:lnTo>
                <a:lnTo>
                  <a:pt x="362572" y="28295"/>
                </a:lnTo>
                <a:lnTo>
                  <a:pt x="386067" y="28295"/>
                </a:lnTo>
                <a:lnTo>
                  <a:pt x="386067" y="20053"/>
                </a:lnTo>
                <a:close/>
              </a:path>
              <a:path w="435610" h="80644">
                <a:moveTo>
                  <a:pt x="435305" y="65506"/>
                </a:moveTo>
                <a:lnTo>
                  <a:pt x="421500" y="65506"/>
                </a:lnTo>
                <a:lnTo>
                  <a:pt x="421500" y="79095"/>
                </a:lnTo>
                <a:lnTo>
                  <a:pt x="435305" y="79095"/>
                </a:lnTo>
                <a:lnTo>
                  <a:pt x="435305" y="65506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56950" y="3361344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8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556950" y="2676295"/>
            <a:ext cx="155946" cy="155940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806766" y="2712920"/>
            <a:ext cx="206375" cy="99695"/>
            <a:chOff x="806766" y="2712920"/>
            <a:chExt cx="206375" cy="99695"/>
          </a:xfrm>
        </p:grpSpPr>
        <p:pic>
          <p:nvPicPr>
            <p:cNvPr id="88" name="object 8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06766" y="2712920"/>
              <a:ext cx="149761" cy="9918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991948" y="2740856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9" y="69107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0" name="object 9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131896" y="2713721"/>
            <a:ext cx="864018" cy="116291"/>
          </a:xfrm>
          <a:prstGeom prst="rect">
            <a:avLst/>
          </a:prstGeom>
        </p:spPr>
      </p:pic>
      <p:grpSp>
        <p:nvGrpSpPr>
          <p:cNvPr id="91" name="object 91"/>
          <p:cNvGrpSpPr/>
          <p:nvPr/>
        </p:nvGrpSpPr>
        <p:grpSpPr>
          <a:xfrm>
            <a:off x="2098302" y="2713721"/>
            <a:ext cx="381635" cy="118110"/>
            <a:chOff x="2098302" y="2713721"/>
            <a:chExt cx="381635" cy="118110"/>
          </a:xfrm>
        </p:grpSpPr>
        <p:sp>
          <p:nvSpPr>
            <p:cNvPr id="92" name="object 92"/>
            <p:cNvSpPr/>
            <p:nvPr/>
          </p:nvSpPr>
          <p:spPr>
            <a:xfrm>
              <a:off x="2098302" y="2713721"/>
              <a:ext cx="50165" cy="116839"/>
            </a:xfrm>
            <a:custGeom>
              <a:avLst/>
              <a:gdLst/>
              <a:ahLst/>
              <a:cxnLst/>
              <a:rect l="l" t="t" r="r" b="b"/>
              <a:pathLst>
                <a:path w="50164" h="116839">
                  <a:moveTo>
                    <a:pt x="31412" y="31278"/>
                  </a:moveTo>
                  <a:lnTo>
                    <a:pt x="31412" y="94458"/>
                  </a:lnTo>
                  <a:lnTo>
                    <a:pt x="30497" y="97400"/>
                  </a:lnTo>
                  <a:lnTo>
                    <a:pt x="26845" y="100963"/>
                  </a:lnTo>
                  <a:lnTo>
                    <a:pt x="23971" y="101855"/>
                  </a:lnTo>
                  <a:lnTo>
                    <a:pt x="0" y="101855"/>
                  </a:lnTo>
                  <a:lnTo>
                    <a:pt x="0" y="116291"/>
                  </a:lnTo>
                  <a:lnTo>
                    <a:pt x="31099" y="116291"/>
                  </a:lnTo>
                  <a:lnTo>
                    <a:pt x="38006" y="114131"/>
                  </a:lnTo>
                  <a:lnTo>
                    <a:pt x="47273" y="105486"/>
                  </a:lnTo>
                  <a:lnTo>
                    <a:pt x="49590" y="99181"/>
                  </a:lnTo>
                  <a:lnTo>
                    <a:pt x="49590" y="39030"/>
                  </a:lnTo>
                  <a:lnTo>
                    <a:pt x="39164" y="39030"/>
                  </a:lnTo>
                  <a:lnTo>
                    <a:pt x="31412" y="31278"/>
                  </a:lnTo>
                  <a:close/>
                </a:path>
                <a:path w="50164" h="116839">
                  <a:moveTo>
                    <a:pt x="49590" y="24594"/>
                  </a:moveTo>
                  <a:lnTo>
                    <a:pt x="668" y="24594"/>
                  </a:lnTo>
                  <a:lnTo>
                    <a:pt x="668" y="39030"/>
                  </a:lnTo>
                  <a:lnTo>
                    <a:pt x="31412" y="39030"/>
                  </a:lnTo>
                  <a:lnTo>
                    <a:pt x="31412" y="31278"/>
                  </a:lnTo>
                  <a:lnTo>
                    <a:pt x="49590" y="31278"/>
                  </a:lnTo>
                  <a:lnTo>
                    <a:pt x="49590" y="24594"/>
                  </a:lnTo>
                  <a:close/>
                </a:path>
                <a:path w="50164" h="116839">
                  <a:moveTo>
                    <a:pt x="49590" y="31278"/>
                  </a:moveTo>
                  <a:lnTo>
                    <a:pt x="31412" y="31278"/>
                  </a:lnTo>
                  <a:lnTo>
                    <a:pt x="39164" y="39030"/>
                  </a:lnTo>
                  <a:lnTo>
                    <a:pt x="49590" y="39030"/>
                  </a:lnTo>
                  <a:lnTo>
                    <a:pt x="49590" y="31278"/>
                  </a:lnTo>
                  <a:close/>
                </a:path>
                <a:path w="50164" h="116839">
                  <a:moveTo>
                    <a:pt x="49590" y="0"/>
                  </a:moveTo>
                  <a:lnTo>
                    <a:pt x="31144" y="0"/>
                  </a:lnTo>
                  <a:lnTo>
                    <a:pt x="31144" y="15773"/>
                  </a:lnTo>
                  <a:lnTo>
                    <a:pt x="49590" y="15773"/>
                  </a:lnTo>
                  <a:lnTo>
                    <a:pt x="4959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175348" y="2715059"/>
              <a:ext cx="304438" cy="116558"/>
            </a:xfrm>
            <a:prstGeom prst="rect">
              <a:avLst/>
            </a:prstGeom>
          </p:spPr>
        </p:pic>
      </p:grpSp>
      <p:sp>
        <p:nvSpPr>
          <p:cNvPr id="94" name="object 94"/>
          <p:cNvSpPr/>
          <p:nvPr/>
        </p:nvSpPr>
        <p:spPr>
          <a:xfrm>
            <a:off x="2569074" y="2762751"/>
            <a:ext cx="74930" cy="16510"/>
          </a:xfrm>
          <a:custGeom>
            <a:avLst/>
            <a:gdLst/>
            <a:ahLst/>
            <a:cxnLst/>
            <a:rect l="l" t="t" r="r" b="b"/>
            <a:pathLst>
              <a:path w="74930" h="16510">
                <a:moveTo>
                  <a:pt x="74855" y="0"/>
                </a:moveTo>
                <a:lnTo>
                  <a:pt x="0" y="0"/>
                </a:lnTo>
                <a:lnTo>
                  <a:pt x="0" y="16361"/>
                </a:lnTo>
                <a:lnTo>
                  <a:pt x="74855" y="16361"/>
                </a:lnTo>
                <a:lnTo>
                  <a:pt x="74855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5" name="object 9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735409" y="2713721"/>
            <a:ext cx="466173" cy="117895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3296752" y="2713721"/>
            <a:ext cx="383622" cy="97845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3776186" y="2715059"/>
            <a:ext cx="525145" cy="116839"/>
            <a:chOff x="3776186" y="2715059"/>
            <a:chExt cx="525145" cy="116839"/>
          </a:xfrm>
        </p:grpSpPr>
        <p:pic>
          <p:nvPicPr>
            <p:cNvPr id="98" name="object 9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776186" y="2715059"/>
              <a:ext cx="467992" cy="116558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4280268" y="2789806"/>
              <a:ext cx="20955" cy="41910"/>
            </a:xfrm>
            <a:custGeom>
              <a:avLst/>
              <a:gdLst/>
              <a:ahLst/>
              <a:cxnLst/>
              <a:rect l="l" t="t" r="r" b="b"/>
              <a:pathLst>
                <a:path w="20954" h="41910">
                  <a:moveTo>
                    <a:pt x="20852" y="0"/>
                  </a:moveTo>
                  <a:lnTo>
                    <a:pt x="0" y="0"/>
                  </a:lnTo>
                  <a:lnTo>
                    <a:pt x="0" y="20157"/>
                  </a:lnTo>
                  <a:lnTo>
                    <a:pt x="8821" y="20157"/>
                  </a:lnTo>
                  <a:lnTo>
                    <a:pt x="801" y="41810"/>
                  </a:lnTo>
                  <a:lnTo>
                    <a:pt x="12029" y="41810"/>
                  </a:lnTo>
                  <a:lnTo>
                    <a:pt x="20852" y="18340"/>
                  </a:lnTo>
                  <a:lnTo>
                    <a:pt x="2085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0" name="object 100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4414735" y="2713721"/>
            <a:ext cx="551239" cy="97845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058204" y="2713721"/>
            <a:ext cx="305562" cy="117895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804102" y="2903531"/>
            <a:ext cx="641621" cy="80424"/>
          </a:xfrm>
          <a:prstGeom prst="rect">
            <a:avLst/>
          </a:prstGeom>
        </p:spPr>
      </p:pic>
      <p:grpSp>
        <p:nvGrpSpPr>
          <p:cNvPr id="103" name="object 103"/>
          <p:cNvGrpSpPr/>
          <p:nvPr/>
        </p:nvGrpSpPr>
        <p:grpSpPr>
          <a:xfrm>
            <a:off x="1542073" y="2901749"/>
            <a:ext cx="325120" cy="83185"/>
            <a:chOff x="1542073" y="2901749"/>
            <a:chExt cx="325120" cy="83185"/>
          </a:xfrm>
        </p:grpSpPr>
        <p:sp>
          <p:nvSpPr>
            <p:cNvPr id="104" name="object 104"/>
            <p:cNvSpPr/>
            <p:nvPr/>
          </p:nvSpPr>
          <p:spPr>
            <a:xfrm>
              <a:off x="1542072" y="2901759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23" y="32893"/>
                  </a:moveTo>
                  <a:lnTo>
                    <a:pt x="55892" y="25527"/>
                  </a:lnTo>
                  <a:lnTo>
                    <a:pt x="51663" y="14033"/>
                  </a:lnTo>
                  <a:lnTo>
                    <a:pt x="51562" y="13766"/>
                  </a:lnTo>
                  <a:lnTo>
                    <a:pt x="51346" y="13157"/>
                  </a:lnTo>
                  <a:lnTo>
                    <a:pt x="48082" y="8382"/>
                  </a:lnTo>
                  <a:lnTo>
                    <a:pt x="40716" y="2578"/>
                  </a:lnTo>
                  <a:lnTo>
                    <a:pt x="40716" y="35318"/>
                  </a:lnTo>
                  <a:lnTo>
                    <a:pt x="40716" y="47447"/>
                  </a:lnTo>
                  <a:lnTo>
                    <a:pt x="31115" y="68605"/>
                  </a:lnTo>
                  <a:lnTo>
                    <a:pt x="25984" y="68605"/>
                  </a:lnTo>
                  <a:lnTo>
                    <a:pt x="23812" y="67614"/>
                  </a:lnTo>
                  <a:lnTo>
                    <a:pt x="20916" y="64452"/>
                  </a:lnTo>
                  <a:lnTo>
                    <a:pt x="39865" y="28727"/>
                  </a:lnTo>
                  <a:lnTo>
                    <a:pt x="40233" y="30226"/>
                  </a:lnTo>
                  <a:lnTo>
                    <a:pt x="40716" y="35318"/>
                  </a:lnTo>
                  <a:lnTo>
                    <a:pt x="40716" y="2578"/>
                  </a:lnTo>
                  <a:lnTo>
                    <a:pt x="39585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76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299" y="15036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36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51714" y="68605"/>
                  </a:lnTo>
                  <a:lnTo>
                    <a:pt x="55892" y="57277"/>
                  </a:lnTo>
                  <a:lnTo>
                    <a:pt x="57023" y="49936"/>
                  </a:lnTo>
                  <a:lnTo>
                    <a:pt x="57023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673957" y="2901749"/>
              <a:ext cx="193147" cy="82651"/>
            </a:xfrm>
            <a:prstGeom prst="rect">
              <a:avLst/>
            </a:prstGeom>
          </p:spPr>
        </p:pic>
      </p:grpSp>
      <p:sp>
        <p:nvSpPr>
          <p:cNvPr id="106" name="object 106"/>
          <p:cNvSpPr txBox="1"/>
          <p:nvPr/>
        </p:nvSpPr>
        <p:spPr>
          <a:xfrm>
            <a:off x="1925470" y="2858532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059669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1942726" y="2899075"/>
            <a:ext cx="3597910" cy="389890"/>
            <a:chOff x="1942726" y="2899075"/>
            <a:chExt cx="3597910" cy="389890"/>
          </a:xfrm>
        </p:grpSpPr>
        <p:sp>
          <p:nvSpPr>
            <p:cNvPr id="108" name="object 108"/>
            <p:cNvSpPr/>
            <p:nvPr/>
          </p:nvSpPr>
          <p:spPr>
            <a:xfrm>
              <a:off x="2076958" y="2901759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892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82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05"/>
                  </a:lnTo>
                  <a:lnTo>
                    <a:pt x="25996" y="68605"/>
                  </a:lnTo>
                  <a:lnTo>
                    <a:pt x="23812" y="67614"/>
                  </a:lnTo>
                  <a:lnTo>
                    <a:pt x="20929" y="64452"/>
                  </a:lnTo>
                  <a:lnTo>
                    <a:pt x="39878" y="28727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802" y="52476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36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05"/>
                  </a:lnTo>
                  <a:lnTo>
                    <a:pt x="55892" y="57277"/>
                  </a:lnTo>
                  <a:lnTo>
                    <a:pt x="57035" y="49936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211746" y="2903531"/>
              <a:ext cx="191366" cy="79086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2898702" y="2965820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4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949039" y="2909769"/>
              <a:ext cx="121532" cy="74185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4357840" y="2922244"/>
              <a:ext cx="307975" cy="62230"/>
            </a:xfrm>
            <a:custGeom>
              <a:avLst/>
              <a:gdLst/>
              <a:ahLst/>
              <a:cxnLst/>
              <a:rect l="l" t="t" r="r" b="b"/>
              <a:pathLst>
                <a:path w="307975" h="62230">
                  <a:moveTo>
                    <a:pt x="40093" y="23507"/>
                  </a:moveTo>
                  <a:lnTo>
                    <a:pt x="0" y="23507"/>
                  </a:lnTo>
                  <a:lnTo>
                    <a:pt x="0" y="32308"/>
                  </a:lnTo>
                  <a:lnTo>
                    <a:pt x="40093" y="32308"/>
                  </a:lnTo>
                  <a:lnTo>
                    <a:pt x="40093" y="23507"/>
                  </a:lnTo>
                  <a:close/>
                </a:path>
                <a:path w="307975" h="62230">
                  <a:moveTo>
                    <a:pt x="113728" y="24028"/>
                  </a:moveTo>
                  <a:lnTo>
                    <a:pt x="112725" y="19088"/>
                  </a:lnTo>
                  <a:lnTo>
                    <a:pt x="108267" y="9880"/>
                  </a:lnTo>
                  <a:lnTo>
                    <a:pt x="107416" y="8915"/>
                  </a:lnTo>
                  <a:lnTo>
                    <a:pt x="105130" y="6311"/>
                  </a:lnTo>
                  <a:lnTo>
                    <a:pt x="104038" y="5638"/>
                  </a:lnTo>
                  <a:lnTo>
                    <a:pt x="104038" y="24028"/>
                  </a:lnTo>
                  <a:lnTo>
                    <a:pt x="104038" y="37693"/>
                  </a:lnTo>
                  <a:lnTo>
                    <a:pt x="102527" y="43053"/>
                  </a:lnTo>
                  <a:lnTo>
                    <a:pt x="96520" y="50850"/>
                  </a:lnTo>
                  <a:lnTo>
                    <a:pt x="92303" y="52806"/>
                  </a:lnTo>
                  <a:lnTo>
                    <a:pt x="81457" y="52806"/>
                  </a:lnTo>
                  <a:lnTo>
                    <a:pt x="77241" y="50850"/>
                  </a:lnTo>
                  <a:lnTo>
                    <a:pt x="71234" y="43053"/>
                  </a:lnTo>
                  <a:lnTo>
                    <a:pt x="69723" y="37693"/>
                  </a:lnTo>
                  <a:lnTo>
                    <a:pt x="69723" y="24028"/>
                  </a:lnTo>
                  <a:lnTo>
                    <a:pt x="71107" y="19088"/>
                  </a:lnTo>
                  <a:lnTo>
                    <a:pt x="71234" y="18669"/>
                  </a:lnTo>
                  <a:lnTo>
                    <a:pt x="77241" y="10871"/>
                  </a:lnTo>
                  <a:lnTo>
                    <a:pt x="81457" y="8915"/>
                  </a:lnTo>
                  <a:lnTo>
                    <a:pt x="92303" y="8915"/>
                  </a:lnTo>
                  <a:lnTo>
                    <a:pt x="96520" y="10871"/>
                  </a:lnTo>
                  <a:lnTo>
                    <a:pt x="102527" y="18669"/>
                  </a:lnTo>
                  <a:lnTo>
                    <a:pt x="104038" y="24028"/>
                  </a:lnTo>
                  <a:lnTo>
                    <a:pt x="104038" y="5638"/>
                  </a:lnTo>
                  <a:lnTo>
                    <a:pt x="97040" y="1270"/>
                  </a:lnTo>
                  <a:lnTo>
                    <a:pt x="92303" y="0"/>
                  </a:lnTo>
                  <a:lnTo>
                    <a:pt x="81457" y="0"/>
                  </a:lnTo>
                  <a:lnTo>
                    <a:pt x="60032" y="24028"/>
                  </a:lnTo>
                  <a:lnTo>
                    <a:pt x="60045" y="37693"/>
                  </a:lnTo>
                  <a:lnTo>
                    <a:pt x="81457" y="61722"/>
                  </a:lnTo>
                  <a:lnTo>
                    <a:pt x="92303" y="61722"/>
                  </a:lnTo>
                  <a:lnTo>
                    <a:pt x="113715" y="37693"/>
                  </a:lnTo>
                  <a:lnTo>
                    <a:pt x="113728" y="24028"/>
                  </a:lnTo>
                  <a:close/>
                </a:path>
                <a:path w="307975" h="62230">
                  <a:moveTo>
                    <a:pt x="178219" y="41744"/>
                  </a:moveTo>
                  <a:lnTo>
                    <a:pt x="151485" y="26809"/>
                  </a:lnTo>
                  <a:lnTo>
                    <a:pt x="148628" y="26162"/>
                  </a:lnTo>
                  <a:lnTo>
                    <a:pt x="144322" y="24752"/>
                  </a:lnTo>
                  <a:lnTo>
                    <a:pt x="142760" y="23799"/>
                  </a:lnTo>
                  <a:lnTo>
                    <a:pt x="140830" y="21424"/>
                  </a:lnTo>
                  <a:lnTo>
                    <a:pt x="140347" y="19837"/>
                  </a:lnTo>
                  <a:lnTo>
                    <a:pt x="140347" y="15303"/>
                  </a:lnTo>
                  <a:lnTo>
                    <a:pt x="141389" y="13182"/>
                  </a:lnTo>
                  <a:lnTo>
                    <a:pt x="145542" y="9766"/>
                  </a:lnTo>
                  <a:lnTo>
                    <a:pt x="148742" y="8915"/>
                  </a:lnTo>
                  <a:lnTo>
                    <a:pt x="155714" y="8915"/>
                  </a:lnTo>
                  <a:lnTo>
                    <a:pt x="167309" y="19608"/>
                  </a:lnTo>
                  <a:lnTo>
                    <a:pt x="177101" y="18948"/>
                  </a:lnTo>
                  <a:lnTo>
                    <a:pt x="158064" y="0"/>
                  </a:lnTo>
                  <a:lnTo>
                    <a:pt x="148336" y="0"/>
                  </a:lnTo>
                  <a:lnTo>
                    <a:pt x="130771" y="14414"/>
                  </a:lnTo>
                  <a:lnTo>
                    <a:pt x="130771" y="21018"/>
                  </a:lnTo>
                  <a:lnTo>
                    <a:pt x="157353" y="36398"/>
                  </a:lnTo>
                  <a:lnTo>
                    <a:pt x="160616" y="37160"/>
                  </a:lnTo>
                  <a:lnTo>
                    <a:pt x="165074" y="38709"/>
                  </a:lnTo>
                  <a:lnTo>
                    <a:pt x="166598" y="39662"/>
                  </a:lnTo>
                  <a:lnTo>
                    <a:pt x="168236" y="41884"/>
                  </a:lnTo>
                  <a:lnTo>
                    <a:pt x="168643" y="43294"/>
                  </a:lnTo>
                  <a:lnTo>
                    <a:pt x="168643" y="47675"/>
                  </a:lnTo>
                  <a:lnTo>
                    <a:pt x="167436" y="49644"/>
                  </a:lnTo>
                  <a:lnTo>
                    <a:pt x="162610" y="52171"/>
                  </a:lnTo>
                  <a:lnTo>
                    <a:pt x="159207" y="52806"/>
                  </a:lnTo>
                  <a:lnTo>
                    <a:pt x="150152" y="52806"/>
                  </a:lnTo>
                  <a:lnTo>
                    <a:pt x="146494" y="51765"/>
                  </a:lnTo>
                  <a:lnTo>
                    <a:pt x="141224" y="47612"/>
                  </a:lnTo>
                  <a:lnTo>
                    <a:pt x="139611" y="44742"/>
                  </a:lnTo>
                  <a:lnTo>
                    <a:pt x="139014" y="41109"/>
                  </a:lnTo>
                  <a:lnTo>
                    <a:pt x="129209" y="41783"/>
                  </a:lnTo>
                  <a:lnTo>
                    <a:pt x="149707" y="61722"/>
                  </a:lnTo>
                  <a:lnTo>
                    <a:pt x="154825" y="61722"/>
                  </a:lnTo>
                  <a:lnTo>
                    <a:pt x="159283" y="61722"/>
                  </a:lnTo>
                  <a:lnTo>
                    <a:pt x="178219" y="48501"/>
                  </a:lnTo>
                  <a:lnTo>
                    <a:pt x="178219" y="41744"/>
                  </a:lnTo>
                  <a:close/>
                </a:path>
                <a:path w="307975" h="62230">
                  <a:moveTo>
                    <a:pt x="245059" y="41744"/>
                  </a:moveTo>
                  <a:lnTo>
                    <a:pt x="218325" y="26809"/>
                  </a:lnTo>
                  <a:lnTo>
                    <a:pt x="215468" y="26162"/>
                  </a:lnTo>
                  <a:lnTo>
                    <a:pt x="211150" y="24752"/>
                  </a:lnTo>
                  <a:lnTo>
                    <a:pt x="209600" y="23799"/>
                  </a:lnTo>
                  <a:lnTo>
                    <a:pt x="207670" y="21424"/>
                  </a:lnTo>
                  <a:lnTo>
                    <a:pt x="207187" y="19837"/>
                  </a:lnTo>
                  <a:lnTo>
                    <a:pt x="207187" y="15303"/>
                  </a:lnTo>
                  <a:lnTo>
                    <a:pt x="208216" y="13182"/>
                  </a:lnTo>
                  <a:lnTo>
                    <a:pt x="212382" y="9766"/>
                  </a:lnTo>
                  <a:lnTo>
                    <a:pt x="215569" y="8915"/>
                  </a:lnTo>
                  <a:lnTo>
                    <a:pt x="222554" y="8915"/>
                  </a:lnTo>
                  <a:lnTo>
                    <a:pt x="234137" y="19608"/>
                  </a:lnTo>
                  <a:lnTo>
                    <a:pt x="243941" y="18948"/>
                  </a:lnTo>
                  <a:lnTo>
                    <a:pt x="224891" y="0"/>
                  </a:lnTo>
                  <a:lnTo>
                    <a:pt x="215163" y="0"/>
                  </a:lnTo>
                  <a:lnTo>
                    <a:pt x="197599" y="14414"/>
                  </a:lnTo>
                  <a:lnTo>
                    <a:pt x="197599" y="21018"/>
                  </a:lnTo>
                  <a:lnTo>
                    <a:pt x="224193" y="36398"/>
                  </a:lnTo>
                  <a:lnTo>
                    <a:pt x="227457" y="37160"/>
                  </a:lnTo>
                  <a:lnTo>
                    <a:pt x="231914" y="38709"/>
                  </a:lnTo>
                  <a:lnTo>
                    <a:pt x="233438" y="39662"/>
                  </a:lnTo>
                  <a:lnTo>
                    <a:pt x="235064" y="41884"/>
                  </a:lnTo>
                  <a:lnTo>
                    <a:pt x="235470" y="43294"/>
                  </a:lnTo>
                  <a:lnTo>
                    <a:pt x="235470" y="47675"/>
                  </a:lnTo>
                  <a:lnTo>
                    <a:pt x="234264" y="49644"/>
                  </a:lnTo>
                  <a:lnTo>
                    <a:pt x="229438" y="52171"/>
                  </a:lnTo>
                  <a:lnTo>
                    <a:pt x="226047" y="52806"/>
                  </a:lnTo>
                  <a:lnTo>
                    <a:pt x="216979" y="52806"/>
                  </a:lnTo>
                  <a:lnTo>
                    <a:pt x="213321" y="51765"/>
                  </a:lnTo>
                  <a:lnTo>
                    <a:pt x="208051" y="47612"/>
                  </a:lnTo>
                  <a:lnTo>
                    <a:pt x="206438" y="44742"/>
                  </a:lnTo>
                  <a:lnTo>
                    <a:pt x="205841" y="41109"/>
                  </a:lnTo>
                  <a:lnTo>
                    <a:pt x="196037" y="41783"/>
                  </a:lnTo>
                  <a:lnTo>
                    <a:pt x="216535" y="61722"/>
                  </a:lnTo>
                  <a:lnTo>
                    <a:pt x="221665" y="61722"/>
                  </a:lnTo>
                  <a:lnTo>
                    <a:pt x="226123" y="61722"/>
                  </a:lnTo>
                  <a:lnTo>
                    <a:pt x="245059" y="48501"/>
                  </a:lnTo>
                  <a:lnTo>
                    <a:pt x="245059" y="41744"/>
                  </a:lnTo>
                  <a:close/>
                </a:path>
                <a:path w="307975" h="62230">
                  <a:moveTo>
                    <a:pt x="307428" y="23507"/>
                  </a:moveTo>
                  <a:lnTo>
                    <a:pt x="267335" y="23507"/>
                  </a:lnTo>
                  <a:lnTo>
                    <a:pt x="267335" y="32308"/>
                  </a:lnTo>
                  <a:lnTo>
                    <a:pt x="307428" y="32308"/>
                  </a:lnTo>
                  <a:lnTo>
                    <a:pt x="307428" y="2350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685328" y="2901749"/>
              <a:ext cx="256113" cy="82651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1943747" y="2969031"/>
              <a:ext cx="3042920" cy="158750"/>
            </a:xfrm>
            <a:custGeom>
              <a:avLst/>
              <a:gdLst/>
              <a:ahLst/>
              <a:cxnLst/>
              <a:rect l="l" t="t" r="r" b="b"/>
              <a:pathLst>
                <a:path w="3042920" h="158750">
                  <a:moveTo>
                    <a:pt x="52362" y="99364"/>
                  </a:moveTo>
                  <a:lnTo>
                    <a:pt x="28854" y="99364"/>
                  </a:lnTo>
                  <a:lnTo>
                    <a:pt x="28854" y="85547"/>
                  </a:lnTo>
                  <a:lnTo>
                    <a:pt x="19494" y="85547"/>
                  </a:lnTo>
                  <a:lnTo>
                    <a:pt x="19494" y="99364"/>
                  </a:lnTo>
                  <a:lnTo>
                    <a:pt x="0" y="99364"/>
                  </a:lnTo>
                  <a:lnTo>
                    <a:pt x="0" y="107607"/>
                  </a:lnTo>
                  <a:lnTo>
                    <a:pt x="19494" y="107607"/>
                  </a:lnTo>
                  <a:lnTo>
                    <a:pt x="19494" y="147637"/>
                  </a:lnTo>
                  <a:lnTo>
                    <a:pt x="20904" y="151714"/>
                  </a:lnTo>
                  <a:lnTo>
                    <a:pt x="26555" y="157060"/>
                  </a:lnTo>
                  <a:lnTo>
                    <a:pt x="30822" y="158394"/>
                  </a:lnTo>
                  <a:lnTo>
                    <a:pt x="52362" y="158394"/>
                  </a:lnTo>
                  <a:lnTo>
                    <a:pt x="52362" y="150152"/>
                  </a:lnTo>
                  <a:lnTo>
                    <a:pt x="33934" y="150152"/>
                  </a:lnTo>
                  <a:lnTo>
                    <a:pt x="32004" y="149504"/>
                  </a:lnTo>
                  <a:lnTo>
                    <a:pt x="29489" y="146913"/>
                  </a:lnTo>
                  <a:lnTo>
                    <a:pt x="28854" y="144881"/>
                  </a:lnTo>
                  <a:lnTo>
                    <a:pt x="28854" y="107607"/>
                  </a:lnTo>
                  <a:lnTo>
                    <a:pt x="52362" y="107607"/>
                  </a:lnTo>
                  <a:lnTo>
                    <a:pt x="52362" y="99364"/>
                  </a:lnTo>
                  <a:close/>
                </a:path>
                <a:path w="3042920" h="158750">
                  <a:moveTo>
                    <a:pt x="3042551" y="0"/>
                  </a:moveTo>
                  <a:lnTo>
                    <a:pt x="3028734" y="0"/>
                  </a:lnTo>
                  <a:lnTo>
                    <a:pt x="3028734" y="13589"/>
                  </a:lnTo>
                  <a:lnTo>
                    <a:pt x="3042551" y="13589"/>
                  </a:lnTo>
                  <a:lnTo>
                    <a:pt x="304255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016160" y="3048337"/>
              <a:ext cx="115511" cy="80424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953518" y="2903419"/>
              <a:ext cx="587025" cy="225342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942726" y="2899075"/>
              <a:ext cx="2459411" cy="374492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486793" y="3048227"/>
              <a:ext cx="115399" cy="79198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4683954" y="3054576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5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756356" y="3048337"/>
              <a:ext cx="115511" cy="8042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486793" y="3193033"/>
              <a:ext cx="115399" cy="7919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683954" y="3199382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7"/>
                  </a:lnTo>
                  <a:lnTo>
                    <a:pt x="29480" y="61357"/>
                  </a:lnTo>
                  <a:lnTo>
                    <a:pt x="28849" y="59334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756356" y="3193145"/>
              <a:ext cx="115511" cy="80422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954631" y="3193033"/>
              <a:ext cx="240602" cy="95906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220074" y="3199382"/>
              <a:ext cx="184572" cy="74185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5440070" y="325864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7" name="object 127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5621340" y="2903531"/>
            <a:ext cx="253301" cy="80424"/>
          </a:xfrm>
          <a:prstGeom prst="rect">
            <a:avLst/>
          </a:prstGeom>
        </p:spPr>
      </p:pic>
      <p:grpSp>
        <p:nvGrpSpPr>
          <p:cNvPr id="128" name="object 128"/>
          <p:cNvGrpSpPr/>
          <p:nvPr/>
        </p:nvGrpSpPr>
        <p:grpSpPr>
          <a:xfrm>
            <a:off x="808023" y="3048337"/>
            <a:ext cx="1054735" cy="225425"/>
            <a:chOff x="808023" y="3048337"/>
            <a:chExt cx="1054735" cy="225425"/>
          </a:xfrm>
        </p:grpSpPr>
        <p:sp>
          <p:nvSpPr>
            <p:cNvPr id="129" name="object 129"/>
            <p:cNvSpPr/>
            <p:nvPr/>
          </p:nvSpPr>
          <p:spPr>
            <a:xfrm>
              <a:off x="1296357" y="311383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08023" y="3048337"/>
              <a:ext cx="454805" cy="22523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44479" y="3193145"/>
              <a:ext cx="517963" cy="80422"/>
            </a:xfrm>
            <a:prstGeom prst="rect">
              <a:avLst/>
            </a:prstGeom>
          </p:spPr>
        </p:pic>
      </p:grpSp>
      <p:pic>
        <p:nvPicPr>
          <p:cNvPr id="132" name="object 13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407971" y="3048227"/>
            <a:ext cx="253968" cy="80534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746596" y="3048227"/>
            <a:ext cx="115845" cy="80534"/>
          </a:xfrm>
          <a:prstGeom prst="rect">
            <a:avLst/>
          </a:prstGeom>
        </p:spPr>
      </p:pic>
      <p:pic>
        <p:nvPicPr>
          <p:cNvPr id="134" name="object 134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5619630" y="3048337"/>
            <a:ext cx="323476" cy="80424"/>
          </a:xfrm>
          <a:prstGeom prst="rect">
            <a:avLst/>
          </a:prstGeom>
        </p:spPr>
      </p:pic>
      <p:sp>
        <p:nvSpPr>
          <p:cNvPr id="135" name="object 135"/>
          <p:cNvSpPr/>
          <p:nvPr/>
        </p:nvSpPr>
        <p:spPr>
          <a:xfrm>
            <a:off x="6017293" y="3090555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56950" y="4107657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7" name="object 137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556950" y="3422609"/>
            <a:ext cx="155946" cy="155940"/>
          </a:xfrm>
          <a:prstGeom prst="rect">
            <a:avLst/>
          </a:prstGeom>
        </p:spPr>
      </p:pic>
      <p:grpSp>
        <p:nvGrpSpPr>
          <p:cNvPr id="138" name="object 138"/>
          <p:cNvGrpSpPr/>
          <p:nvPr/>
        </p:nvGrpSpPr>
        <p:grpSpPr>
          <a:xfrm>
            <a:off x="806766" y="3461372"/>
            <a:ext cx="206375" cy="95250"/>
            <a:chOff x="806766" y="3461372"/>
            <a:chExt cx="206375" cy="95250"/>
          </a:xfrm>
        </p:grpSpPr>
        <p:pic>
          <p:nvPicPr>
            <p:cNvPr id="139" name="object 13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806766" y="3461372"/>
              <a:ext cx="151900" cy="94904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991948" y="3487171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1"/>
                  </a:moveTo>
                  <a:lnTo>
                    <a:pt x="0" y="48921"/>
                  </a:lnTo>
                  <a:lnTo>
                    <a:pt x="0" y="69105"/>
                  </a:lnTo>
                  <a:lnTo>
                    <a:pt x="21119" y="69105"/>
                  </a:lnTo>
                  <a:lnTo>
                    <a:pt x="21119" y="48921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" name="object 141"/>
          <p:cNvGrpSpPr/>
          <p:nvPr/>
        </p:nvGrpSpPr>
        <p:grpSpPr>
          <a:xfrm>
            <a:off x="1131629" y="3461372"/>
            <a:ext cx="706755" cy="116839"/>
            <a:chOff x="1131629" y="3461372"/>
            <a:chExt cx="706755" cy="116839"/>
          </a:xfrm>
        </p:grpSpPr>
        <p:pic>
          <p:nvPicPr>
            <p:cNvPr id="142" name="object 14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131629" y="3461372"/>
              <a:ext cx="225361" cy="116559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378644" y="3509064"/>
              <a:ext cx="50165" cy="16510"/>
            </a:xfrm>
            <a:custGeom>
              <a:avLst/>
              <a:gdLst/>
              <a:ahLst/>
              <a:cxnLst/>
              <a:rect l="l" t="t" r="r" b="b"/>
              <a:pathLst>
                <a:path w="50165" h="16510">
                  <a:moveTo>
                    <a:pt x="49724" y="0"/>
                  </a:moveTo>
                  <a:lnTo>
                    <a:pt x="0" y="0"/>
                  </a:lnTo>
                  <a:lnTo>
                    <a:pt x="0" y="16414"/>
                  </a:lnTo>
                  <a:lnTo>
                    <a:pt x="49724" y="16414"/>
                  </a:lnTo>
                  <a:lnTo>
                    <a:pt x="4972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450022" y="3461372"/>
              <a:ext cx="388166" cy="116559"/>
            </a:xfrm>
            <a:prstGeom prst="rect">
              <a:avLst/>
            </a:prstGeom>
          </p:spPr>
        </p:pic>
      </p:grpSp>
      <p:pic>
        <p:nvPicPr>
          <p:cNvPr id="145" name="object 145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1931220" y="3460036"/>
            <a:ext cx="786972" cy="117895"/>
          </a:xfrm>
          <a:prstGeom prst="rect">
            <a:avLst/>
          </a:prstGeom>
        </p:spPr>
      </p:pic>
      <p:sp>
        <p:nvSpPr>
          <p:cNvPr id="146" name="object 146"/>
          <p:cNvSpPr/>
          <p:nvPr/>
        </p:nvSpPr>
        <p:spPr>
          <a:xfrm>
            <a:off x="2809673" y="3509064"/>
            <a:ext cx="74930" cy="16510"/>
          </a:xfrm>
          <a:custGeom>
            <a:avLst/>
            <a:gdLst/>
            <a:ahLst/>
            <a:cxnLst/>
            <a:rect l="l" t="t" r="r" b="b"/>
            <a:pathLst>
              <a:path w="74930" h="16510">
                <a:moveTo>
                  <a:pt x="74855" y="0"/>
                </a:moveTo>
                <a:lnTo>
                  <a:pt x="0" y="0"/>
                </a:lnTo>
                <a:lnTo>
                  <a:pt x="0" y="16362"/>
                </a:lnTo>
                <a:lnTo>
                  <a:pt x="74855" y="16362"/>
                </a:lnTo>
                <a:lnTo>
                  <a:pt x="74855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7" name="object 147"/>
          <p:cNvGrpSpPr/>
          <p:nvPr/>
        </p:nvGrpSpPr>
        <p:grpSpPr>
          <a:xfrm>
            <a:off x="2975954" y="3461372"/>
            <a:ext cx="547370" cy="96520"/>
            <a:chOff x="2975954" y="3461372"/>
            <a:chExt cx="547370" cy="96520"/>
          </a:xfrm>
        </p:grpSpPr>
        <p:pic>
          <p:nvPicPr>
            <p:cNvPr id="148" name="object 14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975954" y="3461372"/>
              <a:ext cx="141580" cy="96508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137423" y="3467816"/>
              <a:ext cx="141686" cy="8846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298678" y="3461372"/>
              <a:ext cx="224505" cy="96508"/>
            </a:xfrm>
            <a:prstGeom prst="rect">
              <a:avLst/>
            </a:prstGeom>
          </p:spPr>
        </p:pic>
      </p:grpSp>
      <p:pic>
        <p:nvPicPr>
          <p:cNvPr id="151" name="object 151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3618086" y="3460036"/>
            <a:ext cx="864017" cy="116291"/>
          </a:xfrm>
          <a:prstGeom prst="rect">
            <a:avLst/>
          </a:prstGeom>
        </p:spPr>
      </p:pic>
      <p:grpSp>
        <p:nvGrpSpPr>
          <p:cNvPr id="152" name="object 152"/>
          <p:cNvGrpSpPr/>
          <p:nvPr/>
        </p:nvGrpSpPr>
        <p:grpSpPr>
          <a:xfrm>
            <a:off x="804102" y="3645389"/>
            <a:ext cx="5003800" cy="391795"/>
            <a:chOff x="804102" y="3645389"/>
            <a:chExt cx="5003800" cy="391795"/>
          </a:xfrm>
        </p:grpSpPr>
        <p:pic>
          <p:nvPicPr>
            <p:cNvPr id="153" name="object 15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804102" y="3649845"/>
              <a:ext cx="641621" cy="80422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1542073" y="3648062"/>
              <a:ext cx="57150" cy="83185"/>
            </a:xfrm>
            <a:custGeom>
              <a:avLst/>
              <a:gdLst/>
              <a:ahLst/>
              <a:cxnLst/>
              <a:rect l="l" t="t" r="r" b="b"/>
              <a:pathLst>
                <a:path w="57150" h="83185">
                  <a:moveTo>
                    <a:pt x="34486" y="0"/>
                  </a:moveTo>
                  <a:lnTo>
                    <a:pt x="22575" y="0"/>
                  </a:lnTo>
                  <a:lnTo>
                    <a:pt x="17473" y="1678"/>
                  </a:lnTo>
                  <a:lnTo>
                    <a:pt x="8948" y="8392"/>
                  </a:lnTo>
                  <a:lnTo>
                    <a:pt x="5680" y="13163"/>
                  </a:lnTo>
                  <a:lnTo>
                    <a:pt x="1136" y="25534"/>
                  </a:lnTo>
                  <a:lnTo>
                    <a:pt x="0" y="32898"/>
                  </a:lnTo>
                  <a:lnTo>
                    <a:pt x="0" y="49946"/>
                  </a:lnTo>
                  <a:lnTo>
                    <a:pt x="22575" y="82651"/>
                  </a:lnTo>
                  <a:lnTo>
                    <a:pt x="34486" y="82651"/>
                  </a:lnTo>
                  <a:lnTo>
                    <a:pt x="39596" y="80991"/>
                  </a:lnTo>
                  <a:lnTo>
                    <a:pt x="48091" y="74352"/>
                  </a:lnTo>
                  <a:lnTo>
                    <a:pt x="51349" y="69611"/>
                  </a:lnTo>
                  <a:lnTo>
                    <a:pt x="51617" y="68884"/>
                  </a:lnTo>
                  <a:lnTo>
                    <a:pt x="18580" y="68884"/>
                  </a:lnTo>
                  <a:lnTo>
                    <a:pt x="9668" y="68036"/>
                  </a:lnTo>
                  <a:lnTo>
                    <a:pt x="17147" y="53935"/>
                  </a:lnTo>
                  <a:lnTo>
                    <a:pt x="16797" y="52487"/>
                  </a:lnTo>
                  <a:lnTo>
                    <a:pt x="16306" y="47452"/>
                  </a:lnTo>
                  <a:lnTo>
                    <a:pt x="16306" y="35317"/>
                  </a:lnTo>
                  <a:lnTo>
                    <a:pt x="16797" y="30231"/>
                  </a:lnTo>
                  <a:lnTo>
                    <a:pt x="18757" y="22123"/>
                  </a:lnTo>
                  <a:lnTo>
                    <a:pt x="20161" y="19085"/>
                  </a:lnTo>
                  <a:lnTo>
                    <a:pt x="23815" y="15045"/>
                  </a:lnTo>
                  <a:lnTo>
                    <a:pt x="25990" y="14036"/>
                  </a:lnTo>
                  <a:lnTo>
                    <a:pt x="38308" y="14036"/>
                  </a:lnTo>
                  <a:lnTo>
                    <a:pt x="38451" y="13766"/>
                  </a:lnTo>
                  <a:lnTo>
                    <a:pt x="51571" y="13766"/>
                  </a:lnTo>
                  <a:lnTo>
                    <a:pt x="51349" y="13163"/>
                  </a:lnTo>
                  <a:lnTo>
                    <a:pt x="48091" y="8392"/>
                  </a:lnTo>
                  <a:lnTo>
                    <a:pt x="39596" y="1678"/>
                  </a:lnTo>
                  <a:lnTo>
                    <a:pt x="34486" y="0"/>
                  </a:lnTo>
                  <a:close/>
                </a:path>
                <a:path w="57150" h="83185">
                  <a:moveTo>
                    <a:pt x="17147" y="53935"/>
                  </a:moveTo>
                  <a:lnTo>
                    <a:pt x="9668" y="68036"/>
                  </a:lnTo>
                  <a:lnTo>
                    <a:pt x="18580" y="68884"/>
                  </a:lnTo>
                  <a:lnTo>
                    <a:pt x="20926" y="64460"/>
                  </a:lnTo>
                  <a:lnTo>
                    <a:pt x="20161" y="63623"/>
                  </a:lnTo>
                  <a:lnTo>
                    <a:pt x="18757" y="60596"/>
                  </a:lnTo>
                  <a:lnTo>
                    <a:pt x="17147" y="53935"/>
                  </a:lnTo>
                  <a:close/>
                </a:path>
                <a:path w="57150" h="83185">
                  <a:moveTo>
                    <a:pt x="20926" y="64460"/>
                  </a:moveTo>
                  <a:lnTo>
                    <a:pt x="18580" y="68884"/>
                  </a:lnTo>
                  <a:lnTo>
                    <a:pt x="51617" y="68884"/>
                  </a:lnTo>
                  <a:lnTo>
                    <a:pt x="51716" y="68616"/>
                  </a:lnTo>
                  <a:lnTo>
                    <a:pt x="25990" y="68616"/>
                  </a:lnTo>
                  <a:lnTo>
                    <a:pt x="23815" y="67617"/>
                  </a:lnTo>
                  <a:lnTo>
                    <a:pt x="20926" y="64460"/>
                  </a:lnTo>
                  <a:close/>
                </a:path>
                <a:path w="57150" h="83185">
                  <a:moveTo>
                    <a:pt x="51571" y="13766"/>
                  </a:moveTo>
                  <a:lnTo>
                    <a:pt x="38451" y="13766"/>
                  </a:lnTo>
                  <a:lnTo>
                    <a:pt x="47363" y="14615"/>
                  </a:lnTo>
                  <a:lnTo>
                    <a:pt x="39873" y="28736"/>
                  </a:lnTo>
                  <a:lnTo>
                    <a:pt x="40234" y="30231"/>
                  </a:lnTo>
                  <a:lnTo>
                    <a:pt x="40725" y="35317"/>
                  </a:lnTo>
                  <a:lnTo>
                    <a:pt x="40725" y="47452"/>
                  </a:lnTo>
                  <a:lnTo>
                    <a:pt x="31114" y="68616"/>
                  </a:lnTo>
                  <a:lnTo>
                    <a:pt x="51716" y="68616"/>
                  </a:lnTo>
                  <a:lnTo>
                    <a:pt x="55895" y="57283"/>
                  </a:lnTo>
                  <a:lnTo>
                    <a:pt x="57031" y="49946"/>
                  </a:lnTo>
                  <a:lnTo>
                    <a:pt x="57031" y="32898"/>
                  </a:lnTo>
                  <a:lnTo>
                    <a:pt x="55895" y="25534"/>
                  </a:lnTo>
                  <a:lnTo>
                    <a:pt x="51670" y="14036"/>
                  </a:lnTo>
                  <a:lnTo>
                    <a:pt x="51571" y="13766"/>
                  </a:lnTo>
                  <a:close/>
                </a:path>
                <a:path w="57150" h="83185">
                  <a:moveTo>
                    <a:pt x="36101" y="18197"/>
                  </a:moveTo>
                  <a:lnTo>
                    <a:pt x="17147" y="53935"/>
                  </a:lnTo>
                  <a:lnTo>
                    <a:pt x="18757" y="60596"/>
                  </a:lnTo>
                  <a:lnTo>
                    <a:pt x="20161" y="63623"/>
                  </a:lnTo>
                  <a:lnTo>
                    <a:pt x="20926" y="64460"/>
                  </a:lnTo>
                  <a:lnTo>
                    <a:pt x="39873" y="28736"/>
                  </a:lnTo>
                  <a:lnTo>
                    <a:pt x="38273" y="22123"/>
                  </a:lnTo>
                  <a:lnTo>
                    <a:pt x="36888" y="19085"/>
                  </a:lnTo>
                  <a:lnTo>
                    <a:pt x="36101" y="18197"/>
                  </a:lnTo>
                  <a:close/>
                </a:path>
                <a:path w="57150" h="83185">
                  <a:moveTo>
                    <a:pt x="38451" y="13766"/>
                  </a:moveTo>
                  <a:lnTo>
                    <a:pt x="36101" y="18197"/>
                  </a:lnTo>
                  <a:lnTo>
                    <a:pt x="36888" y="19085"/>
                  </a:lnTo>
                  <a:lnTo>
                    <a:pt x="38273" y="22123"/>
                  </a:lnTo>
                  <a:lnTo>
                    <a:pt x="39873" y="28736"/>
                  </a:lnTo>
                  <a:lnTo>
                    <a:pt x="47363" y="14615"/>
                  </a:lnTo>
                  <a:lnTo>
                    <a:pt x="38451" y="13766"/>
                  </a:lnTo>
                  <a:close/>
                </a:path>
                <a:path w="57150" h="83185">
                  <a:moveTo>
                    <a:pt x="38308" y="14036"/>
                  </a:moveTo>
                  <a:lnTo>
                    <a:pt x="31114" y="14036"/>
                  </a:lnTo>
                  <a:lnTo>
                    <a:pt x="33309" y="15045"/>
                  </a:lnTo>
                  <a:lnTo>
                    <a:pt x="36101" y="18197"/>
                  </a:lnTo>
                  <a:lnTo>
                    <a:pt x="38308" y="14036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880693" y="3648062"/>
              <a:ext cx="253343" cy="82651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3165779" y="3648062"/>
              <a:ext cx="218440" cy="83185"/>
            </a:xfrm>
            <a:custGeom>
              <a:avLst/>
              <a:gdLst/>
              <a:ahLst/>
              <a:cxnLst/>
              <a:rect l="l" t="t" r="r" b="b"/>
              <a:pathLst>
                <a:path w="218439" h="83185">
                  <a:moveTo>
                    <a:pt x="17602" y="64058"/>
                  </a:moveTo>
                  <a:lnTo>
                    <a:pt x="0" y="64058"/>
                  </a:lnTo>
                  <a:lnTo>
                    <a:pt x="0" y="80873"/>
                  </a:lnTo>
                  <a:lnTo>
                    <a:pt x="17602" y="80873"/>
                  </a:lnTo>
                  <a:lnTo>
                    <a:pt x="17602" y="64058"/>
                  </a:lnTo>
                  <a:close/>
                </a:path>
                <a:path w="218439" h="83185">
                  <a:moveTo>
                    <a:pt x="17602" y="23291"/>
                  </a:moveTo>
                  <a:lnTo>
                    <a:pt x="0" y="23291"/>
                  </a:lnTo>
                  <a:lnTo>
                    <a:pt x="0" y="40106"/>
                  </a:lnTo>
                  <a:lnTo>
                    <a:pt x="17602" y="40106"/>
                  </a:lnTo>
                  <a:lnTo>
                    <a:pt x="17602" y="23291"/>
                  </a:lnTo>
                  <a:close/>
                </a:path>
                <a:path w="218439" h="83185">
                  <a:moveTo>
                    <a:pt x="170980" y="32905"/>
                  </a:moveTo>
                  <a:lnTo>
                    <a:pt x="169837" y="25539"/>
                  </a:lnTo>
                  <a:lnTo>
                    <a:pt x="165620" y="14046"/>
                  </a:lnTo>
                  <a:lnTo>
                    <a:pt x="165519" y="13766"/>
                  </a:lnTo>
                  <a:lnTo>
                    <a:pt x="165303" y="13169"/>
                  </a:lnTo>
                  <a:lnTo>
                    <a:pt x="162039" y="8394"/>
                  </a:lnTo>
                  <a:lnTo>
                    <a:pt x="154673" y="2590"/>
                  </a:lnTo>
                  <a:lnTo>
                    <a:pt x="154673" y="35318"/>
                  </a:lnTo>
                  <a:lnTo>
                    <a:pt x="154673" y="47459"/>
                  </a:lnTo>
                  <a:lnTo>
                    <a:pt x="145059" y="68618"/>
                  </a:lnTo>
                  <a:lnTo>
                    <a:pt x="139941" y="68618"/>
                  </a:lnTo>
                  <a:lnTo>
                    <a:pt x="137756" y="67627"/>
                  </a:lnTo>
                  <a:lnTo>
                    <a:pt x="134874" y="64465"/>
                  </a:lnTo>
                  <a:lnTo>
                    <a:pt x="153822" y="28740"/>
                  </a:lnTo>
                  <a:lnTo>
                    <a:pt x="154178" y="30238"/>
                  </a:lnTo>
                  <a:lnTo>
                    <a:pt x="154673" y="35318"/>
                  </a:lnTo>
                  <a:lnTo>
                    <a:pt x="154673" y="2590"/>
                  </a:lnTo>
                  <a:lnTo>
                    <a:pt x="153543" y="1689"/>
                  </a:lnTo>
                  <a:lnTo>
                    <a:pt x="150050" y="546"/>
                  </a:lnTo>
                  <a:lnTo>
                    <a:pt x="150050" y="18199"/>
                  </a:lnTo>
                  <a:lnTo>
                    <a:pt x="131089" y="53936"/>
                  </a:lnTo>
                  <a:lnTo>
                    <a:pt x="130746" y="52489"/>
                  </a:lnTo>
                  <a:lnTo>
                    <a:pt x="130251" y="47459"/>
                  </a:lnTo>
                  <a:lnTo>
                    <a:pt x="130251" y="35318"/>
                  </a:lnTo>
                  <a:lnTo>
                    <a:pt x="139941" y="14046"/>
                  </a:lnTo>
                  <a:lnTo>
                    <a:pt x="145059" y="14046"/>
                  </a:lnTo>
                  <a:lnTo>
                    <a:pt x="147256" y="15049"/>
                  </a:lnTo>
                  <a:lnTo>
                    <a:pt x="150050" y="18199"/>
                  </a:lnTo>
                  <a:lnTo>
                    <a:pt x="150050" y="546"/>
                  </a:lnTo>
                  <a:lnTo>
                    <a:pt x="148437" y="0"/>
                  </a:lnTo>
                  <a:lnTo>
                    <a:pt x="136525" y="0"/>
                  </a:lnTo>
                  <a:lnTo>
                    <a:pt x="113944" y="32905"/>
                  </a:lnTo>
                  <a:lnTo>
                    <a:pt x="113944" y="49949"/>
                  </a:lnTo>
                  <a:lnTo>
                    <a:pt x="136525" y="82651"/>
                  </a:lnTo>
                  <a:lnTo>
                    <a:pt x="148437" y="82651"/>
                  </a:lnTo>
                  <a:lnTo>
                    <a:pt x="165658" y="68618"/>
                  </a:lnTo>
                  <a:lnTo>
                    <a:pt x="169837" y="57289"/>
                  </a:lnTo>
                  <a:lnTo>
                    <a:pt x="170980" y="49949"/>
                  </a:lnTo>
                  <a:lnTo>
                    <a:pt x="170980" y="32905"/>
                  </a:lnTo>
                  <a:close/>
                </a:path>
                <a:path w="218439" h="83185">
                  <a:moveTo>
                    <a:pt x="218071" y="64084"/>
                  </a:moveTo>
                  <a:lnTo>
                    <a:pt x="200520" y="64084"/>
                  </a:lnTo>
                  <a:lnTo>
                    <a:pt x="200520" y="80873"/>
                  </a:lnTo>
                  <a:lnTo>
                    <a:pt x="218071" y="80873"/>
                  </a:lnTo>
                  <a:lnTo>
                    <a:pt x="218071" y="640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" name="object 157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413843" y="3648062"/>
              <a:ext cx="190920" cy="82651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4101467" y="3712135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4886683" y="3649845"/>
              <a:ext cx="255083" cy="80422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5426925" y="3692061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489304" y="3649845"/>
              <a:ext cx="318575" cy="80422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3080382" y="3794652"/>
              <a:ext cx="184461" cy="80424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812033" y="3645389"/>
              <a:ext cx="4325277" cy="391201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5155134" y="3649845"/>
              <a:ext cx="582569" cy="225230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5172733" y="4004956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6" name="object 166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5886967" y="3656082"/>
            <a:ext cx="121531" cy="74185"/>
          </a:xfrm>
          <a:prstGeom prst="rect">
            <a:avLst/>
          </a:prstGeom>
        </p:spPr>
      </p:pic>
      <p:sp>
        <p:nvSpPr>
          <p:cNvPr id="167" name="object 167"/>
          <p:cNvSpPr/>
          <p:nvPr/>
        </p:nvSpPr>
        <p:spPr>
          <a:xfrm>
            <a:off x="556950" y="4853971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8" name="object 168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556950" y="4168928"/>
            <a:ext cx="155946" cy="155940"/>
          </a:xfrm>
          <a:prstGeom prst="rect">
            <a:avLst/>
          </a:prstGeom>
        </p:spPr>
      </p:pic>
      <p:pic>
        <p:nvPicPr>
          <p:cNvPr id="169" name="object 169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807355" y="4205547"/>
            <a:ext cx="393140" cy="113028"/>
          </a:xfrm>
          <a:prstGeom prst="rect">
            <a:avLst/>
          </a:prstGeom>
        </p:spPr>
      </p:pic>
      <p:pic>
        <p:nvPicPr>
          <p:cNvPr id="170" name="object 170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292028" y="4206349"/>
            <a:ext cx="683436" cy="97845"/>
          </a:xfrm>
          <a:prstGeom prst="rect">
            <a:avLst/>
          </a:prstGeom>
        </p:spPr>
      </p:pic>
      <p:pic>
        <p:nvPicPr>
          <p:cNvPr id="171" name="object 171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2087716" y="4205547"/>
            <a:ext cx="393567" cy="99181"/>
          </a:xfrm>
          <a:prstGeom prst="rect">
            <a:avLst/>
          </a:prstGeom>
        </p:spPr>
      </p:pic>
      <p:pic>
        <p:nvPicPr>
          <p:cNvPr id="172" name="object 172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2576347" y="4206349"/>
            <a:ext cx="703030" cy="97845"/>
          </a:xfrm>
          <a:prstGeom prst="rect">
            <a:avLst/>
          </a:prstGeom>
        </p:spPr>
      </p:pic>
      <p:sp>
        <p:nvSpPr>
          <p:cNvPr id="173" name="object 173"/>
          <p:cNvSpPr/>
          <p:nvPr/>
        </p:nvSpPr>
        <p:spPr>
          <a:xfrm>
            <a:off x="3386569" y="4202340"/>
            <a:ext cx="765810" cy="115570"/>
          </a:xfrm>
          <a:custGeom>
            <a:avLst/>
            <a:gdLst/>
            <a:ahLst/>
            <a:cxnLst/>
            <a:rect l="l" t="t" r="r" b="b"/>
            <a:pathLst>
              <a:path w="765810" h="115570">
                <a:moveTo>
                  <a:pt x="43840" y="0"/>
                </a:moveTo>
                <a:lnTo>
                  <a:pt x="25565" y="0"/>
                </a:lnTo>
                <a:lnTo>
                  <a:pt x="18923" y="6261"/>
                </a:lnTo>
                <a:lnTo>
                  <a:pt x="749" y="44589"/>
                </a:lnTo>
                <a:lnTo>
                  <a:pt x="0" y="51028"/>
                </a:lnTo>
                <a:lnTo>
                  <a:pt x="0" y="63931"/>
                </a:lnTo>
                <a:lnTo>
                  <a:pt x="13754" y="102387"/>
                </a:lnTo>
                <a:lnTo>
                  <a:pt x="25565" y="114960"/>
                </a:lnTo>
                <a:lnTo>
                  <a:pt x="43840" y="114960"/>
                </a:lnTo>
                <a:lnTo>
                  <a:pt x="37642" y="108546"/>
                </a:lnTo>
                <a:lnTo>
                  <a:pt x="32791" y="102146"/>
                </a:lnTo>
                <a:lnTo>
                  <a:pt x="25781" y="89408"/>
                </a:lnTo>
                <a:lnTo>
                  <a:pt x="23317" y="83032"/>
                </a:lnTo>
                <a:lnTo>
                  <a:pt x="20447" y="70294"/>
                </a:lnTo>
                <a:lnTo>
                  <a:pt x="19735" y="63893"/>
                </a:lnTo>
                <a:lnTo>
                  <a:pt x="19735" y="51066"/>
                </a:lnTo>
                <a:lnTo>
                  <a:pt x="32791" y="12700"/>
                </a:lnTo>
                <a:lnTo>
                  <a:pt x="37642" y="6337"/>
                </a:lnTo>
                <a:lnTo>
                  <a:pt x="43840" y="0"/>
                </a:lnTo>
                <a:close/>
              </a:path>
              <a:path w="765810" h="115570">
                <a:moveTo>
                  <a:pt x="133134" y="28613"/>
                </a:moveTo>
                <a:lnTo>
                  <a:pt x="106616" y="28613"/>
                </a:lnTo>
                <a:lnTo>
                  <a:pt x="106616" y="11798"/>
                </a:lnTo>
                <a:lnTo>
                  <a:pt x="88493" y="11798"/>
                </a:lnTo>
                <a:lnTo>
                  <a:pt x="88493" y="28613"/>
                </a:lnTo>
                <a:lnTo>
                  <a:pt x="67906" y="28613"/>
                </a:lnTo>
                <a:lnTo>
                  <a:pt x="67906" y="42989"/>
                </a:lnTo>
                <a:lnTo>
                  <a:pt x="88493" y="42989"/>
                </a:lnTo>
                <a:lnTo>
                  <a:pt x="88493" y="85458"/>
                </a:lnTo>
                <a:lnTo>
                  <a:pt x="90385" y="91097"/>
                </a:lnTo>
                <a:lnTo>
                  <a:pt x="97955" y="98425"/>
                </a:lnTo>
                <a:lnTo>
                  <a:pt x="103873" y="100253"/>
                </a:lnTo>
                <a:lnTo>
                  <a:pt x="133134" y="100253"/>
                </a:lnTo>
                <a:lnTo>
                  <a:pt x="133134" y="85877"/>
                </a:lnTo>
                <a:lnTo>
                  <a:pt x="113017" y="85877"/>
                </a:lnTo>
                <a:lnTo>
                  <a:pt x="110604" y="85064"/>
                </a:lnTo>
                <a:lnTo>
                  <a:pt x="107416" y="81838"/>
                </a:lnTo>
                <a:lnTo>
                  <a:pt x="106616" y="79387"/>
                </a:lnTo>
                <a:lnTo>
                  <a:pt x="106616" y="42989"/>
                </a:lnTo>
                <a:lnTo>
                  <a:pt x="133134" y="42989"/>
                </a:lnTo>
                <a:lnTo>
                  <a:pt x="133134" y="28613"/>
                </a:lnTo>
                <a:close/>
              </a:path>
              <a:path w="765810" h="115570">
                <a:moveTo>
                  <a:pt x="216535" y="86677"/>
                </a:moveTo>
                <a:lnTo>
                  <a:pt x="212394" y="86677"/>
                </a:lnTo>
                <a:lnTo>
                  <a:pt x="211455" y="86334"/>
                </a:lnTo>
                <a:lnTo>
                  <a:pt x="210134" y="84988"/>
                </a:lnTo>
                <a:lnTo>
                  <a:pt x="210058" y="84696"/>
                </a:lnTo>
                <a:lnTo>
                  <a:pt x="209804" y="83731"/>
                </a:lnTo>
                <a:lnTo>
                  <a:pt x="209804" y="68440"/>
                </a:lnTo>
                <a:lnTo>
                  <a:pt x="209804" y="47307"/>
                </a:lnTo>
                <a:lnTo>
                  <a:pt x="207886" y="41541"/>
                </a:lnTo>
                <a:lnTo>
                  <a:pt x="207378" y="40017"/>
                </a:lnTo>
                <a:lnTo>
                  <a:pt x="197662" y="29603"/>
                </a:lnTo>
                <a:lnTo>
                  <a:pt x="190068" y="27000"/>
                </a:lnTo>
                <a:lnTo>
                  <a:pt x="171526" y="27000"/>
                </a:lnTo>
                <a:lnTo>
                  <a:pt x="164706" y="29133"/>
                </a:lnTo>
                <a:lnTo>
                  <a:pt x="153885" y="37630"/>
                </a:lnTo>
                <a:lnTo>
                  <a:pt x="150507" y="43256"/>
                </a:lnTo>
                <a:lnTo>
                  <a:pt x="149174" y="50266"/>
                </a:lnTo>
                <a:lnTo>
                  <a:pt x="167881" y="51282"/>
                </a:lnTo>
                <a:lnTo>
                  <a:pt x="168478" y="48412"/>
                </a:lnTo>
                <a:lnTo>
                  <a:pt x="169748" y="46075"/>
                </a:lnTo>
                <a:lnTo>
                  <a:pt x="173672" y="42456"/>
                </a:lnTo>
                <a:lnTo>
                  <a:pt x="176453" y="41541"/>
                </a:lnTo>
                <a:lnTo>
                  <a:pt x="184188" y="41541"/>
                </a:lnTo>
                <a:lnTo>
                  <a:pt x="187159" y="42760"/>
                </a:lnTo>
                <a:lnTo>
                  <a:pt x="190779" y="47625"/>
                </a:lnTo>
                <a:lnTo>
                  <a:pt x="191681" y="51104"/>
                </a:lnTo>
                <a:lnTo>
                  <a:pt x="191681" y="55613"/>
                </a:lnTo>
                <a:lnTo>
                  <a:pt x="191681" y="68440"/>
                </a:lnTo>
                <a:lnTo>
                  <a:pt x="179247" y="88277"/>
                </a:lnTo>
                <a:lnTo>
                  <a:pt x="172986" y="88277"/>
                </a:lnTo>
                <a:lnTo>
                  <a:pt x="170992" y="87668"/>
                </a:lnTo>
                <a:lnTo>
                  <a:pt x="170853" y="87668"/>
                </a:lnTo>
                <a:lnTo>
                  <a:pt x="167817" y="84988"/>
                </a:lnTo>
                <a:lnTo>
                  <a:pt x="167652" y="84696"/>
                </a:lnTo>
                <a:lnTo>
                  <a:pt x="166979" y="83070"/>
                </a:lnTo>
                <a:lnTo>
                  <a:pt x="166979" y="78282"/>
                </a:lnTo>
                <a:lnTo>
                  <a:pt x="167627" y="76365"/>
                </a:lnTo>
                <a:lnTo>
                  <a:pt x="170256" y="73621"/>
                </a:lnTo>
                <a:lnTo>
                  <a:pt x="172542" y="72593"/>
                </a:lnTo>
                <a:lnTo>
                  <a:pt x="175793" y="71920"/>
                </a:lnTo>
                <a:lnTo>
                  <a:pt x="191681" y="68440"/>
                </a:lnTo>
                <a:lnTo>
                  <a:pt x="191681" y="55613"/>
                </a:lnTo>
                <a:lnTo>
                  <a:pt x="163334" y="61722"/>
                </a:lnTo>
                <a:lnTo>
                  <a:pt x="158013" y="64135"/>
                </a:lnTo>
                <a:lnTo>
                  <a:pt x="150253" y="70878"/>
                </a:lnTo>
                <a:lnTo>
                  <a:pt x="148310" y="75590"/>
                </a:lnTo>
                <a:lnTo>
                  <a:pt x="148310" y="85852"/>
                </a:lnTo>
                <a:lnTo>
                  <a:pt x="149377" y="89471"/>
                </a:lnTo>
                <a:lnTo>
                  <a:pt x="153644" y="95529"/>
                </a:lnTo>
                <a:lnTo>
                  <a:pt x="156514" y="97853"/>
                </a:lnTo>
                <a:lnTo>
                  <a:pt x="163880" y="101117"/>
                </a:lnTo>
                <a:lnTo>
                  <a:pt x="164045" y="101117"/>
                </a:lnTo>
                <a:lnTo>
                  <a:pt x="167767" y="101854"/>
                </a:lnTo>
                <a:lnTo>
                  <a:pt x="176479" y="101854"/>
                </a:lnTo>
                <a:lnTo>
                  <a:pt x="180263" y="101117"/>
                </a:lnTo>
                <a:lnTo>
                  <a:pt x="186804" y="98132"/>
                </a:lnTo>
                <a:lnTo>
                  <a:pt x="189433" y="96088"/>
                </a:lnTo>
                <a:lnTo>
                  <a:pt x="193408" y="90868"/>
                </a:lnTo>
                <a:lnTo>
                  <a:pt x="193700" y="90182"/>
                </a:lnTo>
                <a:lnTo>
                  <a:pt x="193865" y="90868"/>
                </a:lnTo>
                <a:lnTo>
                  <a:pt x="193916" y="91046"/>
                </a:lnTo>
                <a:lnTo>
                  <a:pt x="196532" y="95885"/>
                </a:lnTo>
                <a:lnTo>
                  <a:pt x="198678" y="97853"/>
                </a:lnTo>
                <a:lnTo>
                  <a:pt x="203669" y="100342"/>
                </a:lnTo>
                <a:lnTo>
                  <a:pt x="204025" y="100342"/>
                </a:lnTo>
                <a:lnTo>
                  <a:pt x="206451" y="100850"/>
                </a:lnTo>
                <a:lnTo>
                  <a:pt x="212039" y="100850"/>
                </a:lnTo>
                <a:lnTo>
                  <a:pt x="216001" y="100342"/>
                </a:lnTo>
                <a:lnTo>
                  <a:pt x="216535" y="100342"/>
                </a:lnTo>
                <a:lnTo>
                  <a:pt x="216535" y="86677"/>
                </a:lnTo>
                <a:close/>
              </a:path>
              <a:path w="765810" h="115570">
                <a:moveTo>
                  <a:pt x="293535" y="28613"/>
                </a:moveTo>
                <a:lnTo>
                  <a:pt x="267017" y="28613"/>
                </a:lnTo>
                <a:lnTo>
                  <a:pt x="267017" y="11798"/>
                </a:lnTo>
                <a:lnTo>
                  <a:pt x="248881" y="11798"/>
                </a:lnTo>
                <a:lnTo>
                  <a:pt x="248881" y="28613"/>
                </a:lnTo>
                <a:lnTo>
                  <a:pt x="228307" y="28613"/>
                </a:lnTo>
                <a:lnTo>
                  <a:pt x="228307" y="42989"/>
                </a:lnTo>
                <a:lnTo>
                  <a:pt x="248881" y="42989"/>
                </a:lnTo>
                <a:lnTo>
                  <a:pt x="248881" y="85458"/>
                </a:lnTo>
                <a:lnTo>
                  <a:pt x="250786" y="91097"/>
                </a:lnTo>
                <a:lnTo>
                  <a:pt x="258356" y="98425"/>
                </a:lnTo>
                <a:lnTo>
                  <a:pt x="264274" y="100253"/>
                </a:lnTo>
                <a:lnTo>
                  <a:pt x="293535" y="100253"/>
                </a:lnTo>
                <a:lnTo>
                  <a:pt x="293535" y="85877"/>
                </a:lnTo>
                <a:lnTo>
                  <a:pt x="273405" y="85877"/>
                </a:lnTo>
                <a:lnTo>
                  <a:pt x="271005" y="85064"/>
                </a:lnTo>
                <a:lnTo>
                  <a:pt x="267804" y="81838"/>
                </a:lnTo>
                <a:lnTo>
                  <a:pt x="267017" y="79387"/>
                </a:lnTo>
                <a:lnTo>
                  <a:pt x="267017" y="42989"/>
                </a:lnTo>
                <a:lnTo>
                  <a:pt x="293535" y="42989"/>
                </a:lnTo>
                <a:lnTo>
                  <a:pt x="293535" y="28613"/>
                </a:lnTo>
                <a:close/>
              </a:path>
              <a:path w="765810" h="115570">
                <a:moveTo>
                  <a:pt x="378066" y="28613"/>
                </a:moveTo>
                <a:lnTo>
                  <a:pt x="358863" y="28613"/>
                </a:lnTo>
                <a:lnTo>
                  <a:pt x="342722" y="80416"/>
                </a:lnTo>
                <a:lnTo>
                  <a:pt x="326580" y="28613"/>
                </a:lnTo>
                <a:lnTo>
                  <a:pt x="307378" y="28613"/>
                </a:lnTo>
                <a:lnTo>
                  <a:pt x="331711" y="100253"/>
                </a:lnTo>
                <a:lnTo>
                  <a:pt x="353733" y="100253"/>
                </a:lnTo>
                <a:lnTo>
                  <a:pt x="378066" y="28613"/>
                </a:lnTo>
                <a:close/>
              </a:path>
              <a:path w="765810" h="115570">
                <a:moveTo>
                  <a:pt x="456603" y="83096"/>
                </a:moveTo>
                <a:lnTo>
                  <a:pt x="435483" y="83096"/>
                </a:lnTo>
                <a:lnTo>
                  <a:pt x="435483" y="5346"/>
                </a:lnTo>
                <a:lnTo>
                  <a:pt x="418909" y="5346"/>
                </a:lnTo>
                <a:lnTo>
                  <a:pt x="418909" y="9448"/>
                </a:lnTo>
                <a:lnTo>
                  <a:pt x="418388" y="12725"/>
                </a:lnTo>
                <a:lnTo>
                  <a:pt x="416306" y="17653"/>
                </a:lnTo>
                <a:lnTo>
                  <a:pt x="414667" y="19418"/>
                </a:lnTo>
                <a:lnTo>
                  <a:pt x="410171" y="21590"/>
                </a:lnTo>
                <a:lnTo>
                  <a:pt x="407250" y="22136"/>
                </a:lnTo>
                <a:lnTo>
                  <a:pt x="393192" y="22136"/>
                </a:lnTo>
                <a:lnTo>
                  <a:pt x="393192" y="37960"/>
                </a:lnTo>
                <a:lnTo>
                  <a:pt x="416445" y="37960"/>
                </a:lnTo>
                <a:lnTo>
                  <a:pt x="416445" y="83096"/>
                </a:lnTo>
                <a:lnTo>
                  <a:pt x="389242" y="83096"/>
                </a:lnTo>
                <a:lnTo>
                  <a:pt x="389242" y="100253"/>
                </a:lnTo>
                <a:lnTo>
                  <a:pt x="416445" y="100253"/>
                </a:lnTo>
                <a:lnTo>
                  <a:pt x="435483" y="100253"/>
                </a:lnTo>
                <a:lnTo>
                  <a:pt x="456603" y="100253"/>
                </a:lnTo>
                <a:lnTo>
                  <a:pt x="456603" y="83096"/>
                </a:lnTo>
                <a:close/>
              </a:path>
              <a:path w="765810" h="115570">
                <a:moveTo>
                  <a:pt x="531672" y="0"/>
                </a:moveTo>
                <a:lnTo>
                  <a:pt x="514565" y="0"/>
                </a:lnTo>
                <a:lnTo>
                  <a:pt x="474573" y="114960"/>
                </a:lnTo>
                <a:lnTo>
                  <a:pt x="491680" y="114960"/>
                </a:lnTo>
                <a:lnTo>
                  <a:pt x="531672" y="0"/>
                </a:lnTo>
                <a:close/>
              </a:path>
              <a:path w="765810" h="115570">
                <a:moveTo>
                  <a:pt x="618667" y="28613"/>
                </a:moveTo>
                <a:lnTo>
                  <a:pt x="599465" y="28613"/>
                </a:lnTo>
                <a:lnTo>
                  <a:pt x="583323" y="80416"/>
                </a:lnTo>
                <a:lnTo>
                  <a:pt x="567169" y="28613"/>
                </a:lnTo>
                <a:lnTo>
                  <a:pt x="547979" y="28613"/>
                </a:lnTo>
                <a:lnTo>
                  <a:pt x="572300" y="100253"/>
                </a:lnTo>
                <a:lnTo>
                  <a:pt x="594334" y="100253"/>
                </a:lnTo>
                <a:lnTo>
                  <a:pt x="618667" y="28613"/>
                </a:lnTo>
                <a:close/>
              </a:path>
              <a:path w="765810" h="115570">
                <a:moveTo>
                  <a:pt x="697738" y="83096"/>
                </a:moveTo>
                <a:lnTo>
                  <a:pt x="651090" y="83096"/>
                </a:lnTo>
                <a:lnTo>
                  <a:pt x="651268" y="81483"/>
                </a:lnTo>
                <a:lnTo>
                  <a:pt x="678776" y="60845"/>
                </a:lnTo>
                <a:lnTo>
                  <a:pt x="683742" y="57607"/>
                </a:lnTo>
                <a:lnTo>
                  <a:pt x="691045" y="51498"/>
                </a:lnTo>
                <a:lnTo>
                  <a:pt x="693674" y="48145"/>
                </a:lnTo>
                <a:lnTo>
                  <a:pt x="696887" y="40830"/>
                </a:lnTo>
                <a:lnTo>
                  <a:pt x="697687" y="36474"/>
                </a:lnTo>
                <a:lnTo>
                  <a:pt x="697687" y="25742"/>
                </a:lnTo>
                <a:lnTo>
                  <a:pt x="672642" y="3213"/>
                </a:lnTo>
                <a:lnTo>
                  <a:pt x="665556" y="3213"/>
                </a:lnTo>
                <a:lnTo>
                  <a:pt x="630631" y="24955"/>
                </a:lnTo>
                <a:lnTo>
                  <a:pt x="629678" y="34645"/>
                </a:lnTo>
                <a:lnTo>
                  <a:pt x="649401" y="35775"/>
                </a:lnTo>
                <a:lnTo>
                  <a:pt x="650227" y="30695"/>
                </a:lnTo>
                <a:lnTo>
                  <a:pt x="651865" y="26809"/>
                </a:lnTo>
                <a:lnTo>
                  <a:pt x="656780" y="21399"/>
                </a:lnTo>
                <a:lnTo>
                  <a:pt x="660412" y="20053"/>
                </a:lnTo>
                <a:lnTo>
                  <a:pt x="668083" y="20053"/>
                </a:lnTo>
                <a:lnTo>
                  <a:pt x="678116" y="29908"/>
                </a:lnTo>
                <a:lnTo>
                  <a:pt x="678116" y="35344"/>
                </a:lnTo>
                <a:lnTo>
                  <a:pt x="654773" y="54508"/>
                </a:lnTo>
                <a:lnTo>
                  <a:pt x="647865" y="59194"/>
                </a:lnTo>
                <a:lnTo>
                  <a:pt x="637844" y="68834"/>
                </a:lnTo>
                <a:lnTo>
                  <a:pt x="634339" y="74155"/>
                </a:lnTo>
                <a:lnTo>
                  <a:pt x="630313" y="85801"/>
                </a:lnTo>
                <a:lnTo>
                  <a:pt x="629297" y="92557"/>
                </a:lnTo>
                <a:lnTo>
                  <a:pt x="629297" y="100253"/>
                </a:lnTo>
                <a:lnTo>
                  <a:pt x="697738" y="100253"/>
                </a:lnTo>
                <a:lnTo>
                  <a:pt x="697738" y="83096"/>
                </a:lnTo>
                <a:close/>
              </a:path>
              <a:path w="765810" h="115570">
                <a:moveTo>
                  <a:pt x="765644" y="51028"/>
                </a:moveTo>
                <a:lnTo>
                  <a:pt x="751878" y="12573"/>
                </a:lnTo>
                <a:lnTo>
                  <a:pt x="740079" y="0"/>
                </a:lnTo>
                <a:lnTo>
                  <a:pt x="721804" y="0"/>
                </a:lnTo>
                <a:lnTo>
                  <a:pt x="728052" y="6337"/>
                </a:lnTo>
                <a:lnTo>
                  <a:pt x="732917" y="12700"/>
                </a:lnTo>
                <a:lnTo>
                  <a:pt x="739876" y="25539"/>
                </a:lnTo>
                <a:lnTo>
                  <a:pt x="742327" y="31927"/>
                </a:lnTo>
                <a:lnTo>
                  <a:pt x="745197" y="44678"/>
                </a:lnTo>
                <a:lnTo>
                  <a:pt x="745909" y="51066"/>
                </a:lnTo>
                <a:lnTo>
                  <a:pt x="745909" y="63893"/>
                </a:lnTo>
                <a:lnTo>
                  <a:pt x="732917" y="102146"/>
                </a:lnTo>
                <a:lnTo>
                  <a:pt x="721804" y="114960"/>
                </a:lnTo>
                <a:lnTo>
                  <a:pt x="740079" y="114960"/>
                </a:lnTo>
                <a:lnTo>
                  <a:pt x="761898" y="83248"/>
                </a:lnTo>
                <a:lnTo>
                  <a:pt x="765644" y="63931"/>
                </a:lnTo>
                <a:lnTo>
                  <a:pt x="765644" y="51028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4" name="object 174"/>
          <p:cNvGrpSpPr/>
          <p:nvPr/>
        </p:nvGrpSpPr>
        <p:grpSpPr>
          <a:xfrm>
            <a:off x="804236" y="4394376"/>
            <a:ext cx="3465829" cy="388620"/>
            <a:chOff x="804236" y="4394376"/>
            <a:chExt cx="3465829" cy="388620"/>
          </a:xfrm>
        </p:grpSpPr>
        <p:pic>
          <p:nvPicPr>
            <p:cNvPr id="175" name="object 17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810919" y="4396046"/>
              <a:ext cx="582569" cy="80535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876922" y="4396158"/>
              <a:ext cx="123643" cy="79086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2499371" y="446165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2616553" y="4396158"/>
              <a:ext cx="181566" cy="80424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2818169" y="4396158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89" h="79375">
                  <a:moveTo>
                    <a:pt x="9357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7" y="79086"/>
                  </a:lnTo>
                  <a:lnTo>
                    <a:pt x="9471" y="38058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7" y="33083"/>
                  </a:lnTo>
                  <a:lnTo>
                    <a:pt x="8243" y="32859"/>
                  </a:lnTo>
                  <a:lnTo>
                    <a:pt x="8985" y="29592"/>
                  </a:lnTo>
                  <a:lnTo>
                    <a:pt x="9357" y="28804"/>
                  </a:lnTo>
                  <a:lnTo>
                    <a:pt x="9357" y="0"/>
                  </a:lnTo>
                  <a:close/>
                </a:path>
                <a:path w="46989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4" y="79086"/>
                  </a:lnTo>
                  <a:lnTo>
                    <a:pt x="46784" y="36722"/>
                  </a:lnTo>
                  <a:lnTo>
                    <a:pt x="46070" y="33083"/>
                  </a:lnTo>
                  <a:lnTo>
                    <a:pt x="46027" y="32859"/>
                  </a:lnTo>
                  <a:lnTo>
                    <a:pt x="43371" y="26957"/>
                  </a:lnTo>
                  <a:close/>
                </a:path>
                <a:path w="46989" h="79375">
                  <a:moveTo>
                    <a:pt x="9357" y="28804"/>
                  </a:moveTo>
                  <a:lnTo>
                    <a:pt x="8985" y="29592"/>
                  </a:lnTo>
                  <a:lnTo>
                    <a:pt x="8243" y="32859"/>
                  </a:lnTo>
                  <a:lnTo>
                    <a:pt x="9357" y="33083"/>
                  </a:lnTo>
                  <a:lnTo>
                    <a:pt x="9357" y="28804"/>
                  </a:lnTo>
                  <a:close/>
                </a:path>
                <a:path w="46989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29" y="26957"/>
                  </a:lnTo>
                  <a:lnTo>
                    <a:pt x="9357" y="28804"/>
                  </a:lnTo>
                  <a:lnTo>
                    <a:pt x="9357" y="33083"/>
                  </a:lnTo>
                  <a:lnTo>
                    <a:pt x="11885" y="33083"/>
                  </a:lnTo>
                  <a:lnTo>
                    <a:pt x="16504" y="28404"/>
                  </a:lnTo>
                  <a:lnTo>
                    <a:pt x="20309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50" y="23448"/>
                  </a:lnTo>
                  <a:lnTo>
                    <a:pt x="34884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2946267" y="4396158"/>
              <a:ext cx="321918" cy="80424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347718" y="4396158"/>
              <a:ext cx="184461" cy="80424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614609" y="4394376"/>
              <a:ext cx="323030" cy="82205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804236" y="4540854"/>
              <a:ext cx="189363" cy="79198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1013649" y="4540964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6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9356" y="79087"/>
                  </a:lnTo>
                  <a:lnTo>
                    <a:pt x="9470" y="38059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6" y="33083"/>
                  </a:lnTo>
                  <a:lnTo>
                    <a:pt x="8242" y="32861"/>
                  </a:lnTo>
                  <a:lnTo>
                    <a:pt x="8985" y="29593"/>
                  </a:lnTo>
                  <a:lnTo>
                    <a:pt x="9356" y="28807"/>
                  </a:lnTo>
                  <a:lnTo>
                    <a:pt x="9356" y="0"/>
                  </a:lnTo>
                  <a:close/>
                </a:path>
                <a:path w="46990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6" y="28404"/>
                  </a:lnTo>
                  <a:lnTo>
                    <a:pt x="36406" y="33826"/>
                  </a:lnTo>
                  <a:lnTo>
                    <a:pt x="37427" y="38059"/>
                  </a:lnTo>
                  <a:lnTo>
                    <a:pt x="37427" y="79087"/>
                  </a:lnTo>
                  <a:lnTo>
                    <a:pt x="46783" y="79087"/>
                  </a:lnTo>
                  <a:lnTo>
                    <a:pt x="46783" y="36722"/>
                  </a:lnTo>
                  <a:lnTo>
                    <a:pt x="46070" y="33083"/>
                  </a:lnTo>
                  <a:lnTo>
                    <a:pt x="46026" y="32861"/>
                  </a:lnTo>
                  <a:lnTo>
                    <a:pt x="43371" y="26957"/>
                  </a:lnTo>
                  <a:close/>
                </a:path>
                <a:path w="46990" h="79375">
                  <a:moveTo>
                    <a:pt x="9356" y="28807"/>
                  </a:moveTo>
                  <a:lnTo>
                    <a:pt x="8985" y="29593"/>
                  </a:lnTo>
                  <a:lnTo>
                    <a:pt x="8242" y="32861"/>
                  </a:lnTo>
                  <a:lnTo>
                    <a:pt x="9356" y="33083"/>
                  </a:lnTo>
                  <a:lnTo>
                    <a:pt x="9356" y="28807"/>
                  </a:lnTo>
                  <a:close/>
                </a:path>
                <a:path w="46990" h="79375">
                  <a:moveTo>
                    <a:pt x="31300" y="18714"/>
                  </a:moveTo>
                  <a:lnTo>
                    <a:pt x="24023" y="18714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30" y="26957"/>
                  </a:lnTo>
                  <a:lnTo>
                    <a:pt x="9356" y="28807"/>
                  </a:lnTo>
                  <a:lnTo>
                    <a:pt x="9356" y="33083"/>
                  </a:lnTo>
                  <a:lnTo>
                    <a:pt x="11885" y="33083"/>
                  </a:lnTo>
                  <a:lnTo>
                    <a:pt x="16504" y="28404"/>
                  </a:lnTo>
                  <a:lnTo>
                    <a:pt x="20310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50" y="23448"/>
                  </a:lnTo>
                  <a:lnTo>
                    <a:pt x="34883" y="19660"/>
                  </a:lnTo>
                  <a:lnTo>
                    <a:pt x="31300" y="1871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5" name="object 185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812033" y="4394376"/>
              <a:ext cx="2921762" cy="38852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3769441" y="4606462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6014" y="13590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6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880831" y="4540854"/>
              <a:ext cx="388750" cy="97242"/>
            </a:xfrm>
            <a:prstGeom prst="rect">
              <a:avLst/>
            </a:prstGeom>
          </p:spPr>
        </p:pic>
      </p:grpSp>
      <p:sp>
        <p:nvSpPr>
          <p:cNvPr id="188" name="object 188"/>
          <p:cNvSpPr/>
          <p:nvPr/>
        </p:nvSpPr>
        <p:spPr>
          <a:xfrm>
            <a:off x="4014571" y="4396168"/>
            <a:ext cx="260985" cy="80645"/>
          </a:xfrm>
          <a:custGeom>
            <a:avLst/>
            <a:gdLst/>
            <a:ahLst/>
            <a:cxnLst/>
            <a:rect l="l" t="t" r="r" b="b"/>
            <a:pathLst>
              <a:path w="260985" h="80645">
                <a:moveTo>
                  <a:pt x="52273" y="0"/>
                </a:moveTo>
                <a:lnTo>
                  <a:pt x="42913" y="0"/>
                </a:lnTo>
                <a:lnTo>
                  <a:pt x="42913" y="28041"/>
                </a:lnTo>
                <a:lnTo>
                  <a:pt x="42913" y="44958"/>
                </a:lnTo>
                <a:lnTo>
                  <a:pt x="42913" y="54025"/>
                </a:lnTo>
                <a:lnTo>
                  <a:pt x="42227" y="57899"/>
                </a:lnTo>
                <a:lnTo>
                  <a:pt x="29324" y="71513"/>
                </a:lnTo>
                <a:lnTo>
                  <a:pt x="20789" y="71513"/>
                </a:lnTo>
                <a:lnTo>
                  <a:pt x="16865" y="69545"/>
                </a:lnTo>
                <a:lnTo>
                  <a:pt x="11150" y="61671"/>
                </a:lnTo>
                <a:lnTo>
                  <a:pt x="9728" y="56324"/>
                </a:lnTo>
                <a:lnTo>
                  <a:pt x="9728" y="42735"/>
                </a:lnTo>
                <a:lnTo>
                  <a:pt x="11036" y="37795"/>
                </a:lnTo>
                <a:lnTo>
                  <a:pt x="11150" y="37363"/>
                </a:lnTo>
                <a:lnTo>
                  <a:pt x="16865" y="29565"/>
                </a:lnTo>
                <a:lnTo>
                  <a:pt x="20713" y="27622"/>
                </a:lnTo>
                <a:lnTo>
                  <a:pt x="29184" y="27622"/>
                </a:lnTo>
                <a:lnTo>
                  <a:pt x="32626" y="28587"/>
                </a:lnTo>
                <a:lnTo>
                  <a:pt x="32435" y="28587"/>
                </a:lnTo>
                <a:lnTo>
                  <a:pt x="37503" y="31978"/>
                </a:lnTo>
                <a:lnTo>
                  <a:pt x="39484" y="34493"/>
                </a:lnTo>
                <a:lnTo>
                  <a:pt x="42227" y="41021"/>
                </a:lnTo>
                <a:lnTo>
                  <a:pt x="42913" y="44958"/>
                </a:lnTo>
                <a:lnTo>
                  <a:pt x="42913" y="28041"/>
                </a:lnTo>
                <a:lnTo>
                  <a:pt x="42633" y="27622"/>
                </a:lnTo>
                <a:lnTo>
                  <a:pt x="42049" y="26733"/>
                </a:lnTo>
                <a:lnTo>
                  <a:pt x="38557" y="23164"/>
                </a:lnTo>
                <a:lnTo>
                  <a:pt x="36398" y="21678"/>
                </a:lnTo>
                <a:lnTo>
                  <a:pt x="31280" y="19304"/>
                </a:lnTo>
                <a:lnTo>
                  <a:pt x="28397" y="18707"/>
                </a:lnTo>
                <a:lnTo>
                  <a:pt x="20015" y="18707"/>
                </a:lnTo>
                <a:lnTo>
                  <a:pt x="0" y="56324"/>
                </a:lnTo>
                <a:lnTo>
                  <a:pt x="939" y="61328"/>
                </a:lnTo>
                <a:lnTo>
                  <a:pt x="20015" y="80416"/>
                </a:lnTo>
                <a:lnTo>
                  <a:pt x="28321" y="80416"/>
                </a:lnTo>
                <a:lnTo>
                  <a:pt x="42938" y="71513"/>
                </a:lnTo>
                <a:lnTo>
                  <a:pt x="43459" y="70650"/>
                </a:lnTo>
                <a:lnTo>
                  <a:pt x="43497" y="71513"/>
                </a:lnTo>
                <a:lnTo>
                  <a:pt x="43599" y="74104"/>
                </a:lnTo>
                <a:lnTo>
                  <a:pt x="43688" y="76314"/>
                </a:lnTo>
                <a:lnTo>
                  <a:pt x="43815" y="79159"/>
                </a:lnTo>
                <a:lnTo>
                  <a:pt x="52273" y="79159"/>
                </a:lnTo>
                <a:lnTo>
                  <a:pt x="52273" y="65709"/>
                </a:lnTo>
                <a:lnTo>
                  <a:pt x="52273" y="32740"/>
                </a:lnTo>
                <a:lnTo>
                  <a:pt x="52273" y="0"/>
                </a:lnTo>
                <a:close/>
              </a:path>
              <a:path w="260985" h="80645">
                <a:moveTo>
                  <a:pt x="122453" y="20040"/>
                </a:moveTo>
                <a:lnTo>
                  <a:pt x="106083" y="20040"/>
                </a:lnTo>
                <a:lnTo>
                  <a:pt x="102692" y="21285"/>
                </a:lnTo>
                <a:lnTo>
                  <a:pt x="97650" y="26263"/>
                </a:lnTo>
                <a:lnTo>
                  <a:pt x="96088" y="30073"/>
                </a:lnTo>
                <a:lnTo>
                  <a:pt x="96139" y="31394"/>
                </a:lnTo>
                <a:lnTo>
                  <a:pt x="96062" y="30238"/>
                </a:lnTo>
                <a:lnTo>
                  <a:pt x="95961" y="28282"/>
                </a:lnTo>
                <a:lnTo>
                  <a:pt x="95707" y="23723"/>
                </a:lnTo>
                <a:lnTo>
                  <a:pt x="95567" y="21285"/>
                </a:lnTo>
                <a:lnTo>
                  <a:pt x="95491" y="20040"/>
                </a:lnTo>
                <a:lnTo>
                  <a:pt x="72326" y="20040"/>
                </a:lnTo>
                <a:lnTo>
                  <a:pt x="72326" y="28282"/>
                </a:lnTo>
                <a:lnTo>
                  <a:pt x="87693" y="28282"/>
                </a:lnTo>
                <a:lnTo>
                  <a:pt x="87693" y="70840"/>
                </a:lnTo>
                <a:lnTo>
                  <a:pt x="72326" y="70840"/>
                </a:lnTo>
                <a:lnTo>
                  <a:pt x="72326" y="79082"/>
                </a:lnTo>
                <a:lnTo>
                  <a:pt x="115773" y="79082"/>
                </a:lnTo>
                <a:lnTo>
                  <a:pt x="115773" y="75298"/>
                </a:lnTo>
                <a:lnTo>
                  <a:pt x="115773" y="70840"/>
                </a:lnTo>
                <a:lnTo>
                  <a:pt x="97053" y="70840"/>
                </a:lnTo>
                <a:lnTo>
                  <a:pt x="97053" y="40170"/>
                </a:lnTo>
                <a:lnTo>
                  <a:pt x="97574" y="37439"/>
                </a:lnTo>
                <a:lnTo>
                  <a:pt x="98323" y="35864"/>
                </a:lnTo>
                <a:lnTo>
                  <a:pt x="99656" y="33058"/>
                </a:lnTo>
                <a:lnTo>
                  <a:pt x="101155" y="31394"/>
                </a:lnTo>
                <a:lnTo>
                  <a:pt x="105092" y="29083"/>
                </a:lnTo>
                <a:lnTo>
                  <a:pt x="107530" y="28511"/>
                </a:lnTo>
                <a:lnTo>
                  <a:pt x="122453" y="28511"/>
                </a:lnTo>
                <a:lnTo>
                  <a:pt x="122453" y="20040"/>
                </a:lnTo>
                <a:close/>
              </a:path>
              <a:path w="260985" h="80645">
                <a:moveTo>
                  <a:pt x="188950" y="43065"/>
                </a:moveTo>
                <a:lnTo>
                  <a:pt x="188087" y="38722"/>
                </a:lnTo>
                <a:lnTo>
                  <a:pt x="188048" y="38493"/>
                </a:lnTo>
                <a:lnTo>
                  <a:pt x="187921" y="37909"/>
                </a:lnTo>
                <a:lnTo>
                  <a:pt x="178701" y="23761"/>
                </a:lnTo>
                <a:lnTo>
                  <a:pt x="178701" y="44221"/>
                </a:lnTo>
                <a:lnTo>
                  <a:pt x="145948" y="44221"/>
                </a:lnTo>
                <a:lnTo>
                  <a:pt x="146773" y="38722"/>
                </a:lnTo>
                <a:lnTo>
                  <a:pt x="148640" y="34582"/>
                </a:lnTo>
                <a:lnTo>
                  <a:pt x="154508" y="29006"/>
                </a:lnTo>
                <a:lnTo>
                  <a:pt x="158242" y="27622"/>
                </a:lnTo>
                <a:lnTo>
                  <a:pt x="167157" y="27622"/>
                </a:lnTo>
                <a:lnTo>
                  <a:pt x="178701" y="44221"/>
                </a:lnTo>
                <a:lnTo>
                  <a:pt x="178701" y="23761"/>
                </a:lnTo>
                <a:lnTo>
                  <a:pt x="172554" y="19989"/>
                </a:lnTo>
                <a:lnTo>
                  <a:pt x="172707" y="19989"/>
                </a:lnTo>
                <a:lnTo>
                  <a:pt x="167894" y="18707"/>
                </a:lnTo>
                <a:lnTo>
                  <a:pt x="157353" y="18707"/>
                </a:lnTo>
                <a:lnTo>
                  <a:pt x="152654" y="19989"/>
                </a:lnTo>
                <a:lnTo>
                  <a:pt x="136156" y="55803"/>
                </a:lnTo>
                <a:lnTo>
                  <a:pt x="137248" y="61239"/>
                </a:lnTo>
                <a:lnTo>
                  <a:pt x="157645" y="80416"/>
                </a:lnTo>
                <a:lnTo>
                  <a:pt x="169456" y="80416"/>
                </a:lnTo>
                <a:lnTo>
                  <a:pt x="187947" y="62369"/>
                </a:lnTo>
                <a:lnTo>
                  <a:pt x="177927" y="61595"/>
                </a:lnTo>
                <a:lnTo>
                  <a:pt x="176961" y="64566"/>
                </a:lnTo>
                <a:lnTo>
                  <a:pt x="175234" y="66954"/>
                </a:lnTo>
                <a:lnTo>
                  <a:pt x="170256" y="70599"/>
                </a:lnTo>
                <a:lnTo>
                  <a:pt x="167081" y="71513"/>
                </a:lnTo>
                <a:lnTo>
                  <a:pt x="158102" y="71513"/>
                </a:lnTo>
                <a:lnTo>
                  <a:pt x="154025" y="69913"/>
                </a:lnTo>
                <a:lnTo>
                  <a:pt x="148018" y="63525"/>
                </a:lnTo>
                <a:lnTo>
                  <a:pt x="146329" y="58775"/>
                </a:lnTo>
                <a:lnTo>
                  <a:pt x="145948" y="52463"/>
                </a:lnTo>
                <a:lnTo>
                  <a:pt x="188950" y="52463"/>
                </a:lnTo>
                <a:lnTo>
                  <a:pt x="188950" y="44221"/>
                </a:lnTo>
                <a:lnTo>
                  <a:pt x="188950" y="43065"/>
                </a:lnTo>
                <a:close/>
              </a:path>
              <a:path w="260985" h="80645">
                <a:moveTo>
                  <a:pt x="260578" y="20040"/>
                </a:moveTo>
                <a:lnTo>
                  <a:pt x="250329" y="20040"/>
                </a:lnTo>
                <a:lnTo>
                  <a:pt x="242646" y="69278"/>
                </a:lnTo>
                <a:lnTo>
                  <a:pt x="233946" y="28282"/>
                </a:lnTo>
                <a:lnTo>
                  <a:pt x="224815" y="28282"/>
                </a:lnTo>
                <a:lnTo>
                  <a:pt x="216128" y="69278"/>
                </a:lnTo>
                <a:lnTo>
                  <a:pt x="208445" y="20040"/>
                </a:lnTo>
                <a:lnTo>
                  <a:pt x="198196" y="20040"/>
                </a:lnTo>
                <a:lnTo>
                  <a:pt x="209892" y="79082"/>
                </a:lnTo>
                <a:lnTo>
                  <a:pt x="221589" y="79082"/>
                </a:lnTo>
                <a:lnTo>
                  <a:pt x="229387" y="41884"/>
                </a:lnTo>
                <a:lnTo>
                  <a:pt x="237185" y="79082"/>
                </a:lnTo>
                <a:lnTo>
                  <a:pt x="248996" y="79082"/>
                </a:lnTo>
                <a:lnTo>
                  <a:pt x="260578" y="2004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9" name="object 189"/>
          <p:cNvGrpSpPr/>
          <p:nvPr/>
        </p:nvGrpSpPr>
        <p:grpSpPr>
          <a:xfrm>
            <a:off x="4347109" y="4396158"/>
            <a:ext cx="1592580" cy="240665"/>
            <a:chOff x="4347109" y="4396158"/>
            <a:chExt cx="1592580" cy="240665"/>
          </a:xfrm>
        </p:grpSpPr>
        <p:sp>
          <p:nvSpPr>
            <p:cNvPr id="190" name="object 190"/>
            <p:cNvSpPr/>
            <p:nvPr/>
          </p:nvSpPr>
          <p:spPr>
            <a:xfrm>
              <a:off x="5690921" y="4414875"/>
              <a:ext cx="248920" cy="62230"/>
            </a:xfrm>
            <a:custGeom>
              <a:avLst/>
              <a:gdLst/>
              <a:ahLst/>
              <a:cxnLst/>
              <a:rect l="l" t="t" r="r" b="b"/>
              <a:pathLst>
                <a:path w="248920" h="62229">
                  <a:moveTo>
                    <a:pt x="50114" y="1333"/>
                  </a:moveTo>
                  <a:lnTo>
                    <a:pt x="33743" y="1333"/>
                  </a:lnTo>
                  <a:lnTo>
                    <a:pt x="30365" y="2578"/>
                  </a:lnTo>
                  <a:lnTo>
                    <a:pt x="25311" y="7556"/>
                  </a:lnTo>
                  <a:lnTo>
                    <a:pt x="23761" y="11366"/>
                  </a:lnTo>
                  <a:lnTo>
                    <a:pt x="23799" y="12687"/>
                  </a:lnTo>
                  <a:lnTo>
                    <a:pt x="23736" y="11531"/>
                  </a:lnTo>
                  <a:lnTo>
                    <a:pt x="23622" y="9575"/>
                  </a:lnTo>
                  <a:lnTo>
                    <a:pt x="23368" y="5016"/>
                  </a:lnTo>
                  <a:lnTo>
                    <a:pt x="23228" y="2578"/>
                  </a:lnTo>
                  <a:lnTo>
                    <a:pt x="23164" y="1333"/>
                  </a:lnTo>
                  <a:lnTo>
                    <a:pt x="0" y="1333"/>
                  </a:lnTo>
                  <a:lnTo>
                    <a:pt x="0" y="9575"/>
                  </a:lnTo>
                  <a:lnTo>
                    <a:pt x="15367" y="9575"/>
                  </a:lnTo>
                  <a:lnTo>
                    <a:pt x="15367" y="52133"/>
                  </a:lnTo>
                  <a:lnTo>
                    <a:pt x="0" y="52133"/>
                  </a:lnTo>
                  <a:lnTo>
                    <a:pt x="0" y="60375"/>
                  </a:lnTo>
                  <a:lnTo>
                    <a:pt x="43434" y="60375"/>
                  </a:lnTo>
                  <a:lnTo>
                    <a:pt x="43434" y="56591"/>
                  </a:lnTo>
                  <a:lnTo>
                    <a:pt x="43434" y="52133"/>
                  </a:lnTo>
                  <a:lnTo>
                    <a:pt x="24726" y="52133"/>
                  </a:lnTo>
                  <a:lnTo>
                    <a:pt x="24726" y="21463"/>
                  </a:lnTo>
                  <a:lnTo>
                    <a:pt x="25247" y="18732"/>
                  </a:lnTo>
                  <a:lnTo>
                    <a:pt x="25996" y="17157"/>
                  </a:lnTo>
                  <a:lnTo>
                    <a:pt x="27317" y="14351"/>
                  </a:lnTo>
                  <a:lnTo>
                    <a:pt x="28829" y="12687"/>
                  </a:lnTo>
                  <a:lnTo>
                    <a:pt x="32766" y="10375"/>
                  </a:lnTo>
                  <a:lnTo>
                    <a:pt x="35191" y="9804"/>
                  </a:lnTo>
                  <a:lnTo>
                    <a:pt x="50114" y="9804"/>
                  </a:lnTo>
                  <a:lnTo>
                    <a:pt x="50114" y="1333"/>
                  </a:lnTo>
                  <a:close/>
                </a:path>
                <a:path w="248920" h="62229">
                  <a:moveTo>
                    <a:pt x="117068" y="24028"/>
                  </a:moveTo>
                  <a:lnTo>
                    <a:pt x="116065" y="19088"/>
                  </a:lnTo>
                  <a:lnTo>
                    <a:pt x="111607" y="9880"/>
                  </a:lnTo>
                  <a:lnTo>
                    <a:pt x="110756" y="8915"/>
                  </a:lnTo>
                  <a:lnTo>
                    <a:pt x="108470" y="6311"/>
                  </a:lnTo>
                  <a:lnTo>
                    <a:pt x="107378" y="5638"/>
                  </a:lnTo>
                  <a:lnTo>
                    <a:pt x="107378" y="24028"/>
                  </a:lnTo>
                  <a:lnTo>
                    <a:pt x="107378" y="37693"/>
                  </a:lnTo>
                  <a:lnTo>
                    <a:pt x="105867" y="43053"/>
                  </a:lnTo>
                  <a:lnTo>
                    <a:pt x="99860" y="50850"/>
                  </a:lnTo>
                  <a:lnTo>
                    <a:pt x="95643" y="52806"/>
                  </a:lnTo>
                  <a:lnTo>
                    <a:pt x="84797" y="52806"/>
                  </a:lnTo>
                  <a:lnTo>
                    <a:pt x="80581" y="50850"/>
                  </a:lnTo>
                  <a:lnTo>
                    <a:pt x="74574" y="43053"/>
                  </a:lnTo>
                  <a:lnTo>
                    <a:pt x="73063" y="37693"/>
                  </a:lnTo>
                  <a:lnTo>
                    <a:pt x="73063" y="24028"/>
                  </a:lnTo>
                  <a:lnTo>
                    <a:pt x="74447" y="19088"/>
                  </a:lnTo>
                  <a:lnTo>
                    <a:pt x="74574" y="18656"/>
                  </a:lnTo>
                  <a:lnTo>
                    <a:pt x="80581" y="10858"/>
                  </a:lnTo>
                  <a:lnTo>
                    <a:pt x="84797" y="8915"/>
                  </a:lnTo>
                  <a:lnTo>
                    <a:pt x="95643" y="8915"/>
                  </a:lnTo>
                  <a:lnTo>
                    <a:pt x="99860" y="10858"/>
                  </a:lnTo>
                  <a:lnTo>
                    <a:pt x="105867" y="18656"/>
                  </a:lnTo>
                  <a:lnTo>
                    <a:pt x="107378" y="24028"/>
                  </a:lnTo>
                  <a:lnTo>
                    <a:pt x="107378" y="5638"/>
                  </a:lnTo>
                  <a:lnTo>
                    <a:pt x="100380" y="1270"/>
                  </a:lnTo>
                  <a:lnTo>
                    <a:pt x="95643" y="0"/>
                  </a:lnTo>
                  <a:lnTo>
                    <a:pt x="84797" y="0"/>
                  </a:lnTo>
                  <a:lnTo>
                    <a:pt x="63373" y="24028"/>
                  </a:lnTo>
                  <a:lnTo>
                    <a:pt x="63385" y="37693"/>
                  </a:lnTo>
                  <a:lnTo>
                    <a:pt x="84797" y="61709"/>
                  </a:lnTo>
                  <a:lnTo>
                    <a:pt x="95643" y="61709"/>
                  </a:lnTo>
                  <a:lnTo>
                    <a:pt x="117055" y="37693"/>
                  </a:lnTo>
                  <a:lnTo>
                    <a:pt x="117068" y="24028"/>
                  </a:lnTo>
                  <a:close/>
                </a:path>
                <a:path w="248920" h="62229">
                  <a:moveTo>
                    <a:pt x="188239" y="1333"/>
                  </a:moveTo>
                  <a:lnTo>
                    <a:pt x="177990" y="1333"/>
                  </a:lnTo>
                  <a:lnTo>
                    <a:pt x="170307" y="50571"/>
                  </a:lnTo>
                  <a:lnTo>
                    <a:pt x="161620" y="9575"/>
                  </a:lnTo>
                  <a:lnTo>
                    <a:pt x="152488" y="9575"/>
                  </a:lnTo>
                  <a:lnTo>
                    <a:pt x="143802" y="50571"/>
                  </a:lnTo>
                  <a:lnTo>
                    <a:pt x="136118" y="1333"/>
                  </a:lnTo>
                  <a:lnTo>
                    <a:pt x="125869" y="1333"/>
                  </a:lnTo>
                  <a:lnTo>
                    <a:pt x="137566" y="60375"/>
                  </a:lnTo>
                  <a:lnTo>
                    <a:pt x="149250" y="60375"/>
                  </a:lnTo>
                  <a:lnTo>
                    <a:pt x="157048" y="23177"/>
                  </a:lnTo>
                  <a:lnTo>
                    <a:pt x="164846" y="60375"/>
                  </a:lnTo>
                  <a:lnTo>
                    <a:pt x="176657" y="60375"/>
                  </a:lnTo>
                  <a:lnTo>
                    <a:pt x="188239" y="1333"/>
                  </a:lnTo>
                  <a:close/>
                </a:path>
                <a:path w="248920" h="62229">
                  <a:moveTo>
                    <a:pt x="248399" y="41732"/>
                  </a:moveTo>
                  <a:lnTo>
                    <a:pt x="221665" y="26809"/>
                  </a:lnTo>
                  <a:lnTo>
                    <a:pt x="218795" y="26162"/>
                  </a:lnTo>
                  <a:lnTo>
                    <a:pt x="214490" y="24752"/>
                  </a:lnTo>
                  <a:lnTo>
                    <a:pt x="212940" y="23799"/>
                  </a:lnTo>
                  <a:lnTo>
                    <a:pt x="210997" y="21424"/>
                  </a:lnTo>
                  <a:lnTo>
                    <a:pt x="210515" y="19824"/>
                  </a:lnTo>
                  <a:lnTo>
                    <a:pt x="210515" y="15303"/>
                  </a:lnTo>
                  <a:lnTo>
                    <a:pt x="211556" y="13182"/>
                  </a:lnTo>
                  <a:lnTo>
                    <a:pt x="215722" y="9766"/>
                  </a:lnTo>
                  <a:lnTo>
                    <a:pt x="218909" y="8915"/>
                  </a:lnTo>
                  <a:lnTo>
                    <a:pt x="225894" y="8915"/>
                  </a:lnTo>
                  <a:lnTo>
                    <a:pt x="237477" y="19608"/>
                  </a:lnTo>
                  <a:lnTo>
                    <a:pt x="247281" y="18935"/>
                  </a:lnTo>
                  <a:lnTo>
                    <a:pt x="228231" y="0"/>
                  </a:lnTo>
                  <a:lnTo>
                    <a:pt x="218503" y="0"/>
                  </a:lnTo>
                  <a:lnTo>
                    <a:pt x="200939" y="14414"/>
                  </a:lnTo>
                  <a:lnTo>
                    <a:pt x="200939" y="21018"/>
                  </a:lnTo>
                  <a:lnTo>
                    <a:pt x="227520" y="36385"/>
                  </a:lnTo>
                  <a:lnTo>
                    <a:pt x="230797" y="37147"/>
                  </a:lnTo>
                  <a:lnTo>
                    <a:pt x="235254" y="38709"/>
                  </a:lnTo>
                  <a:lnTo>
                    <a:pt x="236766" y="39662"/>
                  </a:lnTo>
                  <a:lnTo>
                    <a:pt x="238404" y="41884"/>
                  </a:lnTo>
                  <a:lnTo>
                    <a:pt x="238810" y="43294"/>
                  </a:lnTo>
                  <a:lnTo>
                    <a:pt x="238810" y="47675"/>
                  </a:lnTo>
                  <a:lnTo>
                    <a:pt x="237604" y="49644"/>
                  </a:lnTo>
                  <a:lnTo>
                    <a:pt x="232778" y="52171"/>
                  </a:lnTo>
                  <a:lnTo>
                    <a:pt x="229387" y="52806"/>
                  </a:lnTo>
                  <a:lnTo>
                    <a:pt x="220319" y="52806"/>
                  </a:lnTo>
                  <a:lnTo>
                    <a:pt x="216662" y="51765"/>
                  </a:lnTo>
                  <a:lnTo>
                    <a:pt x="211391" y="47599"/>
                  </a:lnTo>
                  <a:lnTo>
                    <a:pt x="209778" y="44742"/>
                  </a:lnTo>
                  <a:lnTo>
                    <a:pt x="209181" y="41109"/>
                  </a:lnTo>
                  <a:lnTo>
                    <a:pt x="199377" y="41770"/>
                  </a:lnTo>
                  <a:lnTo>
                    <a:pt x="219875" y="61709"/>
                  </a:lnTo>
                  <a:lnTo>
                    <a:pt x="225005" y="61709"/>
                  </a:lnTo>
                  <a:lnTo>
                    <a:pt x="229463" y="61709"/>
                  </a:lnTo>
                  <a:lnTo>
                    <a:pt x="248399" y="48488"/>
                  </a:lnTo>
                  <a:lnTo>
                    <a:pt x="248399" y="4173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1" name="object 191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347109" y="4396158"/>
              <a:ext cx="1327993" cy="240602"/>
            </a:xfrm>
            <a:prstGeom prst="rect">
              <a:avLst/>
            </a:prstGeom>
          </p:spPr>
        </p:pic>
      </p:grpSp>
      <p:sp>
        <p:nvSpPr>
          <p:cNvPr id="192" name="object 192"/>
          <p:cNvSpPr/>
          <p:nvPr/>
        </p:nvSpPr>
        <p:spPr>
          <a:xfrm>
            <a:off x="556950" y="5600286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3" name="object 193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556950" y="4915236"/>
            <a:ext cx="155946" cy="155940"/>
          </a:xfrm>
          <a:prstGeom prst="rect">
            <a:avLst/>
          </a:prstGeom>
        </p:spPr>
      </p:pic>
      <p:pic>
        <p:nvPicPr>
          <p:cNvPr id="194" name="object 194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807890" y="4953999"/>
            <a:ext cx="388701" cy="96508"/>
          </a:xfrm>
          <a:prstGeom prst="rect">
            <a:avLst/>
          </a:prstGeom>
        </p:spPr>
      </p:pic>
      <p:pic>
        <p:nvPicPr>
          <p:cNvPr id="195" name="object 195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1287964" y="4975654"/>
            <a:ext cx="147034" cy="74853"/>
          </a:xfrm>
          <a:prstGeom prst="rect">
            <a:avLst/>
          </a:prstGeom>
        </p:spPr>
      </p:pic>
      <p:pic>
        <p:nvPicPr>
          <p:cNvPr id="196" name="object 196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1529687" y="4951860"/>
            <a:ext cx="389237" cy="98647"/>
          </a:xfrm>
          <a:prstGeom prst="rect">
            <a:avLst/>
          </a:prstGeom>
        </p:spPr>
      </p:pic>
      <p:grpSp>
        <p:nvGrpSpPr>
          <p:cNvPr id="197" name="object 197"/>
          <p:cNvGrpSpPr/>
          <p:nvPr/>
        </p:nvGrpSpPr>
        <p:grpSpPr>
          <a:xfrm>
            <a:off x="2007515" y="4948652"/>
            <a:ext cx="288925" cy="115570"/>
            <a:chOff x="2007515" y="4948652"/>
            <a:chExt cx="288925" cy="115570"/>
          </a:xfrm>
        </p:grpSpPr>
        <p:pic>
          <p:nvPicPr>
            <p:cNvPr id="198" name="object 198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2007515" y="4948652"/>
              <a:ext cx="146338" cy="114955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2174546" y="4953999"/>
              <a:ext cx="65977" cy="94904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2275142" y="4979798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89" h="69214">
                  <a:moveTo>
                    <a:pt x="21120" y="48922"/>
                  </a:moveTo>
                  <a:lnTo>
                    <a:pt x="0" y="48922"/>
                  </a:lnTo>
                  <a:lnTo>
                    <a:pt x="0" y="69105"/>
                  </a:lnTo>
                  <a:lnTo>
                    <a:pt x="21120" y="69105"/>
                  </a:lnTo>
                  <a:lnTo>
                    <a:pt x="21120" y="48922"/>
                  </a:lnTo>
                  <a:close/>
                </a:path>
                <a:path w="21589" h="69214">
                  <a:moveTo>
                    <a:pt x="21120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20" y="20184"/>
                  </a:lnTo>
                  <a:lnTo>
                    <a:pt x="2112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1" name="object 201"/>
          <p:cNvGrpSpPr/>
          <p:nvPr/>
        </p:nvGrpSpPr>
        <p:grpSpPr>
          <a:xfrm>
            <a:off x="2414610" y="4953999"/>
            <a:ext cx="547370" cy="96520"/>
            <a:chOff x="2414610" y="4953999"/>
            <a:chExt cx="547370" cy="96520"/>
          </a:xfrm>
        </p:grpSpPr>
        <p:sp>
          <p:nvSpPr>
            <p:cNvPr id="202" name="object 202"/>
            <p:cNvSpPr/>
            <p:nvPr/>
          </p:nvSpPr>
          <p:spPr>
            <a:xfrm>
              <a:off x="2414610" y="4975654"/>
              <a:ext cx="63500" cy="74930"/>
            </a:xfrm>
            <a:custGeom>
              <a:avLst/>
              <a:gdLst/>
              <a:ahLst/>
              <a:cxnLst/>
              <a:rect l="l" t="t" r="r" b="b"/>
              <a:pathLst>
                <a:path w="63500" h="74929">
                  <a:moveTo>
                    <a:pt x="38068" y="0"/>
                  </a:moveTo>
                  <a:lnTo>
                    <a:pt x="24362" y="0"/>
                  </a:lnTo>
                  <a:lnTo>
                    <a:pt x="18914" y="1015"/>
                  </a:lnTo>
                  <a:lnTo>
                    <a:pt x="10199" y="5078"/>
                  </a:lnTo>
                  <a:lnTo>
                    <a:pt x="6941" y="7792"/>
                  </a:lnTo>
                  <a:lnTo>
                    <a:pt x="2628" y="14582"/>
                  </a:lnTo>
                  <a:lnTo>
                    <a:pt x="1550" y="18356"/>
                  </a:lnTo>
                  <a:lnTo>
                    <a:pt x="1550" y="26822"/>
                  </a:lnTo>
                  <a:lnTo>
                    <a:pt x="34467" y="46445"/>
                  </a:lnTo>
                  <a:lnTo>
                    <a:pt x="37426" y="47198"/>
                  </a:lnTo>
                  <a:lnTo>
                    <a:pt x="41384" y="48640"/>
                  </a:lnTo>
                  <a:lnTo>
                    <a:pt x="42716" y="49443"/>
                  </a:lnTo>
                  <a:lnTo>
                    <a:pt x="44088" y="51208"/>
                  </a:lnTo>
                  <a:lnTo>
                    <a:pt x="44430" y="52326"/>
                  </a:lnTo>
                  <a:lnTo>
                    <a:pt x="44430" y="55659"/>
                  </a:lnTo>
                  <a:lnTo>
                    <a:pt x="43450" y="57151"/>
                  </a:lnTo>
                  <a:lnTo>
                    <a:pt x="39528" y="59166"/>
                  </a:lnTo>
                  <a:lnTo>
                    <a:pt x="36482" y="59670"/>
                  </a:lnTo>
                  <a:lnTo>
                    <a:pt x="27964" y="59670"/>
                  </a:lnTo>
                  <a:lnTo>
                    <a:pt x="24644" y="58797"/>
                  </a:lnTo>
                  <a:lnTo>
                    <a:pt x="20133" y="55303"/>
                  </a:lnTo>
                  <a:lnTo>
                    <a:pt x="18623" y="52969"/>
                  </a:lnTo>
                  <a:lnTo>
                    <a:pt x="17857" y="50045"/>
                  </a:lnTo>
                  <a:lnTo>
                    <a:pt x="0" y="50766"/>
                  </a:lnTo>
                  <a:lnTo>
                    <a:pt x="25289" y="74853"/>
                  </a:lnTo>
                  <a:lnTo>
                    <a:pt x="32186" y="74853"/>
                  </a:lnTo>
                  <a:lnTo>
                    <a:pt x="38710" y="74853"/>
                  </a:lnTo>
                  <a:lnTo>
                    <a:pt x="62983" y="57816"/>
                  </a:lnTo>
                  <a:lnTo>
                    <a:pt x="62983" y="49333"/>
                  </a:lnTo>
                  <a:lnTo>
                    <a:pt x="32026" y="31046"/>
                  </a:lnTo>
                  <a:lnTo>
                    <a:pt x="28715" y="30213"/>
                  </a:lnTo>
                  <a:lnTo>
                    <a:pt x="24029" y="28627"/>
                  </a:lnTo>
                  <a:lnTo>
                    <a:pt x="22398" y="27692"/>
                  </a:lnTo>
                  <a:lnTo>
                    <a:pt x="20562" y="25534"/>
                  </a:lnTo>
                  <a:lnTo>
                    <a:pt x="20102" y="24168"/>
                  </a:lnTo>
                  <a:lnTo>
                    <a:pt x="20102" y="20603"/>
                  </a:lnTo>
                  <a:lnTo>
                    <a:pt x="20949" y="18905"/>
                  </a:lnTo>
                  <a:lnTo>
                    <a:pt x="24335" y="15928"/>
                  </a:lnTo>
                  <a:lnTo>
                    <a:pt x="27125" y="15184"/>
                  </a:lnTo>
                  <a:lnTo>
                    <a:pt x="33522" y="15184"/>
                  </a:lnTo>
                  <a:lnTo>
                    <a:pt x="44430" y="24808"/>
                  </a:lnTo>
                  <a:lnTo>
                    <a:pt x="62448" y="24005"/>
                  </a:lnTo>
                  <a:lnTo>
                    <a:pt x="43860" y="1154"/>
                  </a:lnTo>
                  <a:lnTo>
                    <a:pt x="3806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2496681" y="4953999"/>
              <a:ext cx="465104" cy="96508"/>
            </a:xfrm>
            <a:prstGeom prst="rect">
              <a:avLst/>
            </a:prstGeom>
          </p:spPr>
        </p:pic>
      </p:grpSp>
      <p:pic>
        <p:nvPicPr>
          <p:cNvPr id="204" name="object 204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3051431" y="4953999"/>
            <a:ext cx="308358" cy="96508"/>
          </a:xfrm>
          <a:prstGeom prst="rect">
            <a:avLst/>
          </a:prstGeom>
        </p:spPr>
      </p:pic>
      <p:pic>
        <p:nvPicPr>
          <p:cNvPr id="205" name="object 205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3458221" y="4953999"/>
            <a:ext cx="302353" cy="96508"/>
          </a:xfrm>
          <a:prstGeom prst="rect">
            <a:avLst/>
          </a:prstGeom>
        </p:spPr>
      </p:pic>
      <p:pic>
        <p:nvPicPr>
          <p:cNvPr id="206" name="object 206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3860076" y="4952663"/>
            <a:ext cx="465104" cy="117895"/>
          </a:xfrm>
          <a:prstGeom prst="rect">
            <a:avLst/>
          </a:prstGeom>
        </p:spPr>
      </p:pic>
      <p:pic>
        <p:nvPicPr>
          <p:cNvPr id="207" name="object 207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4416874" y="4953999"/>
            <a:ext cx="391053" cy="114955"/>
          </a:xfrm>
          <a:prstGeom prst="rect">
            <a:avLst/>
          </a:prstGeom>
        </p:spPr>
      </p:pic>
      <p:grpSp>
        <p:nvGrpSpPr>
          <p:cNvPr id="208" name="object 208"/>
          <p:cNvGrpSpPr/>
          <p:nvPr/>
        </p:nvGrpSpPr>
        <p:grpSpPr>
          <a:xfrm>
            <a:off x="806464" y="5140689"/>
            <a:ext cx="2328545" cy="387350"/>
            <a:chOff x="806464" y="5140689"/>
            <a:chExt cx="2328545" cy="387350"/>
          </a:xfrm>
        </p:grpSpPr>
        <p:pic>
          <p:nvPicPr>
            <p:cNvPr id="209" name="object 209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206200" y="5142472"/>
              <a:ext cx="256964" cy="80422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809405" y="5140689"/>
              <a:ext cx="191366" cy="82651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2476792" y="5160517"/>
              <a:ext cx="122555" cy="62865"/>
            </a:xfrm>
            <a:custGeom>
              <a:avLst/>
              <a:gdLst/>
              <a:ahLst/>
              <a:cxnLst/>
              <a:rect l="l" t="t" r="r" b="b"/>
              <a:pathLst>
                <a:path w="122555" h="62864">
                  <a:moveTo>
                    <a:pt x="58902" y="1346"/>
                  </a:moveTo>
                  <a:lnTo>
                    <a:pt x="42913" y="1346"/>
                  </a:lnTo>
                  <a:lnTo>
                    <a:pt x="29451" y="44513"/>
                  </a:lnTo>
                  <a:lnTo>
                    <a:pt x="16002" y="1346"/>
                  </a:lnTo>
                  <a:lnTo>
                    <a:pt x="0" y="1346"/>
                  </a:lnTo>
                  <a:lnTo>
                    <a:pt x="20269" y="61048"/>
                  </a:lnTo>
                  <a:lnTo>
                    <a:pt x="38633" y="61048"/>
                  </a:lnTo>
                  <a:lnTo>
                    <a:pt x="58902" y="1346"/>
                  </a:lnTo>
                  <a:close/>
                </a:path>
                <a:path w="122555" h="62864">
                  <a:moveTo>
                    <a:pt x="122529" y="41109"/>
                  </a:moveTo>
                  <a:lnTo>
                    <a:pt x="96735" y="25882"/>
                  </a:lnTo>
                  <a:lnTo>
                    <a:pt x="93980" y="25184"/>
                  </a:lnTo>
                  <a:lnTo>
                    <a:pt x="90068" y="23863"/>
                  </a:lnTo>
                  <a:lnTo>
                    <a:pt x="88709" y="23075"/>
                  </a:lnTo>
                  <a:lnTo>
                    <a:pt x="87172" y="21285"/>
                  </a:lnTo>
                  <a:lnTo>
                    <a:pt x="86791" y="20142"/>
                  </a:lnTo>
                  <a:lnTo>
                    <a:pt x="86791" y="17170"/>
                  </a:lnTo>
                  <a:lnTo>
                    <a:pt x="87503" y="15760"/>
                  </a:lnTo>
                  <a:lnTo>
                    <a:pt x="90322" y="13284"/>
                  </a:lnTo>
                  <a:lnTo>
                    <a:pt x="92646" y="12661"/>
                  </a:lnTo>
                  <a:lnTo>
                    <a:pt x="97980" y="12661"/>
                  </a:lnTo>
                  <a:lnTo>
                    <a:pt x="107073" y="20675"/>
                  </a:lnTo>
                  <a:lnTo>
                    <a:pt x="122085" y="20015"/>
                  </a:lnTo>
                  <a:lnTo>
                    <a:pt x="101765" y="0"/>
                  </a:lnTo>
                  <a:lnTo>
                    <a:pt x="90347" y="0"/>
                  </a:lnTo>
                  <a:lnTo>
                    <a:pt x="71335" y="15303"/>
                  </a:lnTo>
                  <a:lnTo>
                    <a:pt x="71335" y="22352"/>
                  </a:lnTo>
                  <a:lnTo>
                    <a:pt x="98767" y="38709"/>
                  </a:lnTo>
                  <a:lnTo>
                    <a:pt x="101231" y="39331"/>
                  </a:lnTo>
                  <a:lnTo>
                    <a:pt x="104533" y="40538"/>
                  </a:lnTo>
                  <a:lnTo>
                    <a:pt x="105638" y="41211"/>
                  </a:lnTo>
                  <a:lnTo>
                    <a:pt x="106781" y="42684"/>
                  </a:lnTo>
                  <a:lnTo>
                    <a:pt x="107073" y="43611"/>
                  </a:lnTo>
                  <a:lnTo>
                    <a:pt x="107073" y="46393"/>
                  </a:lnTo>
                  <a:lnTo>
                    <a:pt x="106248" y="47637"/>
                  </a:lnTo>
                  <a:lnTo>
                    <a:pt x="102984" y="49314"/>
                  </a:lnTo>
                  <a:lnTo>
                    <a:pt x="100444" y="49733"/>
                  </a:lnTo>
                  <a:lnTo>
                    <a:pt x="93345" y="49733"/>
                  </a:lnTo>
                  <a:lnTo>
                    <a:pt x="90576" y="48996"/>
                  </a:lnTo>
                  <a:lnTo>
                    <a:pt x="86817" y="46088"/>
                  </a:lnTo>
                  <a:lnTo>
                    <a:pt x="85559" y="44145"/>
                  </a:lnTo>
                  <a:lnTo>
                    <a:pt x="84924" y="41706"/>
                  </a:lnTo>
                  <a:lnTo>
                    <a:pt x="70040" y="42316"/>
                  </a:lnTo>
                  <a:lnTo>
                    <a:pt x="91122" y="62382"/>
                  </a:lnTo>
                  <a:lnTo>
                    <a:pt x="96862" y="62382"/>
                  </a:lnTo>
                  <a:lnTo>
                    <a:pt x="102298" y="62382"/>
                  </a:lnTo>
                  <a:lnTo>
                    <a:pt x="122529" y="48183"/>
                  </a:lnTo>
                  <a:lnTo>
                    <a:pt x="122529" y="41109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2" name="object 212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806464" y="5140689"/>
              <a:ext cx="436871" cy="227013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346706" y="5160516"/>
              <a:ext cx="583684" cy="223894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2548605" y="5140689"/>
              <a:ext cx="585386" cy="227013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2010591" y="5293517"/>
              <a:ext cx="121532" cy="74185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2077495" y="5142472"/>
              <a:ext cx="452842" cy="370037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808023" y="5432085"/>
              <a:ext cx="588474" cy="80424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476364" y="5450799"/>
              <a:ext cx="522865" cy="77082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2031530" y="5431980"/>
              <a:ext cx="1102995" cy="96520"/>
            </a:xfrm>
            <a:custGeom>
              <a:avLst/>
              <a:gdLst/>
              <a:ahLst/>
              <a:cxnLst/>
              <a:rect l="l" t="t" r="r" b="b"/>
              <a:pathLst>
                <a:path w="1102995" h="96520">
                  <a:moveTo>
                    <a:pt x="13804" y="65608"/>
                  </a:moveTo>
                  <a:lnTo>
                    <a:pt x="0" y="65608"/>
                  </a:lnTo>
                  <a:lnTo>
                    <a:pt x="0" y="79197"/>
                  </a:lnTo>
                  <a:lnTo>
                    <a:pt x="13804" y="79197"/>
                  </a:lnTo>
                  <a:lnTo>
                    <a:pt x="13804" y="65608"/>
                  </a:lnTo>
                  <a:close/>
                </a:path>
                <a:path w="1102995" h="96520">
                  <a:moveTo>
                    <a:pt x="561632" y="42329"/>
                  </a:moveTo>
                  <a:lnTo>
                    <a:pt x="521525" y="42329"/>
                  </a:lnTo>
                  <a:lnTo>
                    <a:pt x="521525" y="51130"/>
                  </a:lnTo>
                  <a:lnTo>
                    <a:pt x="561632" y="51130"/>
                  </a:lnTo>
                  <a:lnTo>
                    <a:pt x="561632" y="42329"/>
                  </a:lnTo>
                  <a:close/>
                </a:path>
                <a:path w="1102995" h="96520">
                  <a:moveTo>
                    <a:pt x="632917" y="60553"/>
                  </a:moveTo>
                  <a:lnTo>
                    <a:pt x="606183" y="45631"/>
                  </a:lnTo>
                  <a:lnTo>
                    <a:pt x="603326" y="44983"/>
                  </a:lnTo>
                  <a:lnTo>
                    <a:pt x="599020" y="43573"/>
                  </a:lnTo>
                  <a:lnTo>
                    <a:pt x="597458" y="42621"/>
                  </a:lnTo>
                  <a:lnTo>
                    <a:pt x="595528" y="40246"/>
                  </a:lnTo>
                  <a:lnTo>
                    <a:pt x="595045" y="38658"/>
                  </a:lnTo>
                  <a:lnTo>
                    <a:pt x="595045" y="34124"/>
                  </a:lnTo>
                  <a:lnTo>
                    <a:pt x="596087" y="32004"/>
                  </a:lnTo>
                  <a:lnTo>
                    <a:pt x="600240" y="28587"/>
                  </a:lnTo>
                  <a:lnTo>
                    <a:pt x="603440" y="27736"/>
                  </a:lnTo>
                  <a:lnTo>
                    <a:pt x="610412" y="27736"/>
                  </a:lnTo>
                  <a:lnTo>
                    <a:pt x="621995" y="38430"/>
                  </a:lnTo>
                  <a:lnTo>
                    <a:pt x="631799" y="37757"/>
                  </a:lnTo>
                  <a:lnTo>
                    <a:pt x="612749" y="18821"/>
                  </a:lnTo>
                  <a:lnTo>
                    <a:pt x="603021" y="18821"/>
                  </a:lnTo>
                  <a:lnTo>
                    <a:pt x="585457" y="33235"/>
                  </a:lnTo>
                  <a:lnTo>
                    <a:pt x="585457" y="39839"/>
                  </a:lnTo>
                  <a:lnTo>
                    <a:pt x="612051" y="55206"/>
                  </a:lnTo>
                  <a:lnTo>
                    <a:pt x="615315" y="55968"/>
                  </a:lnTo>
                  <a:lnTo>
                    <a:pt x="619772" y="57531"/>
                  </a:lnTo>
                  <a:lnTo>
                    <a:pt x="621296" y="58483"/>
                  </a:lnTo>
                  <a:lnTo>
                    <a:pt x="622922" y="60706"/>
                  </a:lnTo>
                  <a:lnTo>
                    <a:pt x="623341" y="62115"/>
                  </a:lnTo>
                  <a:lnTo>
                    <a:pt x="623341" y="66497"/>
                  </a:lnTo>
                  <a:lnTo>
                    <a:pt x="622134" y="68465"/>
                  </a:lnTo>
                  <a:lnTo>
                    <a:pt x="617296" y="70993"/>
                  </a:lnTo>
                  <a:lnTo>
                    <a:pt x="613905" y="71628"/>
                  </a:lnTo>
                  <a:lnTo>
                    <a:pt x="604850" y="71628"/>
                  </a:lnTo>
                  <a:lnTo>
                    <a:pt x="601192" y="70586"/>
                  </a:lnTo>
                  <a:lnTo>
                    <a:pt x="595909" y="66421"/>
                  </a:lnTo>
                  <a:lnTo>
                    <a:pt x="594296" y="63563"/>
                  </a:lnTo>
                  <a:lnTo>
                    <a:pt x="593712" y="59931"/>
                  </a:lnTo>
                  <a:lnTo>
                    <a:pt x="583907" y="60591"/>
                  </a:lnTo>
                  <a:lnTo>
                    <a:pt x="604405" y="80530"/>
                  </a:lnTo>
                  <a:lnTo>
                    <a:pt x="609523" y="80530"/>
                  </a:lnTo>
                  <a:lnTo>
                    <a:pt x="613981" y="80530"/>
                  </a:lnTo>
                  <a:lnTo>
                    <a:pt x="632917" y="67322"/>
                  </a:lnTo>
                  <a:lnTo>
                    <a:pt x="632917" y="60553"/>
                  </a:lnTo>
                  <a:close/>
                </a:path>
                <a:path w="1102995" h="96520">
                  <a:moveTo>
                    <a:pt x="703097" y="44259"/>
                  </a:moveTo>
                  <a:lnTo>
                    <a:pt x="702195" y="39204"/>
                  </a:lnTo>
                  <a:lnTo>
                    <a:pt x="698639" y="29857"/>
                  </a:lnTo>
                  <a:lnTo>
                    <a:pt x="697090" y="27736"/>
                  </a:lnTo>
                  <a:lnTo>
                    <a:pt x="695871" y="26060"/>
                  </a:lnTo>
                  <a:lnTo>
                    <a:pt x="693293" y="24079"/>
                  </a:lnTo>
                  <a:lnTo>
                    <a:pt x="693293" y="42773"/>
                  </a:lnTo>
                  <a:lnTo>
                    <a:pt x="693293" y="56591"/>
                  </a:lnTo>
                  <a:lnTo>
                    <a:pt x="691819" y="61976"/>
                  </a:lnTo>
                  <a:lnTo>
                    <a:pt x="685952" y="69697"/>
                  </a:lnTo>
                  <a:lnTo>
                    <a:pt x="681926" y="71628"/>
                  </a:lnTo>
                  <a:lnTo>
                    <a:pt x="673392" y="71628"/>
                  </a:lnTo>
                  <a:lnTo>
                    <a:pt x="670420" y="70802"/>
                  </a:lnTo>
                  <a:lnTo>
                    <a:pt x="665365" y="67538"/>
                  </a:lnTo>
                  <a:lnTo>
                    <a:pt x="664552" y="66497"/>
                  </a:lnTo>
                  <a:lnTo>
                    <a:pt x="663435" y="65087"/>
                  </a:lnTo>
                  <a:lnTo>
                    <a:pt x="660768" y="58559"/>
                  </a:lnTo>
                  <a:lnTo>
                    <a:pt x="660196" y="55105"/>
                  </a:lnTo>
                  <a:lnTo>
                    <a:pt x="660196" y="44259"/>
                  </a:lnTo>
                  <a:lnTo>
                    <a:pt x="673392" y="27736"/>
                  </a:lnTo>
                  <a:lnTo>
                    <a:pt x="681926" y="27736"/>
                  </a:lnTo>
                  <a:lnTo>
                    <a:pt x="685952" y="29667"/>
                  </a:lnTo>
                  <a:lnTo>
                    <a:pt x="691819" y="37388"/>
                  </a:lnTo>
                  <a:lnTo>
                    <a:pt x="693293" y="42773"/>
                  </a:lnTo>
                  <a:lnTo>
                    <a:pt x="693293" y="24079"/>
                  </a:lnTo>
                  <a:lnTo>
                    <a:pt x="688365" y="20269"/>
                  </a:lnTo>
                  <a:lnTo>
                    <a:pt x="683564" y="18821"/>
                  </a:lnTo>
                  <a:lnTo>
                    <a:pt x="673163" y="18821"/>
                  </a:lnTo>
                  <a:lnTo>
                    <a:pt x="659650" y="33528"/>
                  </a:lnTo>
                  <a:lnTo>
                    <a:pt x="659574" y="28956"/>
                  </a:lnTo>
                  <a:lnTo>
                    <a:pt x="659498" y="24765"/>
                  </a:lnTo>
                  <a:lnTo>
                    <a:pt x="659422" y="20269"/>
                  </a:lnTo>
                  <a:lnTo>
                    <a:pt x="650735" y="20269"/>
                  </a:lnTo>
                  <a:lnTo>
                    <a:pt x="650735" y="95910"/>
                  </a:lnTo>
                  <a:lnTo>
                    <a:pt x="660095" y="95910"/>
                  </a:lnTo>
                  <a:lnTo>
                    <a:pt x="660019" y="71628"/>
                  </a:lnTo>
                  <a:lnTo>
                    <a:pt x="660095" y="66497"/>
                  </a:lnTo>
                  <a:lnTo>
                    <a:pt x="660095" y="71767"/>
                  </a:lnTo>
                  <a:lnTo>
                    <a:pt x="660666" y="72771"/>
                  </a:lnTo>
                  <a:lnTo>
                    <a:pt x="664311" y="76492"/>
                  </a:lnTo>
                  <a:lnTo>
                    <a:pt x="666534" y="77939"/>
                  </a:lnTo>
                  <a:lnTo>
                    <a:pt x="671804" y="80010"/>
                  </a:lnTo>
                  <a:lnTo>
                    <a:pt x="674649" y="80530"/>
                  </a:lnTo>
                  <a:lnTo>
                    <a:pt x="683564" y="80530"/>
                  </a:lnTo>
                  <a:lnTo>
                    <a:pt x="688365" y="79082"/>
                  </a:lnTo>
                  <a:lnTo>
                    <a:pt x="695871" y="73291"/>
                  </a:lnTo>
                  <a:lnTo>
                    <a:pt x="696988" y="71767"/>
                  </a:lnTo>
                  <a:lnTo>
                    <a:pt x="697090" y="71628"/>
                  </a:lnTo>
                  <a:lnTo>
                    <a:pt x="698639" y="69507"/>
                  </a:lnTo>
                  <a:lnTo>
                    <a:pt x="702195" y="60147"/>
                  </a:lnTo>
                  <a:lnTo>
                    <a:pt x="703097" y="55105"/>
                  </a:lnTo>
                  <a:lnTo>
                    <a:pt x="703097" y="44259"/>
                  </a:lnTo>
                  <a:close/>
                </a:path>
                <a:path w="1102995" h="96520">
                  <a:moveTo>
                    <a:pt x="768477" y="43180"/>
                  </a:moveTo>
                  <a:lnTo>
                    <a:pt x="767613" y="38836"/>
                  </a:lnTo>
                  <a:lnTo>
                    <a:pt x="767575" y="38620"/>
                  </a:lnTo>
                  <a:lnTo>
                    <a:pt x="767448" y="38023"/>
                  </a:lnTo>
                  <a:lnTo>
                    <a:pt x="758228" y="23876"/>
                  </a:lnTo>
                  <a:lnTo>
                    <a:pt x="758228" y="44335"/>
                  </a:lnTo>
                  <a:lnTo>
                    <a:pt x="725474" y="44335"/>
                  </a:lnTo>
                  <a:lnTo>
                    <a:pt x="726300" y="38836"/>
                  </a:lnTo>
                  <a:lnTo>
                    <a:pt x="728167" y="34696"/>
                  </a:lnTo>
                  <a:lnTo>
                    <a:pt x="734034" y="29133"/>
                  </a:lnTo>
                  <a:lnTo>
                    <a:pt x="737768" y="27736"/>
                  </a:lnTo>
                  <a:lnTo>
                    <a:pt x="746683" y="27736"/>
                  </a:lnTo>
                  <a:lnTo>
                    <a:pt x="758228" y="44335"/>
                  </a:lnTo>
                  <a:lnTo>
                    <a:pt x="758228" y="23876"/>
                  </a:lnTo>
                  <a:lnTo>
                    <a:pt x="752068" y="20104"/>
                  </a:lnTo>
                  <a:lnTo>
                    <a:pt x="752233" y="20104"/>
                  </a:lnTo>
                  <a:lnTo>
                    <a:pt x="747420" y="18821"/>
                  </a:lnTo>
                  <a:lnTo>
                    <a:pt x="736879" y="18821"/>
                  </a:lnTo>
                  <a:lnTo>
                    <a:pt x="732180" y="20104"/>
                  </a:lnTo>
                  <a:lnTo>
                    <a:pt x="715683" y="55918"/>
                  </a:lnTo>
                  <a:lnTo>
                    <a:pt x="716775" y="61353"/>
                  </a:lnTo>
                  <a:lnTo>
                    <a:pt x="737171" y="80530"/>
                  </a:lnTo>
                  <a:lnTo>
                    <a:pt x="748982" y="80530"/>
                  </a:lnTo>
                  <a:lnTo>
                    <a:pt x="767473" y="62484"/>
                  </a:lnTo>
                  <a:lnTo>
                    <a:pt x="757453" y="61709"/>
                  </a:lnTo>
                  <a:lnTo>
                    <a:pt x="756488" y="64681"/>
                  </a:lnTo>
                  <a:lnTo>
                    <a:pt x="754761" y="67081"/>
                  </a:lnTo>
                  <a:lnTo>
                    <a:pt x="749782" y="70713"/>
                  </a:lnTo>
                  <a:lnTo>
                    <a:pt x="746607" y="71628"/>
                  </a:lnTo>
                  <a:lnTo>
                    <a:pt x="737616" y="71628"/>
                  </a:lnTo>
                  <a:lnTo>
                    <a:pt x="733552" y="70027"/>
                  </a:lnTo>
                  <a:lnTo>
                    <a:pt x="727544" y="63639"/>
                  </a:lnTo>
                  <a:lnTo>
                    <a:pt x="725855" y="58889"/>
                  </a:lnTo>
                  <a:lnTo>
                    <a:pt x="725474" y="52578"/>
                  </a:lnTo>
                  <a:lnTo>
                    <a:pt x="768477" y="52578"/>
                  </a:lnTo>
                  <a:lnTo>
                    <a:pt x="768477" y="44335"/>
                  </a:lnTo>
                  <a:lnTo>
                    <a:pt x="768477" y="43180"/>
                  </a:lnTo>
                  <a:close/>
                </a:path>
                <a:path w="1102995" h="96520">
                  <a:moveTo>
                    <a:pt x="835647" y="58928"/>
                  </a:moveTo>
                  <a:lnTo>
                    <a:pt x="825842" y="58254"/>
                  </a:lnTo>
                  <a:lnTo>
                    <a:pt x="824953" y="62712"/>
                  </a:lnTo>
                  <a:lnTo>
                    <a:pt x="823112" y="66052"/>
                  </a:lnTo>
                  <a:lnTo>
                    <a:pt x="817549" y="70510"/>
                  </a:lnTo>
                  <a:lnTo>
                    <a:pt x="814260" y="71628"/>
                  </a:lnTo>
                  <a:lnTo>
                    <a:pt x="805053" y="71628"/>
                  </a:lnTo>
                  <a:lnTo>
                    <a:pt x="800798" y="69672"/>
                  </a:lnTo>
                  <a:lnTo>
                    <a:pt x="794639" y="61874"/>
                  </a:lnTo>
                  <a:lnTo>
                    <a:pt x="793089" y="56515"/>
                  </a:lnTo>
                  <a:lnTo>
                    <a:pt x="793089" y="42849"/>
                  </a:lnTo>
                  <a:lnTo>
                    <a:pt x="794639" y="37477"/>
                  </a:lnTo>
                  <a:lnTo>
                    <a:pt x="800798" y="29679"/>
                  </a:lnTo>
                  <a:lnTo>
                    <a:pt x="805053" y="27736"/>
                  </a:lnTo>
                  <a:lnTo>
                    <a:pt x="814260" y="27736"/>
                  </a:lnTo>
                  <a:lnTo>
                    <a:pt x="817473" y="28790"/>
                  </a:lnTo>
                  <a:lnTo>
                    <a:pt x="822744" y="33032"/>
                  </a:lnTo>
                  <a:lnTo>
                    <a:pt x="824509" y="36055"/>
                  </a:lnTo>
                  <a:lnTo>
                    <a:pt x="825398" y="39992"/>
                  </a:lnTo>
                  <a:lnTo>
                    <a:pt x="835202" y="39319"/>
                  </a:lnTo>
                  <a:lnTo>
                    <a:pt x="814857" y="18821"/>
                  </a:lnTo>
                  <a:lnTo>
                    <a:pt x="804976" y="18821"/>
                  </a:lnTo>
                  <a:lnTo>
                    <a:pt x="783297" y="43446"/>
                  </a:lnTo>
                  <a:lnTo>
                    <a:pt x="783297" y="55918"/>
                  </a:lnTo>
                  <a:lnTo>
                    <a:pt x="804976" y="80530"/>
                  </a:lnTo>
                  <a:lnTo>
                    <a:pt x="810475" y="80530"/>
                  </a:lnTo>
                  <a:lnTo>
                    <a:pt x="814857" y="80530"/>
                  </a:lnTo>
                  <a:lnTo>
                    <a:pt x="834834" y="63309"/>
                  </a:lnTo>
                  <a:lnTo>
                    <a:pt x="835647" y="58928"/>
                  </a:lnTo>
                  <a:close/>
                </a:path>
                <a:path w="1102995" h="96520">
                  <a:moveTo>
                    <a:pt x="883881" y="0"/>
                  </a:moveTo>
                  <a:lnTo>
                    <a:pt x="874077" y="0"/>
                  </a:lnTo>
                  <a:lnTo>
                    <a:pt x="874077" y="10922"/>
                  </a:lnTo>
                  <a:lnTo>
                    <a:pt x="883881" y="10922"/>
                  </a:lnTo>
                  <a:lnTo>
                    <a:pt x="883881" y="0"/>
                  </a:lnTo>
                  <a:close/>
                </a:path>
                <a:path w="1102995" h="96520">
                  <a:moveTo>
                    <a:pt x="904709" y="70954"/>
                  </a:moveTo>
                  <a:lnTo>
                    <a:pt x="884326" y="70954"/>
                  </a:lnTo>
                  <a:lnTo>
                    <a:pt x="884326" y="28409"/>
                  </a:lnTo>
                  <a:lnTo>
                    <a:pt x="884326" y="23837"/>
                  </a:lnTo>
                  <a:lnTo>
                    <a:pt x="884326" y="20167"/>
                  </a:lnTo>
                  <a:lnTo>
                    <a:pt x="852347" y="20167"/>
                  </a:lnTo>
                  <a:lnTo>
                    <a:pt x="852347" y="28409"/>
                  </a:lnTo>
                  <a:lnTo>
                    <a:pt x="874966" y="28409"/>
                  </a:lnTo>
                  <a:lnTo>
                    <a:pt x="874966" y="70954"/>
                  </a:lnTo>
                  <a:lnTo>
                    <a:pt x="851242" y="70954"/>
                  </a:lnTo>
                  <a:lnTo>
                    <a:pt x="851242" y="79197"/>
                  </a:lnTo>
                  <a:lnTo>
                    <a:pt x="904709" y="79197"/>
                  </a:lnTo>
                  <a:lnTo>
                    <a:pt x="904709" y="70954"/>
                  </a:lnTo>
                  <a:close/>
                </a:path>
                <a:path w="1102995" h="96520">
                  <a:moveTo>
                    <a:pt x="968197" y="114"/>
                  </a:moveTo>
                  <a:lnTo>
                    <a:pt x="943698" y="114"/>
                  </a:lnTo>
                  <a:lnTo>
                    <a:pt x="939558" y="1498"/>
                  </a:lnTo>
                  <a:lnTo>
                    <a:pt x="934135" y="7073"/>
                  </a:lnTo>
                  <a:lnTo>
                    <a:pt x="932776" y="11099"/>
                  </a:lnTo>
                  <a:lnTo>
                    <a:pt x="932776" y="20167"/>
                  </a:lnTo>
                  <a:lnTo>
                    <a:pt x="916965" y="20167"/>
                  </a:lnTo>
                  <a:lnTo>
                    <a:pt x="916965" y="28409"/>
                  </a:lnTo>
                  <a:lnTo>
                    <a:pt x="932776" y="28409"/>
                  </a:lnTo>
                  <a:lnTo>
                    <a:pt x="932776" y="79197"/>
                  </a:lnTo>
                  <a:lnTo>
                    <a:pt x="942136" y="79197"/>
                  </a:lnTo>
                  <a:lnTo>
                    <a:pt x="942136" y="28409"/>
                  </a:lnTo>
                  <a:lnTo>
                    <a:pt x="967079" y="28409"/>
                  </a:lnTo>
                  <a:lnTo>
                    <a:pt x="967079" y="20167"/>
                  </a:lnTo>
                  <a:lnTo>
                    <a:pt x="942136" y="20167"/>
                  </a:lnTo>
                  <a:lnTo>
                    <a:pt x="942136" y="13919"/>
                  </a:lnTo>
                  <a:lnTo>
                    <a:pt x="942746" y="11976"/>
                  </a:lnTo>
                  <a:lnTo>
                    <a:pt x="945197" y="9080"/>
                  </a:lnTo>
                  <a:lnTo>
                    <a:pt x="946962" y="8356"/>
                  </a:lnTo>
                  <a:lnTo>
                    <a:pt x="968197" y="8356"/>
                  </a:lnTo>
                  <a:lnTo>
                    <a:pt x="968197" y="114"/>
                  </a:lnTo>
                  <a:close/>
                </a:path>
                <a:path w="1102995" h="96520">
                  <a:moveTo>
                    <a:pt x="1017549" y="0"/>
                  </a:moveTo>
                  <a:lnTo>
                    <a:pt x="1007745" y="0"/>
                  </a:lnTo>
                  <a:lnTo>
                    <a:pt x="1007745" y="10922"/>
                  </a:lnTo>
                  <a:lnTo>
                    <a:pt x="1017549" y="10922"/>
                  </a:lnTo>
                  <a:lnTo>
                    <a:pt x="1017549" y="0"/>
                  </a:lnTo>
                  <a:close/>
                </a:path>
                <a:path w="1102995" h="96520">
                  <a:moveTo>
                    <a:pt x="1038377" y="70954"/>
                  </a:moveTo>
                  <a:lnTo>
                    <a:pt x="1017993" y="70954"/>
                  </a:lnTo>
                  <a:lnTo>
                    <a:pt x="1017993" y="28409"/>
                  </a:lnTo>
                  <a:lnTo>
                    <a:pt x="1017993" y="23837"/>
                  </a:lnTo>
                  <a:lnTo>
                    <a:pt x="1017993" y="20167"/>
                  </a:lnTo>
                  <a:lnTo>
                    <a:pt x="986028" y="20167"/>
                  </a:lnTo>
                  <a:lnTo>
                    <a:pt x="986028" y="28409"/>
                  </a:lnTo>
                  <a:lnTo>
                    <a:pt x="1008634" y="28409"/>
                  </a:lnTo>
                  <a:lnTo>
                    <a:pt x="1008634" y="70954"/>
                  </a:lnTo>
                  <a:lnTo>
                    <a:pt x="984910" y="70954"/>
                  </a:lnTo>
                  <a:lnTo>
                    <a:pt x="984910" y="79197"/>
                  </a:lnTo>
                  <a:lnTo>
                    <a:pt x="1038377" y="79197"/>
                  </a:lnTo>
                  <a:lnTo>
                    <a:pt x="1038377" y="70954"/>
                  </a:lnTo>
                  <a:close/>
                </a:path>
                <a:path w="1102995" h="96520">
                  <a:moveTo>
                    <a:pt x="1102982" y="58928"/>
                  </a:moveTo>
                  <a:lnTo>
                    <a:pt x="1093177" y="58254"/>
                  </a:lnTo>
                  <a:lnTo>
                    <a:pt x="1092288" y="62712"/>
                  </a:lnTo>
                  <a:lnTo>
                    <a:pt x="1090447" y="66052"/>
                  </a:lnTo>
                  <a:lnTo>
                    <a:pt x="1084884" y="70510"/>
                  </a:lnTo>
                  <a:lnTo>
                    <a:pt x="1081595" y="71628"/>
                  </a:lnTo>
                  <a:lnTo>
                    <a:pt x="1072388" y="71628"/>
                  </a:lnTo>
                  <a:lnTo>
                    <a:pt x="1068133" y="69672"/>
                  </a:lnTo>
                  <a:lnTo>
                    <a:pt x="1061974" y="61874"/>
                  </a:lnTo>
                  <a:lnTo>
                    <a:pt x="1060424" y="56515"/>
                  </a:lnTo>
                  <a:lnTo>
                    <a:pt x="1060424" y="42849"/>
                  </a:lnTo>
                  <a:lnTo>
                    <a:pt x="1061974" y="37477"/>
                  </a:lnTo>
                  <a:lnTo>
                    <a:pt x="1068133" y="29679"/>
                  </a:lnTo>
                  <a:lnTo>
                    <a:pt x="1072388" y="27736"/>
                  </a:lnTo>
                  <a:lnTo>
                    <a:pt x="1081595" y="27736"/>
                  </a:lnTo>
                  <a:lnTo>
                    <a:pt x="1084808" y="28790"/>
                  </a:lnTo>
                  <a:lnTo>
                    <a:pt x="1090079" y="33032"/>
                  </a:lnTo>
                  <a:lnTo>
                    <a:pt x="1091844" y="36055"/>
                  </a:lnTo>
                  <a:lnTo>
                    <a:pt x="1092733" y="39992"/>
                  </a:lnTo>
                  <a:lnTo>
                    <a:pt x="1102537" y="39319"/>
                  </a:lnTo>
                  <a:lnTo>
                    <a:pt x="1082192" y="18821"/>
                  </a:lnTo>
                  <a:lnTo>
                    <a:pt x="1072311" y="18821"/>
                  </a:lnTo>
                  <a:lnTo>
                    <a:pt x="1050632" y="43446"/>
                  </a:lnTo>
                  <a:lnTo>
                    <a:pt x="1050632" y="55918"/>
                  </a:lnTo>
                  <a:lnTo>
                    <a:pt x="1072311" y="80530"/>
                  </a:lnTo>
                  <a:lnTo>
                    <a:pt x="1077810" y="80530"/>
                  </a:lnTo>
                  <a:lnTo>
                    <a:pt x="1082192" y="80530"/>
                  </a:lnTo>
                  <a:lnTo>
                    <a:pt x="1102169" y="63309"/>
                  </a:lnTo>
                  <a:lnTo>
                    <a:pt x="1102982" y="5892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0" name="object 220"/>
          <p:cNvGrpSpPr/>
          <p:nvPr/>
        </p:nvGrpSpPr>
        <p:grpSpPr>
          <a:xfrm>
            <a:off x="3213345" y="5138016"/>
            <a:ext cx="1860550" cy="391795"/>
            <a:chOff x="3213345" y="5138016"/>
            <a:chExt cx="1860550" cy="391795"/>
          </a:xfrm>
        </p:grpSpPr>
        <p:sp>
          <p:nvSpPr>
            <p:cNvPr id="221" name="object 221"/>
            <p:cNvSpPr/>
            <p:nvPr/>
          </p:nvSpPr>
          <p:spPr>
            <a:xfrm>
              <a:off x="3566803" y="5204762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222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4617119" y="5138016"/>
              <a:ext cx="456699" cy="230132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3213345" y="5140689"/>
              <a:ext cx="1726582" cy="388528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4972231" y="5497583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5" name="object 225"/>
          <p:cNvGrpSpPr/>
          <p:nvPr/>
        </p:nvGrpSpPr>
        <p:grpSpPr>
          <a:xfrm>
            <a:off x="5148450" y="5142360"/>
            <a:ext cx="794385" cy="225425"/>
            <a:chOff x="5148450" y="5142360"/>
            <a:chExt cx="794385" cy="225425"/>
          </a:xfrm>
        </p:grpSpPr>
        <p:sp>
          <p:nvSpPr>
            <p:cNvPr id="226" name="object 226"/>
            <p:cNvSpPr/>
            <p:nvPr/>
          </p:nvSpPr>
          <p:spPr>
            <a:xfrm>
              <a:off x="5148440" y="5161191"/>
              <a:ext cx="189865" cy="62230"/>
            </a:xfrm>
            <a:custGeom>
              <a:avLst/>
              <a:gdLst/>
              <a:ahLst/>
              <a:cxnLst/>
              <a:rect l="l" t="t" r="r" b="b"/>
              <a:pathLst>
                <a:path w="189864" h="62229">
                  <a:moveTo>
                    <a:pt x="62382" y="1333"/>
                  </a:moveTo>
                  <a:lnTo>
                    <a:pt x="52133" y="1333"/>
                  </a:lnTo>
                  <a:lnTo>
                    <a:pt x="44450" y="50571"/>
                  </a:lnTo>
                  <a:lnTo>
                    <a:pt x="35763" y="9575"/>
                  </a:lnTo>
                  <a:lnTo>
                    <a:pt x="26631" y="9575"/>
                  </a:lnTo>
                  <a:lnTo>
                    <a:pt x="17932" y="50571"/>
                  </a:lnTo>
                  <a:lnTo>
                    <a:pt x="10248" y="1333"/>
                  </a:lnTo>
                  <a:lnTo>
                    <a:pt x="0" y="1333"/>
                  </a:lnTo>
                  <a:lnTo>
                    <a:pt x="11696" y="60375"/>
                  </a:lnTo>
                  <a:lnTo>
                    <a:pt x="23393" y="60375"/>
                  </a:lnTo>
                  <a:lnTo>
                    <a:pt x="31191" y="23164"/>
                  </a:lnTo>
                  <a:lnTo>
                    <a:pt x="38989" y="60375"/>
                  </a:lnTo>
                  <a:lnTo>
                    <a:pt x="50800" y="60375"/>
                  </a:lnTo>
                  <a:lnTo>
                    <a:pt x="62382" y="1333"/>
                  </a:lnTo>
                  <a:close/>
                </a:path>
                <a:path w="189864" h="62229">
                  <a:moveTo>
                    <a:pt x="127000" y="60185"/>
                  </a:moveTo>
                  <a:lnTo>
                    <a:pt x="125869" y="60185"/>
                  </a:lnTo>
                  <a:lnTo>
                    <a:pt x="125869" y="52133"/>
                  </a:lnTo>
                  <a:lnTo>
                    <a:pt x="120904" y="52133"/>
                  </a:lnTo>
                  <a:lnTo>
                    <a:pt x="120015" y="51866"/>
                  </a:lnTo>
                  <a:lnTo>
                    <a:pt x="118859" y="50863"/>
                  </a:lnTo>
                  <a:lnTo>
                    <a:pt x="118567" y="50038"/>
                  </a:lnTo>
                  <a:lnTo>
                    <a:pt x="118529" y="48348"/>
                  </a:lnTo>
                  <a:lnTo>
                    <a:pt x="118529" y="31851"/>
                  </a:lnTo>
                  <a:lnTo>
                    <a:pt x="118529" y="16560"/>
                  </a:lnTo>
                  <a:lnTo>
                    <a:pt x="116560" y="10680"/>
                  </a:lnTo>
                  <a:lnTo>
                    <a:pt x="114935" y="8915"/>
                  </a:lnTo>
                  <a:lnTo>
                    <a:pt x="108686" y="2133"/>
                  </a:lnTo>
                  <a:lnTo>
                    <a:pt x="103149" y="0"/>
                  </a:lnTo>
                  <a:lnTo>
                    <a:pt x="89344" y="0"/>
                  </a:lnTo>
                  <a:lnTo>
                    <a:pt x="83896" y="1727"/>
                  </a:lnTo>
                  <a:lnTo>
                    <a:pt x="75514" y="8636"/>
                  </a:lnTo>
                  <a:lnTo>
                    <a:pt x="72859" y="13144"/>
                  </a:lnTo>
                  <a:lnTo>
                    <a:pt x="71729" y="18783"/>
                  </a:lnTo>
                  <a:lnTo>
                    <a:pt x="72669" y="18783"/>
                  </a:lnTo>
                  <a:lnTo>
                    <a:pt x="81648" y="19494"/>
                  </a:lnTo>
                  <a:lnTo>
                    <a:pt x="82423" y="16560"/>
                  </a:lnTo>
                  <a:lnTo>
                    <a:pt x="82550" y="16078"/>
                  </a:lnTo>
                  <a:lnTo>
                    <a:pt x="84137" y="13462"/>
                  </a:lnTo>
                  <a:lnTo>
                    <a:pt x="88747" y="9817"/>
                  </a:lnTo>
                  <a:lnTo>
                    <a:pt x="91935" y="8915"/>
                  </a:lnTo>
                  <a:lnTo>
                    <a:pt x="100253" y="8915"/>
                  </a:lnTo>
                  <a:lnTo>
                    <a:pt x="103505" y="10134"/>
                  </a:lnTo>
                  <a:lnTo>
                    <a:pt x="108038" y="15036"/>
                  </a:lnTo>
                  <a:lnTo>
                    <a:pt x="109169" y="18783"/>
                  </a:lnTo>
                  <a:lnTo>
                    <a:pt x="109169" y="23837"/>
                  </a:lnTo>
                  <a:lnTo>
                    <a:pt x="109169" y="31851"/>
                  </a:lnTo>
                  <a:lnTo>
                    <a:pt x="95135" y="53467"/>
                  </a:lnTo>
                  <a:lnTo>
                    <a:pt x="87782" y="53467"/>
                  </a:lnTo>
                  <a:lnTo>
                    <a:pt x="85420" y="52781"/>
                  </a:lnTo>
                  <a:lnTo>
                    <a:pt x="85255" y="52781"/>
                  </a:lnTo>
                  <a:lnTo>
                    <a:pt x="81368" y="49657"/>
                  </a:lnTo>
                  <a:lnTo>
                    <a:pt x="80429" y="47523"/>
                  </a:lnTo>
                  <a:lnTo>
                    <a:pt x="80429" y="42329"/>
                  </a:lnTo>
                  <a:lnTo>
                    <a:pt x="81102" y="40614"/>
                  </a:lnTo>
                  <a:lnTo>
                    <a:pt x="81203" y="40347"/>
                  </a:lnTo>
                  <a:lnTo>
                    <a:pt x="84328" y="37299"/>
                  </a:lnTo>
                  <a:lnTo>
                    <a:pt x="87109" y="36169"/>
                  </a:lnTo>
                  <a:lnTo>
                    <a:pt x="91122" y="35420"/>
                  </a:lnTo>
                  <a:lnTo>
                    <a:pt x="109169" y="31851"/>
                  </a:lnTo>
                  <a:lnTo>
                    <a:pt x="109169" y="23837"/>
                  </a:lnTo>
                  <a:lnTo>
                    <a:pt x="82880" y="29108"/>
                  </a:lnTo>
                  <a:lnTo>
                    <a:pt x="78143" y="31127"/>
                  </a:lnTo>
                  <a:lnTo>
                    <a:pt x="72123" y="36703"/>
                  </a:lnTo>
                  <a:lnTo>
                    <a:pt x="70726" y="40347"/>
                  </a:lnTo>
                  <a:lnTo>
                    <a:pt x="70624" y="48869"/>
                  </a:lnTo>
                  <a:lnTo>
                    <a:pt x="71475" y="51663"/>
                  </a:lnTo>
                  <a:lnTo>
                    <a:pt x="74891" y="56489"/>
                  </a:lnTo>
                  <a:lnTo>
                    <a:pt x="77228" y="58369"/>
                  </a:lnTo>
                  <a:lnTo>
                    <a:pt x="83375" y="61137"/>
                  </a:lnTo>
                  <a:lnTo>
                    <a:pt x="83642" y="61137"/>
                  </a:lnTo>
                  <a:lnTo>
                    <a:pt x="86512" y="61709"/>
                  </a:lnTo>
                  <a:lnTo>
                    <a:pt x="93649" y="61709"/>
                  </a:lnTo>
                  <a:lnTo>
                    <a:pt x="96837" y="61137"/>
                  </a:lnTo>
                  <a:lnTo>
                    <a:pt x="102781" y="58839"/>
                  </a:lnTo>
                  <a:lnTo>
                    <a:pt x="105244" y="57238"/>
                  </a:lnTo>
                  <a:lnTo>
                    <a:pt x="108750" y="53594"/>
                  </a:lnTo>
                  <a:lnTo>
                    <a:pt x="108877" y="53467"/>
                  </a:lnTo>
                  <a:lnTo>
                    <a:pt x="109181" y="53149"/>
                  </a:lnTo>
                  <a:lnTo>
                    <a:pt x="109385" y="52781"/>
                  </a:lnTo>
                  <a:lnTo>
                    <a:pt x="109321" y="51663"/>
                  </a:lnTo>
                  <a:lnTo>
                    <a:pt x="109423" y="52133"/>
                  </a:lnTo>
                  <a:lnTo>
                    <a:pt x="109512" y="52552"/>
                  </a:lnTo>
                  <a:lnTo>
                    <a:pt x="109740" y="52133"/>
                  </a:lnTo>
                  <a:lnTo>
                    <a:pt x="109728" y="53594"/>
                  </a:lnTo>
                  <a:lnTo>
                    <a:pt x="111506" y="57238"/>
                  </a:lnTo>
                  <a:lnTo>
                    <a:pt x="112826" y="58559"/>
                  </a:lnTo>
                  <a:lnTo>
                    <a:pt x="116319" y="60185"/>
                  </a:lnTo>
                  <a:lnTo>
                    <a:pt x="118452" y="60591"/>
                  </a:lnTo>
                  <a:lnTo>
                    <a:pt x="124523" y="60591"/>
                  </a:lnTo>
                  <a:lnTo>
                    <a:pt x="127000" y="60185"/>
                  </a:lnTo>
                  <a:close/>
                </a:path>
                <a:path w="189864" h="62229">
                  <a:moveTo>
                    <a:pt x="189369" y="41732"/>
                  </a:moveTo>
                  <a:lnTo>
                    <a:pt x="162636" y="26809"/>
                  </a:lnTo>
                  <a:lnTo>
                    <a:pt x="159778" y="26162"/>
                  </a:lnTo>
                  <a:lnTo>
                    <a:pt x="155473" y="24752"/>
                  </a:lnTo>
                  <a:lnTo>
                    <a:pt x="153911" y="23799"/>
                  </a:lnTo>
                  <a:lnTo>
                    <a:pt x="151980" y="21424"/>
                  </a:lnTo>
                  <a:lnTo>
                    <a:pt x="151498" y="19824"/>
                  </a:lnTo>
                  <a:lnTo>
                    <a:pt x="151498" y="15303"/>
                  </a:lnTo>
                  <a:lnTo>
                    <a:pt x="152539" y="13182"/>
                  </a:lnTo>
                  <a:lnTo>
                    <a:pt x="156692" y="9766"/>
                  </a:lnTo>
                  <a:lnTo>
                    <a:pt x="159880" y="8915"/>
                  </a:lnTo>
                  <a:lnTo>
                    <a:pt x="166865" y="8915"/>
                  </a:lnTo>
                  <a:lnTo>
                    <a:pt x="178447" y="19608"/>
                  </a:lnTo>
                  <a:lnTo>
                    <a:pt x="188252" y="18935"/>
                  </a:lnTo>
                  <a:lnTo>
                    <a:pt x="169202" y="0"/>
                  </a:lnTo>
                  <a:lnTo>
                    <a:pt x="159473" y="0"/>
                  </a:lnTo>
                  <a:lnTo>
                    <a:pt x="141909" y="14401"/>
                  </a:lnTo>
                  <a:lnTo>
                    <a:pt x="141909" y="21018"/>
                  </a:lnTo>
                  <a:lnTo>
                    <a:pt x="168503" y="36385"/>
                  </a:lnTo>
                  <a:lnTo>
                    <a:pt x="171767" y="37147"/>
                  </a:lnTo>
                  <a:lnTo>
                    <a:pt x="176225" y="38709"/>
                  </a:lnTo>
                  <a:lnTo>
                    <a:pt x="177749" y="39649"/>
                  </a:lnTo>
                  <a:lnTo>
                    <a:pt x="179374" y="41884"/>
                  </a:lnTo>
                  <a:lnTo>
                    <a:pt x="179793" y="43294"/>
                  </a:lnTo>
                  <a:lnTo>
                    <a:pt x="179793" y="47675"/>
                  </a:lnTo>
                  <a:lnTo>
                    <a:pt x="178587" y="49644"/>
                  </a:lnTo>
                  <a:lnTo>
                    <a:pt x="173748" y="52171"/>
                  </a:lnTo>
                  <a:lnTo>
                    <a:pt x="170357" y="52793"/>
                  </a:lnTo>
                  <a:lnTo>
                    <a:pt x="161302" y="52793"/>
                  </a:lnTo>
                  <a:lnTo>
                    <a:pt x="157645" y="51765"/>
                  </a:lnTo>
                  <a:lnTo>
                    <a:pt x="152361" y="47599"/>
                  </a:lnTo>
                  <a:lnTo>
                    <a:pt x="150749" y="44742"/>
                  </a:lnTo>
                  <a:lnTo>
                    <a:pt x="150152" y="41097"/>
                  </a:lnTo>
                  <a:lnTo>
                    <a:pt x="140360" y="41770"/>
                  </a:lnTo>
                  <a:lnTo>
                    <a:pt x="160845" y="61709"/>
                  </a:lnTo>
                  <a:lnTo>
                    <a:pt x="165976" y="61709"/>
                  </a:lnTo>
                  <a:lnTo>
                    <a:pt x="170434" y="61709"/>
                  </a:lnTo>
                  <a:lnTo>
                    <a:pt x="189369" y="48488"/>
                  </a:lnTo>
                  <a:lnTo>
                    <a:pt x="189369" y="4173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7" name="object 227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5148450" y="5142360"/>
              <a:ext cx="793988" cy="225342"/>
            </a:xfrm>
            <a:prstGeom prst="rect">
              <a:avLst/>
            </a:prstGeom>
          </p:spPr>
        </p:pic>
      </p:grpSp>
      <p:pic>
        <p:nvPicPr>
          <p:cNvPr id="228" name="object 228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556950" y="5661549"/>
            <a:ext cx="155946" cy="155940"/>
          </a:xfrm>
          <a:prstGeom prst="rect">
            <a:avLst/>
          </a:prstGeom>
        </p:spPr>
      </p:pic>
      <p:grpSp>
        <p:nvGrpSpPr>
          <p:cNvPr id="229" name="object 229"/>
          <p:cNvGrpSpPr/>
          <p:nvPr/>
        </p:nvGrpSpPr>
        <p:grpSpPr>
          <a:xfrm>
            <a:off x="807890" y="5698175"/>
            <a:ext cx="446405" cy="99695"/>
            <a:chOff x="807890" y="5698175"/>
            <a:chExt cx="446405" cy="99695"/>
          </a:xfrm>
        </p:grpSpPr>
        <p:pic>
          <p:nvPicPr>
            <p:cNvPr id="230" name="object 230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07890" y="5698175"/>
              <a:ext cx="389236" cy="9918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1232547" y="5726111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9" y="69107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2" name="object 232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1373030" y="5700313"/>
            <a:ext cx="467832" cy="96508"/>
          </a:xfrm>
          <a:prstGeom prst="rect">
            <a:avLst/>
          </a:prstGeom>
        </p:spPr>
      </p:pic>
      <p:pic>
        <p:nvPicPr>
          <p:cNvPr id="233" name="object 233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1933412" y="5698977"/>
            <a:ext cx="626038" cy="117894"/>
          </a:xfrm>
          <a:prstGeom prst="rect">
            <a:avLst/>
          </a:prstGeom>
        </p:spPr>
      </p:pic>
      <p:sp>
        <p:nvSpPr>
          <p:cNvPr id="234" name="object 234"/>
          <p:cNvSpPr txBox="1"/>
          <p:nvPr/>
        </p:nvSpPr>
        <p:spPr>
          <a:xfrm>
            <a:off x="2633900" y="5648854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470" dirty="0">
                <a:solidFill>
                  <a:srgbClr val="0D1117"/>
                </a:solidFill>
                <a:latin typeface="HGGothicE"/>
                <a:cs typeface="HGGothicE"/>
              </a:rPr>
              <a:t>→</a:t>
            </a:r>
            <a:endParaRPr sz="1050">
              <a:latin typeface="HGGothicE"/>
              <a:cs typeface="HGGothicE"/>
            </a:endParaRPr>
          </a:p>
        </p:txBody>
      </p:sp>
      <p:pic>
        <p:nvPicPr>
          <p:cNvPr id="235" name="object 235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2809787" y="5698175"/>
            <a:ext cx="393569" cy="99181"/>
          </a:xfrm>
          <a:prstGeom prst="rect">
            <a:avLst/>
          </a:prstGeom>
        </p:spPr>
      </p:pic>
      <p:pic>
        <p:nvPicPr>
          <p:cNvPr id="236" name="object 236"/>
          <p:cNvPicPr/>
          <p:nvPr/>
        </p:nvPicPr>
        <p:blipFill>
          <a:blip r:embed="rId134" cstate="print"/>
          <a:stretch>
            <a:fillRect/>
          </a:stretch>
        </p:blipFill>
        <p:spPr>
          <a:xfrm>
            <a:off x="3295262" y="5700313"/>
            <a:ext cx="788791" cy="114954"/>
          </a:xfrm>
          <a:prstGeom prst="rect">
            <a:avLst/>
          </a:prstGeom>
        </p:spPr>
      </p:pic>
      <p:grpSp>
        <p:nvGrpSpPr>
          <p:cNvPr id="237" name="object 237"/>
          <p:cNvGrpSpPr/>
          <p:nvPr/>
        </p:nvGrpSpPr>
        <p:grpSpPr>
          <a:xfrm>
            <a:off x="804102" y="5884330"/>
            <a:ext cx="5271135" cy="391795"/>
            <a:chOff x="804102" y="5884330"/>
            <a:chExt cx="5271135" cy="391795"/>
          </a:xfrm>
        </p:grpSpPr>
        <p:sp>
          <p:nvSpPr>
            <p:cNvPr id="238" name="object 238"/>
            <p:cNvSpPr/>
            <p:nvPr/>
          </p:nvSpPr>
          <p:spPr>
            <a:xfrm>
              <a:off x="1274737" y="5887008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40" h="83185">
                  <a:moveTo>
                    <a:pt x="57035" y="32893"/>
                  </a:moveTo>
                  <a:lnTo>
                    <a:pt x="55892" y="25539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69"/>
                  </a:lnTo>
                  <a:lnTo>
                    <a:pt x="48094" y="8394"/>
                  </a:lnTo>
                  <a:lnTo>
                    <a:pt x="40728" y="2578"/>
                  </a:lnTo>
                  <a:lnTo>
                    <a:pt x="40728" y="35318"/>
                  </a:lnTo>
                  <a:lnTo>
                    <a:pt x="40728" y="47447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29" y="64465"/>
                  </a:lnTo>
                  <a:lnTo>
                    <a:pt x="39865" y="28740"/>
                  </a:lnTo>
                  <a:lnTo>
                    <a:pt x="40233" y="30226"/>
                  </a:lnTo>
                  <a:lnTo>
                    <a:pt x="40728" y="35318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47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49"/>
                  </a:lnTo>
                  <a:lnTo>
                    <a:pt x="36106" y="18199"/>
                  </a:lnTo>
                  <a:lnTo>
                    <a:pt x="36106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0987"/>
                  </a:lnTo>
                  <a:lnTo>
                    <a:pt x="48094" y="74358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89"/>
                  </a:lnTo>
                  <a:lnTo>
                    <a:pt x="57035" y="49949"/>
                  </a:lnTo>
                  <a:lnTo>
                    <a:pt x="57035" y="32893"/>
                  </a:lnTo>
                  <a:close/>
                </a:path>
                <a:path w="104140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9" name="object 239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408852" y="5887003"/>
              <a:ext cx="190920" cy="82651"/>
            </a:xfrm>
            <a:prstGeom prst="rect">
              <a:avLst/>
            </a:prstGeom>
          </p:spPr>
        </p:pic>
        <p:sp>
          <p:nvSpPr>
            <p:cNvPr id="240" name="object 240"/>
            <p:cNvSpPr/>
            <p:nvPr/>
          </p:nvSpPr>
          <p:spPr>
            <a:xfrm>
              <a:off x="1628645" y="5951075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1" name="object 241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745482" y="5888785"/>
              <a:ext cx="388750" cy="80424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3484281" y="5888785"/>
              <a:ext cx="515736" cy="80424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4221684" y="5888675"/>
              <a:ext cx="780845" cy="80534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5089411" y="5907506"/>
              <a:ext cx="248920" cy="62230"/>
            </a:xfrm>
            <a:custGeom>
              <a:avLst/>
              <a:gdLst/>
              <a:ahLst/>
              <a:cxnLst/>
              <a:rect l="l" t="t" r="r" b="b"/>
              <a:pathLst>
                <a:path w="248920" h="62229">
                  <a:moveTo>
                    <a:pt x="50126" y="1333"/>
                  </a:moveTo>
                  <a:lnTo>
                    <a:pt x="33743" y="1333"/>
                  </a:lnTo>
                  <a:lnTo>
                    <a:pt x="30365" y="2578"/>
                  </a:lnTo>
                  <a:lnTo>
                    <a:pt x="25323" y="7556"/>
                  </a:lnTo>
                  <a:lnTo>
                    <a:pt x="23761" y="11366"/>
                  </a:lnTo>
                  <a:lnTo>
                    <a:pt x="23799" y="12674"/>
                  </a:lnTo>
                  <a:lnTo>
                    <a:pt x="23736" y="11531"/>
                  </a:lnTo>
                  <a:lnTo>
                    <a:pt x="23634" y="9575"/>
                  </a:lnTo>
                  <a:lnTo>
                    <a:pt x="23368" y="5016"/>
                  </a:lnTo>
                  <a:lnTo>
                    <a:pt x="23241" y="2578"/>
                  </a:lnTo>
                  <a:lnTo>
                    <a:pt x="23164" y="1333"/>
                  </a:lnTo>
                  <a:lnTo>
                    <a:pt x="0" y="1333"/>
                  </a:lnTo>
                  <a:lnTo>
                    <a:pt x="0" y="9575"/>
                  </a:lnTo>
                  <a:lnTo>
                    <a:pt x="15367" y="9575"/>
                  </a:lnTo>
                  <a:lnTo>
                    <a:pt x="15367" y="52133"/>
                  </a:lnTo>
                  <a:lnTo>
                    <a:pt x="0" y="52133"/>
                  </a:lnTo>
                  <a:lnTo>
                    <a:pt x="0" y="60375"/>
                  </a:lnTo>
                  <a:lnTo>
                    <a:pt x="43434" y="60375"/>
                  </a:lnTo>
                  <a:lnTo>
                    <a:pt x="43434" y="56578"/>
                  </a:lnTo>
                  <a:lnTo>
                    <a:pt x="43434" y="52133"/>
                  </a:lnTo>
                  <a:lnTo>
                    <a:pt x="24726" y="52133"/>
                  </a:lnTo>
                  <a:lnTo>
                    <a:pt x="24726" y="21463"/>
                  </a:lnTo>
                  <a:lnTo>
                    <a:pt x="25247" y="18732"/>
                  </a:lnTo>
                  <a:lnTo>
                    <a:pt x="25996" y="17157"/>
                  </a:lnTo>
                  <a:lnTo>
                    <a:pt x="27330" y="14351"/>
                  </a:lnTo>
                  <a:lnTo>
                    <a:pt x="28829" y="12674"/>
                  </a:lnTo>
                  <a:lnTo>
                    <a:pt x="32766" y="10375"/>
                  </a:lnTo>
                  <a:lnTo>
                    <a:pt x="35191" y="9804"/>
                  </a:lnTo>
                  <a:lnTo>
                    <a:pt x="50126" y="9804"/>
                  </a:lnTo>
                  <a:lnTo>
                    <a:pt x="50126" y="1333"/>
                  </a:lnTo>
                  <a:close/>
                </a:path>
                <a:path w="248920" h="62229">
                  <a:moveTo>
                    <a:pt x="117068" y="24015"/>
                  </a:moveTo>
                  <a:lnTo>
                    <a:pt x="116065" y="19088"/>
                  </a:lnTo>
                  <a:lnTo>
                    <a:pt x="111607" y="9880"/>
                  </a:lnTo>
                  <a:lnTo>
                    <a:pt x="110756" y="8915"/>
                  </a:lnTo>
                  <a:lnTo>
                    <a:pt x="108470" y="6311"/>
                  </a:lnTo>
                  <a:lnTo>
                    <a:pt x="107378" y="5638"/>
                  </a:lnTo>
                  <a:lnTo>
                    <a:pt x="107378" y="24015"/>
                  </a:lnTo>
                  <a:lnTo>
                    <a:pt x="107378" y="37680"/>
                  </a:lnTo>
                  <a:lnTo>
                    <a:pt x="105879" y="43053"/>
                  </a:lnTo>
                  <a:lnTo>
                    <a:pt x="99860" y="50850"/>
                  </a:lnTo>
                  <a:lnTo>
                    <a:pt x="95643" y="52793"/>
                  </a:lnTo>
                  <a:lnTo>
                    <a:pt x="84797" y="52793"/>
                  </a:lnTo>
                  <a:lnTo>
                    <a:pt x="80594" y="50850"/>
                  </a:lnTo>
                  <a:lnTo>
                    <a:pt x="74574" y="43053"/>
                  </a:lnTo>
                  <a:lnTo>
                    <a:pt x="73063" y="37680"/>
                  </a:lnTo>
                  <a:lnTo>
                    <a:pt x="73063" y="24015"/>
                  </a:lnTo>
                  <a:lnTo>
                    <a:pt x="74447" y="19088"/>
                  </a:lnTo>
                  <a:lnTo>
                    <a:pt x="74574" y="18656"/>
                  </a:lnTo>
                  <a:lnTo>
                    <a:pt x="80594" y="10858"/>
                  </a:lnTo>
                  <a:lnTo>
                    <a:pt x="84797" y="8915"/>
                  </a:lnTo>
                  <a:lnTo>
                    <a:pt x="95643" y="8915"/>
                  </a:lnTo>
                  <a:lnTo>
                    <a:pt x="99860" y="10858"/>
                  </a:lnTo>
                  <a:lnTo>
                    <a:pt x="105879" y="18656"/>
                  </a:lnTo>
                  <a:lnTo>
                    <a:pt x="107378" y="24015"/>
                  </a:lnTo>
                  <a:lnTo>
                    <a:pt x="107378" y="5638"/>
                  </a:lnTo>
                  <a:lnTo>
                    <a:pt x="100380" y="1257"/>
                  </a:lnTo>
                  <a:lnTo>
                    <a:pt x="95643" y="0"/>
                  </a:lnTo>
                  <a:lnTo>
                    <a:pt x="84797" y="0"/>
                  </a:lnTo>
                  <a:lnTo>
                    <a:pt x="63373" y="24015"/>
                  </a:lnTo>
                  <a:lnTo>
                    <a:pt x="63385" y="37680"/>
                  </a:lnTo>
                  <a:lnTo>
                    <a:pt x="84797" y="61709"/>
                  </a:lnTo>
                  <a:lnTo>
                    <a:pt x="95643" y="61709"/>
                  </a:lnTo>
                  <a:lnTo>
                    <a:pt x="100380" y="60452"/>
                  </a:lnTo>
                  <a:lnTo>
                    <a:pt x="108470" y="55397"/>
                  </a:lnTo>
                  <a:lnTo>
                    <a:pt x="110744" y="52793"/>
                  </a:lnTo>
                  <a:lnTo>
                    <a:pt x="111607" y="51816"/>
                  </a:lnTo>
                  <a:lnTo>
                    <a:pt x="116065" y="42532"/>
                  </a:lnTo>
                  <a:lnTo>
                    <a:pt x="117055" y="37680"/>
                  </a:lnTo>
                  <a:lnTo>
                    <a:pt x="117068" y="24015"/>
                  </a:lnTo>
                  <a:close/>
                </a:path>
                <a:path w="248920" h="62229">
                  <a:moveTo>
                    <a:pt x="188252" y="1333"/>
                  </a:moveTo>
                  <a:lnTo>
                    <a:pt x="178003" y="1333"/>
                  </a:lnTo>
                  <a:lnTo>
                    <a:pt x="170307" y="50571"/>
                  </a:lnTo>
                  <a:lnTo>
                    <a:pt x="161620" y="9575"/>
                  </a:lnTo>
                  <a:lnTo>
                    <a:pt x="152488" y="9575"/>
                  </a:lnTo>
                  <a:lnTo>
                    <a:pt x="143802" y="50571"/>
                  </a:lnTo>
                  <a:lnTo>
                    <a:pt x="136118" y="1333"/>
                  </a:lnTo>
                  <a:lnTo>
                    <a:pt x="125869" y="1333"/>
                  </a:lnTo>
                  <a:lnTo>
                    <a:pt x="137566" y="60375"/>
                  </a:lnTo>
                  <a:lnTo>
                    <a:pt x="149263" y="60375"/>
                  </a:lnTo>
                  <a:lnTo>
                    <a:pt x="157060" y="23164"/>
                  </a:lnTo>
                  <a:lnTo>
                    <a:pt x="164858" y="60375"/>
                  </a:lnTo>
                  <a:lnTo>
                    <a:pt x="176657" y="60375"/>
                  </a:lnTo>
                  <a:lnTo>
                    <a:pt x="188252" y="1333"/>
                  </a:lnTo>
                  <a:close/>
                </a:path>
                <a:path w="248920" h="62229">
                  <a:moveTo>
                    <a:pt x="248399" y="41732"/>
                  </a:moveTo>
                  <a:lnTo>
                    <a:pt x="221665" y="26809"/>
                  </a:lnTo>
                  <a:lnTo>
                    <a:pt x="218808" y="26162"/>
                  </a:lnTo>
                  <a:lnTo>
                    <a:pt x="214503" y="24739"/>
                  </a:lnTo>
                  <a:lnTo>
                    <a:pt x="212940" y="23799"/>
                  </a:lnTo>
                  <a:lnTo>
                    <a:pt x="211010" y="21424"/>
                  </a:lnTo>
                  <a:lnTo>
                    <a:pt x="210527" y="19824"/>
                  </a:lnTo>
                  <a:lnTo>
                    <a:pt x="210527" y="15290"/>
                  </a:lnTo>
                  <a:lnTo>
                    <a:pt x="211569" y="13182"/>
                  </a:lnTo>
                  <a:lnTo>
                    <a:pt x="215722" y="9766"/>
                  </a:lnTo>
                  <a:lnTo>
                    <a:pt x="218909" y="8915"/>
                  </a:lnTo>
                  <a:lnTo>
                    <a:pt x="225894" y="8915"/>
                  </a:lnTo>
                  <a:lnTo>
                    <a:pt x="237477" y="19608"/>
                  </a:lnTo>
                  <a:lnTo>
                    <a:pt x="247281" y="18935"/>
                  </a:lnTo>
                  <a:lnTo>
                    <a:pt x="228231" y="0"/>
                  </a:lnTo>
                  <a:lnTo>
                    <a:pt x="218503" y="0"/>
                  </a:lnTo>
                  <a:lnTo>
                    <a:pt x="200939" y="14401"/>
                  </a:lnTo>
                  <a:lnTo>
                    <a:pt x="200939" y="21018"/>
                  </a:lnTo>
                  <a:lnTo>
                    <a:pt x="227533" y="36385"/>
                  </a:lnTo>
                  <a:lnTo>
                    <a:pt x="230797" y="37147"/>
                  </a:lnTo>
                  <a:lnTo>
                    <a:pt x="235254" y="38709"/>
                  </a:lnTo>
                  <a:lnTo>
                    <a:pt x="236778" y="39649"/>
                  </a:lnTo>
                  <a:lnTo>
                    <a:pt x="238404" y="41884"/>
                  </a:lnTo>
                  <a:lnTo>
                    <a:pt x="238823" y="43294"/>
                  </a:lnTo>
                  <a:lnTo>
                    <a:pt x="238823" y="47675"/>
                  </a:lnTo>
                  <a:lnTo>
                    <a:pt x="237617" y="49644"/>
                  </a:lnTo>
                  <a:lnTo>
                    <a:pt x="232778" y="52171"/>
                  </a:lnTo>
                  <a:lnTo>
                    <a:pt x="229387" y="52793"/>
                  </a:lnTo>
                  <a:lnTo>
                    <a:pt x="220332" y="52793"/>
                  </a:lnTo>
                  <a:lnTo>
                    <a:pt x="216674" y="51752"/>
                  </a:lnTo>
                  <a:lnTo>
                    <a:pt x="211391" y="47599"/>
                  </a:lnTo>
                  <a:lnTo>
                    <a:pt x="209778" y="44742"/>
                  </a:lnTo>
                  <a:lnTo>
                    <a:pt x="209194" y="41097"/>
                  </a:lnTo>
                  <a:lnTo>
                    <a:pt x="199390" y="41770"/>
                  </a:lnTo>
                  <a:lnTo>
                    <a:pt x="219887" y="61709"/>
                  </a:lnTo>
                  <a:lnTo>
                    <a:pt x="225005" y="61709"/>
                  </a:lnTo>
                  <a:lnTo>
                    <a:pt x="229463" y="61709"/>
                  </a:lnTo>
                  <a:lnTo>
                    <a:pt x="248399" y="48488"/>
                  </a:lnTo>
                  <a:lnTo>
                    <a:pt x="248399" y="4173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1945985" y="6033593"/>
              <a:ext cx="186020" cy="80422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804102" y="5887003"/>
              <a:ext cx="1060233" cy="387191"/>
            </a:xfrm>
            <a:prstGeom prst="rect">
              <a:avLst/>
            </a:prstGeom>
          </p:spPr>
        </p:pic>
        <p:pic>
          <p:nvPicPr>
            <p:cNvPr id="247" name="object 247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2143145" y="5884330"/>
              <a:ext cx="1590205" cy="389864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5484849" y="5888675"/>
              <a:ext cx="590033" cy="225341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3616836" y="6033481"/>
              <a:ext cx="1186304" cy="242050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947099" y="6178288"/>
              <a:ext cx="115399" cy="7919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4754129" y="5954283"/>
              <a:ext cx="1251579" cy="304540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3815550" y="6197117"/>
              <a:ext cx="2240280" cy="62230"/>
            </a:xfrm>
            <a:custGeom>
              <a:avLst/>
              <a:gdLst/>
              <a:ahLst/>
              <a:cxnLst/>
              <a:rect l="l" t="t" r="r" b="b"/>
              <a:pathLst>
                <a:path w="2240279" h="62229">
                  <a:moveTo>
                    <a:pt x="56349" y="60185"/>
                  </a:moveTo>
                  <a:lnTo>
                    <a:pt x="55245" y="60185"/>
                  </a:lnTo>
                  <a:lnTo>
                    <a:pt x="55245" y="52133"/>
                  </a:lnTo>
                  <a:lnTo>
                    <a:pt x="50279" y="52133"/>
                  </a:lnTo>
                  <a:lnTo>
                    <a:pt x="49390" y="51866"/>
                  </a:lnTo>
                  <a:lnTo>
                    <a:pt x="48234" y="50876"/>
                  </a:lnTo>
                  <a:lnTo>
                    <a:pt x="47942" y="50038"/>
                  </a:lnTo>
                  <a:lnTo>
                    <a:pt x="47904" y="48348"/>
                  </a:lnTo>
                  <a:lnTo>
                    <a:pt x="47904" y="31864"/>
                  </a:lnTo>
                  <a:lnTo>
                    <a:pt x="47904" y="16560"/>
                  </a:lnTo>
                  <a:lnTo>
                    <a:pt x="45935" y="10680"/>
                  </a:lnTo>
                  <a:lnTo>
                    <a:pt x="44310" y="8915"/>
                  </a:lnTo>
                  <a:lnTo>
                    <a:pt x="38061" y="2133"/>
                  </a:lnTo>
                  <a:lnTo>
                    <a:pt x="32524" y="0"/>
                  </a:lnTo>
                  <a:lnTo>
                    <a:pt x="18719" y="0"/>
                  </a:lnTo>
                  <a:lnTo>
                    <a:pt x="13271" y="1727"/>
                  </a:lnTo>
                  <a:lnTo>
                    <a:pt x="4889" y="8636"/>
                  </a:lnTo>
                  <a:lnTo>
                    <a:pt x="2222" y="13144"/>
                  </a:lnTo>
                  <a:lnTo>
                    <a:pt x="1104" y="18796"/>
                  </a:lnTo>
                  <a:lnTo>
                    <a:pt x="2070" y="18796"/>
                  </a:lnTo>
                  <a:lnTo>
                    <a:pt x="11023" y="19494"/>
                  </a:lnTo>
                  <a:lnTo>
                    <a:pt x="11798" y="16560"/>
                  </a:lnTo>
                  <a:lnTo>
                    <a:pt x="11925" y="16078"/>
                  </a:lnTo>
                  <a:lnTo>
                    <a:pt x="13512" y="13462"/>
                  </a:lnTo>
                  <a:lnTo>
                    <a:pt x="18122" y="9817"/>
                  </a:lnTo>
                  <a:lnTo>
                    <a:pt x="21310" y="8915"/>
                  </a:lnTo>
                  <a:lnTo>
                    <a:pt x="29629" y="8915"/>
                  </a:lnTo>
                  <a:lnTo>
                    <a:pt x="32880" y="10134"/>
                  </a:lnTo>
                  <a:lnTo>
                    <a:pt x="37414" y="15036"/>
                  </a:lnTo>
                  <a:lnTo>
                    <a:pt x="38544" y="18796"/>
                  </a:lnTo>
                  <a:lnTo>
                    <a:pt x="38544" y="23837"/>
                  </a:lnTo>
                  <a:lnTo>
                    <a:pt x="38544" y="31864"/>
                  </a:lnTo>
                  <a:lnTo>
                    <a:pt x="24511" y="53467"/>
                  </a:lnTo>
                  <a:lnTo>
                    <a:pt x="17157" y="53467"/>
                  </a:lnTo>
                  <a:lnTo>
                    <a:pt x="14795" y="52781"/>
                  </a:lnTo>
                  <a:lnTo>
                    <a:pt x="14630" y="52781"/>
                  </a:lnTo>
                  <a:lnTo>
                    <a:pt x="10744" y="49669"/>
                  </a:lnTo>
                  <a:lnTo>
                    <a:pt x="9804" y="47523"/>
                  </a:lnTo>
                  <a:lnTo>
                    <a:pt x="9804" y="42329"/>
                  </a:lnTo>
                  <a:lnTo>
                    <a:pt x="10477" y="40627"/>
                  </a:lnTo>
                  <a:lnTo>
                    <a:pt x="10579" y="40347"/>
                  </a:lnTo>
                  <a:lnTo>
                    <a:pt x="13703" y="37299"/>
                  </a:lnTo>
                  <a:lnTo>
                    <a:pt x="16484" y="36169"/>
                  </a:lnTo>
                  <a:lnTo>
                    <a:pt x="20497" y="35420"/>
                  </a:lnTo>
                  <a:lnTo>
                    <a:pt x="38544" y="31864"/>
                  </a:lnTo>
                  <a:lnTo>
                    <a:pt x="38544" y="23837"/>
                  </a:lnTo>
                  <a:lnTo>
                    <a:pt x="12255" y="29108"/>
                  </a:lnTo>
                  <a:lnTo>
                    <a:pt x="7518" y="31140"/>
                  </a:lnTo>
                  <a:lnTo>
                    <a:pt x="1498" y="36703"/>
                  </a:lnTo>
                  <a:lnTo>
                    <a:pt x="101" y="40347"/>
                  </a:lnTo>
                  <a:lnTo>
                    <a:pt x="0" y="48869"/>
                  </a:lnTo>
                  <a:lnTo>
                    <a:pt x="850" y="51663"/>
                  </a:lnTo>
                  <a:lnTo>
                    <a:pt x="4267" y="56489"/>
                  </a:lnTo>
                  <a:lnTo>
                    <a:pt x="6604" y="58369"/>
                  </a:lnTo>
                  <a:lnTo>
                    <a:pt x="12763" y="61137"/>
                  </a:lnTo>
                  <a:lnTo>
                    <a:pt x="13017" y="61137"/>
                  </a:lnTo>
                  <a:lnTo>
                    <a:pt x="15887" y="61709"/>
                  </a:lnTo>
                  <a:lnTo>
                    <a:pt x="23025" y="61709"/>
                  </a:lnTo>
                  <a:lnTo>
                    <a:pt x="26212" y="61137"/>
                  </a:lnTo>
                  <a:lnTo>
                    <a:pt x="32156" y="58839"/>
                  </a:lnTo>
                  <a:lnTo>
                    <a:pt x="34620" y="57238"/>
                  </a:lnTo>
                  <a:lnTo>
                    <a:pt x="38125" y="53594"/>
                  </a:lnTo>
                  <a:lnTo>
                    <a:pt x="38252" y="53467"/>
                  </a:lnTo>
                  <a:lnTo>
                    <a:pt x="38557" y="53149"/>
                  </a:lnTo>
                  <a:lnTo>
                    <a:pt x="38760" y="52781"/>
                  </a:lnTo>
                  <a:lnTo>
                    <a:pt x="38696" y="51663"/>
                  </a:lnTo>
                  <a:lnTo>
                    <a:pt x="38798" y="52133"/>
                  </a:lnTo>
                  <a:lnTo>
                    <a:pt x="38887" y="52552"/>
                  </a:lnTo>
                  <a:lnTo>
                    <a:pt x="39116" y="52133"/>
                  </a:lnTo>
                  <a:lnTo>
                    <a:pt x="39103" y="53594"/>
                  </a:lnTo>
                  <a:lnTo>
                    <a:pt x="40881" y="57238"/>
                  </a:lnTo>
                  <a:lnTo>
                    <a:pt x="42202" y="58559"/>
                  </a:lnTo>
                  <a:lnTo>
                    <a:pt x="45694" y="60185"/>
                  </a:lnTo>
                  <a:lnTo>
                    <a:pt x="47828" y="60604"/>
                  </a:lnTo>
                  <a:lnTo>
                    <a:pt x="53924" y="60604"/>
                  </a:lnTo>
                  <a:lnTo>
                    <a:pt x="56349" y="60185"/>
                  </a:lnTo>
                  <a:close/>
                </a:path>
                <a:path w="2240279" h="62229">
                  <a:moveTo>
                    <a:pt x="118745" y="41732"/>
                  </a:moveTo>
                  <a:lnTo>
                    <a:pt x="92011" y="26809"/>
                  </a:lnTo>
                  <a:lnTo>
                    <a:pt x="89154" y="26162"/>
                  </a:lnTo>
                  <a:lnTo>
                    <a:pt x="84848" y="24752"/>
                  </a:lnTo>
                  <a:lnTo>
                    <a:pt x="83286" y="23799"/>
                  </a:lnTo>
                  <a:lnTo>
                    <a:pt x="81356" y="21424"/>
                  </a:lnTo>
                  <a:lnTo>
                    <a:pt x="80873" y="19824"/>
                  </a:lnTo>
                  <a:lnTo>
                    <a:pt x="80873" y="15303"/>
                  </a:lnTo>
                  <a:lnTo>
                    <a:pt x="81915" y="13182"/>
                  </a:lnTo>
                  <a:lnTo>
                    <a:pt x="86067" y="9766"/>
                  </a:lnTo>
                  <a:lnTo>
                    <a:pt x="89255" y="8915"/>
                  </a:lnTo>
                  <a:lnTo>
                    <a:pt x="96240" y="8915"/>
                  </a:lnTo>
                  <a:lnTo>
                    <a:pt x="107823" y="19608"/>
                  </a:lnTo>
                  <a:lnTo>
                    <a:pt x="117627" y="18935"/>
                  </a:lnTo>
                  <a:lnTo>
                    <a:pt x="98577" y="0"/>
                  </a:lnTo>
                  <a:lnTo>
                    <a:pt x="88849" y="0"/>
                  </a:lnTo>
                  <a:lnTo>
                    <a:pt x="71285" y="14414"/>
                  </a:lnTo>
                  <a:lnTo>
                    <a:pt x="71285" y="21018"/>
                  </a:lnTo>
                  <a:lnTo>
                    <a:pt x="97878" y="36385"/>
                  </a:lnTo>
                  <a:lnTo>
                    <a:pt x="101142" y="37147"/>
                  </a:lnTo>
                  <a:lnTo>
                    <a:pt x="105600" y="38709"/>
                  </a:lnTo>
                  <a:lnTo>
                    <a:pt x="107124" y="39662"/>
                  </a:lnTo>
                  <a:lnTo>
                    <a:pt x="108750" y="41884"/>
                  </a:lnTo>
                  <a:lnTo>
                    <a:pt x="109169" y="43294"/>
                  </a:lnTo>
                  <a:lnTo>
                    <a:pt x="109169" y="47675"/>
                  </a:lnTo>
                  <a:lnTo>
                    <a:pt x="107962" y="49644"/>
                  </a:lnTo>
                  <a:lnTo>
                    <a:pt x="103124" y="52171"/>
                  </a:lnTo>
                  <a:lnTo>
                    <a:pt x="99733" y="52806"/>
                  </a:lnTo>
                  <a:lnTo>
                    <a:pt x="90678" y="52806"/>
                  </a:lnTo>
                  <a:lnTo>
                    <a:pt x="87020" y="51765"/>
                  </a:lnTo>
                  <a:lnTo>
                    <a:pt x="81737" y="47599"/>
                  </a:lnTo>
                  <a:lnTo>
                    <a:pt x="80124" y="44742"/>
                  </a:lnTo>
                  <a:lnTo>
                    <a:pt x="79527" y="41109"/>
                  </a:lnTo>
                  <a:lnTo>
                    <a:pt x="69735" y="41770"/>
                  </a:lnTo>
                  <a:lnTo>
                    <a:pt x="90220" y="61709"/>
                  </a:lnTo>
                  <a:lnTo>
                    <a:pt x="95351" y="61709"/>
                  </a:lnTo>
                  <a:lnTo>
                    <a:pt x="99809" y="61709"/>
                  </a:lnTo>
                  <a:lnTo>
                    <a:pt x="118745" y="48488"/>
                  </a:lnTo>
                  <a:lnTo>
                    <a:pt x="118745" y="41732"/>
                  </a:lnTo>
                  <a:close/>
                </a:path>
                <a:path w="2240279" h="62229">
                  <a:moveTo>
                    <a:pt x="2239835" y="46786"/>
                  </a:moveTo>
                  <a:lnTo>
                    <a:pt x="2226018" y="46786"/>
                  </a:lnTo>
                  <a:lnTo>
                    <a:pt x="2226018" y="60375"/>
                  </a:lnTo>
                  <a:lnTo>
                    <a:pt x="2239835" y="60375"/>
                  </a:lnTo>
                  <a:lnTo>
                    <a:pt x="2239835" y="46786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3" name="object 253"/>
          <p:cNvSpPr/>
          <p:nvPr/>
        </p:nvSpPr>
        <p:spPr>
          <a:xfrm>
            <a:off x="4082446" y="5887003"/>
            <a:ext cx="55880" cy="81280"/>
          </a:xfrm>
          <a:custGeom>
            <a:avLst/>
            <a:gdLst/>
            <a:ahLst/>
            <a:cxnLst/>
            <a:rect l="l" t="t" r="r" b="b"/>
            <a:pathLst>
              <a:path w="55879" h="81279">
                <a:moveTo>
                  <a:pt x="35162" y="0"/>
                </a:moveTo>
                <a:lnTo>
                  <a:pt x="21201" y="0"/>
                </a:lnTo>
                <a:lnTo>
                  <a:pt x="14406" y="2302"/>
                </a:lnTo>
                <a:lnTo>
                  <a:pt x="4307" y="11510"/>
                </a:lnTo>
                <a:lnTo>
                  <a:pt x="1337" y="17673"/>
                </a:lnTo>
                <a:lnTo>
                  <a:pt x="445" y="25396"/>
                </a:lnTo>
                <a:lnTo>
                  <a:pt x="10471" y="26065"/>
                </a:lnTo>
                <a:lnTo>
                  <a:pt x="11287" y="20718"/>
                </a:lnTo>
                <a:lnTo>
                  <a:pt x="13312" y="16596"/>
                </a:lnTo>
                <a:lnTo>
                  <a:pt x="19772" y="10805"/>
                </a:lnTo>
                <a:lnTo>
                  <a:pt x="24171" y="9356"/>
                </a:lnTo>
                <a:lnTo>
                  <a:pt x="33232" y="9356"/>
                </a:lnTo>
                <a:lnTo>
                  <a:pt x="45558" y="20421"/>
                </a:lnTo>
                <a:lnTo>
                  <a:pt x="45558" y="25841"/>
                </a:lnTo>
                <a:lnTo>
                  <a:pt x="22426" y="44704"/>
                </a:lnTo>
                <a:lnTo>
                  <a:pt x="16282" y="48826"/>
                </a:lnTo>
                <a:lnTo>
                  <a:pt x="7444" y="56995"/>
                </a:lnTo>
                <a:lnTo>
                  <a:pt x="4363" y="61282"/>
                </a:lnTo>
                <a:lnTo>
                  <a:pt x="872" y="70267"/>
                </a:lnTo>
                <a:lnTo>
                  <a:pt x="0" y="75299"/>
                </a:lnTo>
                <a:lnTo>
                  <a:pt x="0" y="80868"/>
                </a:lnTo>
                <a:lnTo>
                  <a:pt x="55695" y="80868"/>
                </a:lnTo>
                <a:lnTo>
                  <a:pt x="55695" y="71512"/>
                </a:lnTo>
                <a:lnTo>
                  <a:pt x="11808" y="71512"/>
                </a:lnTo>
                <a:lnTo>
                  <a:pt x="11957" y="69507"/>
                </a:lnTo>
                <a:lnTo>
                  <a:pt x="39358" y="46784"/>
                </a:lnTo>
                <a:lnTo>
                  <a:pt x="43684" y="44072"/>
                </a:lnTo>
                <a:lnTo>
                  <a:pt x="49996" y="39023"/>
                </a:lnTo>
                <a:lnTo>
                  <a:pt x="52242" y="36294"/>
                </a:lnTo>
                <a:lnTo>
                  <a:pt x="54916" y="30427"/>
                </a:lnTo>
                <a:lnTo>
                  <a:pt x="55584" y="26955"/>
                </a:lnTo>
                <a:lnTo>
                  <a:pt x="55584" y="18416"/>
                </a:lnTo>
                <a:lnTo>
                  <a:pt x="54563" y="14424"/>
                </a:lnTo>
                <a:lnTo>
                  <a:pt x="50478" y="7518"/>
                </a:lnTo>
                <a:lnTo>
                  <a:pt x="47527" y="4827"/>
                </a:lnTo>
                <a:lnTo>
                  <a:pt x="39804" y="965"/>
                </a:lnTo>
                <a:lnTo>
                  <a:pt x="3516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4" name="object 254"/>
          <p:cNvPicPr/>
          <p:nvPr/>
        </p:nvPicPr>
        <p:blipFill>
          <a:blip r:embed="rId145" cstate="print"/>
          <a:stretch>
            <a:fillRect/>
          </a:stretch>
        </p:blipFill>
        <p:spPr>
          <a:xfrm>
            <a:off x="6393791" y="1874292"/>
            <a:ext cx="3742707" cy="1292125"/>
          </a:xfrm>
          <a:prstGeom prst="rect">
            <a:avLst/>
          </a:prstGeom>
        </p:spPr>
      </p:pic>
      <p:sp>
        <p:nvSpPr>
          <p:cNvPr id="255" name="object 255"/>
          <p:cNvSpPr txBox="1"/>
          <p:nvPr/>
        </p:nvSpPr>
        <p:spPr>
          <a:xfrm>
            <a:off x="7826918" y="1984120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375" dirty="0">
                <a:solidFill>
                  <a:srgbClr val="64748B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256" name="object 256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6393791" y="3244390"/>
            <a:ext cx="3742707" cy="1230860"/>
          </a:xfrm>
          <a:prstGeom prst="rect">
            <a:avLst/>
          </a:prstGeom>
        </p:spPr>
      </p:pic>
      <p:pic>
        <p:nvPicPr>
          <p:cNvPr id="257" name="object 257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6393791" y="4553224"/>
            <a:ext cx="3742707" cy="10303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6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56950" y="972028"/>
            <a:ext cx="835660" cy="200660"/>
            <a:chOff x="556950" y="972028"/>
            <a:chExt cx="835660" cy="200660"/>
          </a:xfrm>
        </p:grpSpPr>
        <p:sp>
          <p:nvSpPr>
            <p:cNvPr id="4" name="object 4"/>
            <p:cNvSpPr/>
            <p:nvPr/>
          </p:nvSpPr>
          <p:spPr>
            <a:xfrm>
              <a:off x="556950" y="972028"/>
              <a:ext cx="835660" cy="200660"/>
            </a:xfrm>
            <a:custGeom>
              <a:avLst/>
              <a:gdLst/>
              <a:ahLst/>
              <a:cxnLst/>
              <a:rect l="l" t="t" r="r" b="b"/>
              <a:pathLst>
                <a:path w="835660" h="200659">
                  <a:moveTo>
                    <a:pt x="816102" y="0"/>
                  </a:moveTo>
                  <a:lnTo>
                    <a:pt x="19323" y="0"/>
                  </a:lnTo>
                  <a:lnTo>
                    <a:pt x="16481" y="560"/>
                  </a:lnTo>
                  <a:lnTo>
                    <a:pt x="0" y="19314"/>
                  </a:lnTo>
                  <a:lnTo>
                    <a:pt x="0" y="178224"/>
                  </a:lnTo>
                  <a:lnTo>
                    <a:pt x="0" y="181171"/>
                  </a:lnTo>
                  <a:lnTo>
                    <a:pt x="19323" y="200497"/>
                  </a:lnTo>
                  <a:lnTo>
                    <a:pt x="816102" y="200497"/>
                  </a:lnTo>
                  <a:lnTo>
                    <a:pt x="835425" y="181171"/>
                  </a:lnTo>
                  <a:lnTo>
                    <a:pt x="835425" y="19314"/>
                  </a:lnTo>
                  <a:lnTo>
                    <a:pt x="818943" y="560"/>
                  </a:lnTo>
                  <a:lnTo>
                    <a:pt x="816102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388" y="1032179"/>
              <a:ext cx="124460" cy="79375"/>
            </a:xfrm>
            <a:custGeom>
              <a:avLst/>
              <a:gdLst/>
              <a:ahLst/>
              <a:cxnLst/>
              <a:rect l="l" t="t" r="r" b="b"/>
              <a:pathLst>
                <a:path w="124459" h="79375">
                  <a:moveTo>
                    <a:pt x="50342" y="0"/>
                  </a:moveTo>
                  <a:lnTo>
                    <a:pt x="0" y="0"/>
                  </a:lnTo>
                  <a:lnTo>
                    <a:pt x="0" y="79095"/>
                  </a:lnTo>
                  <a:lnTo>
                    <a:pt x="15862" y="79095"/>
                  </a:lnTo>
                  <a:lnTo>
                    <a:pt x="15862" y="47345"/>
                  </a:lnTo>
                  <a:lnTo>
                    <a:pt x="48348" y="47345"/>
                  </a:lnTo>
                  <a:lnTo>
                    <a:pt x="48348" y="33401"/>
                  </a:lnTo>
                  <a:lnTo>
                    <a:pt x="15862" y="33401"/>
                  </a:lnTo>
                  <a:lnTo>
                    <a:pt x="15862" y="14224"/>
                  </a:lnTo>
                  <a:lnTo>
                    <a:pt x="50342" y="14224"/>
                  </a:lnTo>
                  <a:lnTo>
                    <a:pt x="50342" y="7785"/>
                  </a:lnTo>
                  <a:lnTo>
                    <a:pt x="50342" y="0"/>
                  </a:lnTo>
                  <a:close/>
                </a:path>
                <a:path w="124459" h="79375">
                  <a:moveTo>
                    <a:pt x="123863" y="0"/>
                  </a:moveTo>
                  <a:lnTo>
                    <a:pt x="73520" y="0"/>
                  </a:lnTo>
                  <a:lnTo>
                    <a:pt x="73520" y="14312"/>
                  </a:lnTo>
                  <a:lnTo>
                    <a:pt x="90754" y="14312"/>
                  </a:lnTo>
                  <a:lnTo>
                    <a:pt x="90754" y="64795"/>
                  </a:lnTo>
                  <a:lnTo>
                    <a:pt x="73520" y="64795"/>
                  </a:lnTo>
                  <a:lnTo>
                    <a:pt x="73520" y="79095"/>
                  </a:lnTo>
                  <a:lnTo>
                    <a:pt x="123863" y="79095"/>
                  </a:lnTo>
                  <a:lnTo>
                    <a:pt x="123863" y="64795"/>
                  </a:lnTo>
                  <a:lnTo>
                    <a:pt x="106616" y="64795"/>
                  </a:lnTo>
                  <a:lnTo>
                    <a:pt x="106616" y="14312"/>
                  </a:lnTo>
                  <a:lnTo>
                    <a:pt x="123863" y="14312"/>
                  </a:lnTo>
                  <a:lnTo>
                    <a:pt x="123863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3540" y="1032179"/>
              <a:ext cx="204064" cy="7908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17206" y="1030401"/>
              <a:ext cx="284480" cy="83185"/>
            </a:xfrm>
            <a:custGeom>
              <a:avLst/>
              <a:gdLst/>
              <a:ahLst/>
              <a:cxnLst/>
              <a:rect l="l" t="t" r="r" b="b"/>
              <a:pathLst>
                <a:path w="284480" h="83184">
                  <a:moveTo>
                    <a:pt x="59169" y="52197"/>
                  </a:moveTo>
                  <a:lnTo>
                    <a:pt x="43014" y="51511"/>
                  </a:lnTo>
                  <a:lnTo>
                    <a:pt x="42252" y="57061"/>
                  </a:lnTo>
                  <a:lnTo>
                    <a:pt x="40741" y="61302"/>
                  </a:lnTo>
                  <a:lnTo>
                    <a:pt x="36182" y="67157"/>
                  </a:lnTo>
                  <a:lnTo>
                    <a:pt x="33477" y="68618"/>
                  </a:lnTo>
                  <a:lnTo>
                    <a:pt x="27305" y="68618"/>
                  </a:lnTo>
                  <a:lnTo>
                    <a:pt x="16306" y="47218"/>
                  </a:lnTo>
                  <a:lnTo>
                    <a:pt x="16306" y="35585"/>
                  </a:lnTo>
                  <a:lnTo>
                    <a:pt x="27305" y="14033"/>
                  </a:lnTo>
                  <a:lnTo>
                    <a:pt x="33426" y="14033"/>
                  </a:lnTo>
                  <a:lnTo>
                    <a:pt x="36055" y="15405"/>
                  </a:lnTo>
                  <a:lnTo>
                    <a:pt x="40398" y="20891"/>
                  </a:lnTo>
                  <a:lnTo>
                    <a:pt x="41884" y="24853"/>
                  </a:lnTo>
                  <a:lnTo>
                    <a:pt x="42710" y="30035"/>
                  </a:lnTo>
                  <a:lnTo>
                    <a:pt x="58902" y="29298"/>
                  </a:lnTo>
                  <a:lnTo>
                    <a:pt x="57531" y="19926"/>
                  </a:lnTo>
                  <a:lnTo>
                    <a:pt x="54356" y="12700"/>
                  </a:lnTo>
                  <a:lnTo>
                    <a:pt x="44373" y="2540"/>
                  </a:lnTo>
                  <a:lnTo>
                    <a:pt x="38036" y="0"/>
                  </a:lnTo>
                  <a:lnTo>
                    <a:pt x="23888" y="0"/>
                  </a:lnTo>
                  <a:lnTo>
                    <a:pt x="0" y="32893"/>
                  </a:lnTo>
                  <a:lnTo>
                    <a:pt x="0" y="49949"/>
                  </a:lnTo>
                  <a:lnTo>
                    <a:pt x="23888" y="82651"/>
                  </a:lnTo>
                  <a:lnTo>
                    <a:pt x="30340" y="82651"/>
                  </a:lnTo>
                  <a:lnTo>
                    <a:pt x="38239" y="82651"/>
                  </a:lnTo>
                  <a:lnTo>
                    <a:pt x="44704" y="79997"/>
                  </a:lnTo>
                  <a:lnTo>
                    <a:pt x="54737" y="69354"/>
                  </a:lnTo>
                  <a:lnTo>
                    <a:pt x="57886" y="61861"/>
                  </a:lnTo>
                  <a:lnTo>
                    <a:pt x="59169" y="52197"/>
                  </a:lnTo>
                  <a:close/>
                </a:path>
                <a:path w="284480" h="83184">
                  <a:moveTo>
                    <a:pt x="130771" y="1778"/>
                  </a:moveTo>
                  <a:lnTo>
                    <a:pt x="80416" y="1778"/>
                  </a:lnTo>
                  <a:lnTo>
                    <a:pt x="80416" y="16090"/>
                  </a:lnTo>
                  <a:lnTo>
                    <a:pt x="97663" y="16090"/>
                  </a:lnTo>
                  <a:lnTo>
                    <a:pt x="97663" y="66573"/>
                  </a:lnTo>
                  <a:lnTo>
                    <a:pt x="80416" y="66573"/>
                  </a:lnTo>
                  <a:lnTo>
                    <a:pt x="80416" y="80873"/>
                  </a:lnTo>
                  <a:lnTo>
                    <a:pt x="130771" y="80873"/>
                  </a:lnTo>
                  <a:lnTo>
                    <a:pt x="130771" y="66573"/>
                  </a:lnTo>
                  <a:lnTo>
                    <a:pt x="113525" y="66573"/>
                  </a:lnTo>
                  <a:lnTo>
                    <a:pt x="113525" y="16090"/>
                  </a:lnTo>
                  <a:lnTo>
                    <a:pt x="130771" y="16090"/>
                  </a:lnTo>
                  <a:lnTo>
                    <a:pt x="130771" y="1778"/>
                  </a:lnTo>
                  <a:close/>
                </a:path>
                <a:path w="284480" h="83184">
                  <a:moveTo>
                    <a:pt x="212661" y="80873"/>
                  </a:moveTo>
                  <a:lnTo>
                    <a:pt x="208051" y="64046"/>
                  </a:lnTo>
                  <a:lnTo>
                    <a:pt x="204266" y="50215"/>
                  </a:lnTo>
                  <a:lnTo>
                    <a:pt x="196240" y="20891"/>
                  </a:lnTo>
                  <a:lnTo>
                    <a:pt x="191008" y="1778"/>
                  </a:lnTo>
                  <a:lnTo>
                    <a:pt x="188823" y="1778"/>
                  </a:lnTo>
                  <a:lnTo>
                    <a:pt x="188823" y="50215"/>
                  </a:lnTo>
                  <a:lnTo>
                    <a:pt x="173837" y="50215"/>
                  </a:lnTo>
                  <a:lnTo>
                    <a:pt x="181343" y="20891"/>
                  </a:lnTo>
                  <a:lnTo>
                    <a:pt x="188823" y="50215"/>
                  </a:lnTo>
                  <a:lnTo>
                    <a:pt x="188823" y="1778"/>
                  </a:lnTo>
                  <a:lnTo>
                    <a:pt x="171665" y="1778"/>
                  </a:lnTo>
                  <a:lnTo>
                    <a:pt x="150012" y="80873"/>
                  </a:lnTo>
                  <a:lnTo>
                    <a:pt x="166014" y="80873"/>
                  </a:lnTo>
                  <a:lnTo>
                    <a:pt x="170307" y="64046"/>
                  </a:lnTo>
                  <a:lnTo>
                    <a:pt x="192354" y="64046"/>
                  </a:lnTo>
                  <a:lnTo>
                    <a:pt x="196659" y="80873"/>
                  </a:lnTo>
                  <a:lnTo>
                    <a:pt x="212661" y="80873"/>
                  </a:lnTo>
                  <a:close/>
                </a:path>
                <a:path w="284480" h="83184">
                  <a:moveTo>
                    <a:pt x="284480" y="66573"/>
                  </a:moveTo>
                  <a:lnTo>
                    <a:pt x="249999" y="66573"/>
                  </a:lnTo>
                  <a:lnTo>
                    <a:pt x="249999" y="1778"/>
                  </a:lnTo>
                  <a:lnTo>
                    <a:pt x="234137" y="1778"/>
                  </a:lnTo>
                  <a:lnTo>
                    <a:pt x="234137" y="80873"/>
                  </a:lnTo>
                  <a:lnTo>
                    <a:pt x="284480" y="80873"/>
                  </a:lnTo>
                  <a:lnTo>
                    <a:pt x="284480" y="76352"/>
                  </a:lnTo>
                  <a:lnTo>
                    <a:pt x="284480" y="66573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472611" y="1030397"/>
            <a:ext cx="363855" cy="94615"/>
            <a:chOff x="1472611" y="1030397"/>
            <a:chExt cx="363855" cy="946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611" y="1030397"/>
              <a:ext cx="320135" cy="941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22154" y="1054680"/>
              <a:ext cx="13970" cy="57150"/>
            </a:xfrm>
            <a:custGeom>
              <a:avLst/>
              <a:gdLst/>
              <a:ahLst/>
              <a:cxnLst/>
              <a:rect l="l" t="t" r="r" b="b"/>
              <a:pathLst>
                <a:path w="13969" h="57150">
                  <a:moveTo>
                    <a:pt x="13812" y="42997"/>
                  </a:moveTo>
                  <a:lnTo>
                    <a:pt x="0" y="42997"/>
                  </a:lnTo>
                  <a:lnTo>
                    <a:pt x="0" y="56586"/>
                  </a:lnTo>
                  <a:lnTo>
                    <a:pt x="13812" y="56586"/>
                  </a:lnTo>
                  <a:lnTo>
                    <a:pt x="13812" y="42997"/>
                  </a:lnTo>
                  <a:close/>
                </a:path>
                <a:path w="13969" h="5715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4880" y="1030397"/>
            <a:ext cx="122529" cy="8265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156324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9050" y="1032179"/>
            <a:ext cx="123643" cy="7908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90494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03221" y="1032179"/>
            <a:ext cx="121414" cy="80868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824665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2936278" y="1030397"/>
            <a:ext cx="370205" cy="94615"/>
            <a:chOff x="2936278" y="1030397"/>
            <a:chExt cx="370205" cy="9461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6278" y="1030397"/>
              <a:ext cx="326817" cy="9412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92502" y="1054680"/>
              <a:ext cx="13970" cy="57150"/>
            </a:xfrm>
            <a:custGeom>
              <a:avLst/>
              <a:gdLst/>
              <a:ahLst/>
              <a:cxnLst/>
              <a:rect l="l" t="t" r="r" b="b"/>
              <a:pathLst>
                <a:path w="13970" h="57150">
                  <a:moveTo>
                    <a:pt x="13812" y="42997"/>
                  </a:moveTo>
                  <a:lnTo>
                    <a:pt x="0" y="42997"/>
                  </a:lnTo>
                  <a:lnTo>
                    <a:pt x="0" y="56586"/>
                  </a:lnTo>
                  <a:lnTo>
                    <a:pt x="13812" y="56586"/>
                  </a:lnTo>
                  <a:lnTo>
                    <a:pt x="13812" y="42997"/>
                  </a:lnTo>
                  <a:close/>
                </a:path>
                <a:path w="13970" h="5715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05230" y="1030397"/>
            <a:ext cx="323030" cy="82650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3827175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39903" y="1032179"/>
            <a:ext cx="324144" cy="80424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4361848" y="107060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74575" y="1030397"/>
            <a:ext cx="389864" cy="82650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572099" y="1360169"/>
            <a:ext cx="652780" cy="326390"/>
            <a:chOff x="572099" y="1360169"/>
            <a:chExt cx="652780" cy="326390"/>
          </a:xfrm>
        </p:grpSpPr>
        <p:sp>
          <p:nvSpPr>
            <p:cNvPr id="26" name="object 26"/>
            <p:cNvSpPr/>
            <p:nvPr/>
          </p:nvSpPr>
          <p:spPr>
            <a:xfrm>
              <a:off x="572096" y="1360169"/>
              <a:ext cx="197485" cy="269240"/>
            </a:xfrm>
            <a:custGeom>
              <a:avLst/>
              <a:gdLst/>
              <a:ahLst/>
              <a:cxnLst/>
              <a:rect l="l" t="t" r="r" b="b"/>
              <a:pathLst>
                <a:path w="197484" h="269239">
                  <a:moveTo>
                    <a:pt x="196938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71501" y="48260"/>
                  </a:lnTo>
                  <a:lnTo>
                    <a:pt x="71501" y="269240"/>
                  </a:lnTo>
                  <a:lnTo>
                    <a:pt x="125437" y="269240"/>
                  </a:lnTo>
                  <a:lnTo>
                    <a:pt x="125437" y="48260"/>
                  </a:lnTo>
                  <a:lnTo>
                    <a:pt x="196938" y="48260"/>
                  </a:lnTo>
                  <a:lnTo>
                    <a:pt x="19693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1604" y="1421688"/>
              <a:ext cx="192391" cy="21208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32623" y="1421688"/>
              <a:ext cx="191770" cy="264795"/>
            </a:xfrm>
            <a:custGeom>
              <a:avLst/>
              <a:gdLst/>
              <a:ahLst/>
              <a:cxnLst/>
              <a:rect l="l" t="t" r="r" b="b"/>
              <a:pathLst>
                <a:path w="191769" h="264794">
                  <a:moveTo>
                    <a:pt x="49536" y="4544"/>
                  </a:moveTo>
                  <a:lnTo>
                    <a:pt x="0" y="4544"/>
                  </a:lnTo>
                  <a:lnTo>
                    <a:pt x="0" y="264350"/>
                  </a:lnTo>
                  <a:lnTo>
                    <a:pt x="51352" y="264350"/>
                  </a:lnTo>
                  <a:lnTo>
                    <a:pt x="51352" y="179342"/>
                  </a:lnTo>
                  <a:lnTo>
                    <a:pt x="48853" y="174546"/>
                  </a:lnTo>
                  <a:lnTo>
                    <a:pt x="45902" y="167397"/>
                  </a:lnTo>
                  <a:lnTo>
                    <a:pt x="51352" y="162319"/>
                  </a:lnTo>
                  <a:lnTo>
                    <a:pt x="75672" y="162319"/>
                  </a:lnTo>
                  <a:lnTo>
                    <a:pt x="65835" y="155934"/>
                  </a:lnTo>
                  <a:lnTo>
                    <a:pt x="51700" y="115965"/>
                  </a:lnTo>
                  <a:lnTo>
                    <a:pt x="51352" y="106043"/>
                  </a:lnTo>
                  <a:lnTo>
                    <a:pt x="51705" y="96121"/>
                  </a:lnTo>
                  <a:lnTo>
                    <a:pt x="65963" y="56151"/>
                  </a:lnTo>
                  <a:lnTo>
                    <a:pt x="73300" y="51352"/>
                  </a:lnTo>
                  <a:lnTo>
                    <a:pt x="50974" y="51352"/>
                  </a:lnTo>
                  <a:lnTo>
                    <a:pt x="46204" y="49080"/>
                  </a:lnTo>
                  <a:lnTo>
                    <a:pt x="50567" y="38098"/>
                  </a:lnTo>
                  <a:lnTo>
                    <a:pt x="49640" y="7925"/>
                  </a:lnTo>
                  <a:lnTo>
                    <a:pt x="49536" y="4544"/>
                  </a:lnTo>
                  <a:close/>
                </a:path>
                <a:path w="191769" h="264794">
                  <a:moveTo>
                    <a:pt x="75672" y="162319"/>
                  </a:moveTo>
                  <a:lnTo>
                    <a:pt x="51352" y="162319"/>
                  </a:lnTo>
                  <a:lnTo>
                    <a:pt x="51352" y="179342"/>
                  </a:lnTo>
                  <a:lnTo>
                    <a:pt x="82337" y="207124"/>
                  </a:lnTo>
                  <a:lnTo>
                    <a:pt x="111191" y="212086"/>
                  </a:lnTo>
                  <a:lnTo>
                    <a:pt x="124106" y="211205"/>
                  </a:lnTo>
                  <a:lnTo>
                    <a:pt x="164410" y="190327"/>
                  </a:lnTo>
                  <a:lnTo>
                    <a:pt x="179724" y="166792"/>
                  </a:lnTo>
                  <a:lnTo>
                    <a:pt x="86854" y="166792"/>
                  </a:lnTo>
                  <a:lnTo>
                    <a:pt x="79217" y="164621"/>
                  </a:lnTo>
                  <a:lnTo>
                    <a:pt x="75672" y="162319"/>
                  </a:lnTo>
                  <a:close/>
                </a:path>
                <a:path w="191769" h="264794">
                  <a:moveTo>
                    <a:pt x="51352" y="162319"/>
                  </a:moveTo>
                  <a:lnTo>
                    <a:pt x="45902" y="167397"/>
                  </a:lnTo>
                  <a:lnTo>
                    <a:pt x="48853" y="174546"/>
                  </a:lnTo>
                  <a:lnTo>
                    <a:pt x="51352" y="179342"/>
                  </a:lnTo>
                  <a:lnTo>
                    <a:pt x="51352" y="162319"/>
                  </a:lnTo>
                  <a:close/>
                </a:path>
                <a:path w="191769" h="264794">
                  <a:moveTo>
                    <a:pt x="179761" y="45293"/>
                  </a:moveTo>
                  <a:lnTo>
                    <a:pt x="95439" y="45293"/>
                  </a:lnTo>
                  <a:lnTo>
                    <a:pt x="105087" y="46218"/>
                  </a:lnTo>
                  <a:lnTo>
                    <a:pt x="113714" y="49080"/>
                  </a:lnTo>
                  <a:lnTo>
                    <a:pt x="137611" y="91497"/>
                  </a:lnTo>
                  <a:lnTo>
                    <a:pt x="138312" y="106043"/>
                  </a:lnTo>
                  <a:lnTo>
                    <a:pt x="137611" y="120589"/>
                  </a:lnTo>
                  <a:lnTo>
                    <a:pt x="120918" y="158463"/>
                  </a:lnTo>
                  <a:lnTo>
                    <a:pt x="95439" y="166792"/>
                  </a:lnTo>
                  <a:lnTo>
                    <a:pt x="179724" y="166792"/>
                  </a:lnTo>
                  <a:lnTo>
                    <a:pt x="191075" y="120589"/>
                  </a:lnTo>
                  <a:lnTo>
                    <a:pt x="191635" y="106043"/>
                  </a:lnTo>
                  <a:lnTo>
                    <a:pt x="191083" y="91497"/>
                  </a:lnTo>
                  <a:lnTo>
                    <a:pt x="189420" y="77610"/>
                  </a:lnTo>
                  <a:lnTo>
                    <a:pt x="186650" y="64509"/>
                  </a:lnTo>
                  <a:lnTo>
                    <a:pt x="182773" y="52151"/>
                  </a:lnTo>
                  <a:lnTo>
                    <a:pt x="179761" y="45293"/>
                  </a:lnTo>
                  <a:close/>
                </a:path>
                <a:path w="191769" h="264794">
                  <a:moveTo>
                    <a:pt x="50567" y="38098"/>
                  </a:moveTo>
                  <a:lnTo>
                    <a:pt x="46204" y="49080"/>
                  </a:lnTo>
                  <a:lnTo>
                    <a:pt x="50974" y="51352"/>
                  </a:lnTo>
                  <a:lnTo>
                    <a:pt x="50649" y="40782"/>
                  </a:lnTo>
                  <a:lnTo>
                    <a:pt x="50567" y="38098"/>
                  </a:lnTo>
                  <a:close/>
                </a:path>
                <a:path w="191769" h="264794">
                  <a:moveTo>
                    <a:pt x="111191" y="0"/>
                  </a:moveTo>
                  <a:lnTo>
                    <a:pt x="98170" y="880"/>
                  </a:lnTo>
                  <a:lnTo>
                    <a:pt x="99071" y="880"/>
                  </a:lnTo>
                  <a:lnTo>
                    <a:pt x="88753" y="3171"/>
                  </a:lnTo>
                  <a:lnTo>
                    <a:pt x="56144" y="28129"/>
                  </a:lnTo>
                  <a:lnTo>
                    <a:pt x="50649" y="40782"/>
                  </a:lnTo>
                  <a:lnTo>
                    <a:pt x="50788" y="45293"/>
                  </a:lnTo>
                  <a:lnTo>
                    <a:pt x="50854" y="47464"/>
                  </a:lnTo>
                  <a:lnTo>
                    <a:pt x="50974" y="51352"/>
                  </a:lnTo>
                  <a:lnTo>
                    <a:pt x="73300" y="51352"/>
                  </a:lnTo>
                  <a:lnTo>
                    <a:pt x="79242" y="47464"/>
                  </a:lnTo>
                  <a:lnTo>
                    <a:pt x="86854" y="45293"/>
                  </a:lnTo>
                  <a:lnTo>
                    <a:pt x="179761" y="45293"/>
                  </a:lnTo>
                  <a:lnTo>
                    <a:pt x="177779" y="40782"/>
                  </a:lnTo>
                  <a:lnTo>
                    <a:pt x="146528" y="7925"/>
                  </a:lnTo>
                  <a:lnTo>
                    <a:pt x="124106" y="880"/>
                  </a:lnTo>
                  <a:lnTo>
                    <a:pt x="11119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1482543" y="1354275"/>
            <a:ext cx="194310" cy="281305"/>
          </a:xfrm>
          <a:custGeom>
            <a:avLst/>
            <a:gdLst/>
            <a:ahLst/>
            <a:cxnLst/>
            <a:rect l="l" t="t" r="r" b="b"/>
            <a:pathLst>
              <a:path w="194310" h="281305">
                <a:moveTo>
                  <a:pt x="54382" y="198150"/>
                </a:moveTo>
                <a:lnTo>
                  <a:pt x="0" y="200878"/>
                </a:lnTo>
                <a:lnTo>
                  <a:pt x="2387" y="218213"/>
                </a:lnTo>
                <a:lnTo>
                  <a:pt x="7311" y="233342"/>
                </a:lnTo>
                <a:lnTo>
                  <a:pt x="7431" y="233711"/>
                </a:lnTo>
                <a:lnTo>
                  <a:pt x="38604" y="268743"/>
                </a:lnTo>
                <a:lnTo>
                  <a:pt x="95138" y="281014"/>
                </a:lnTo>
                <a:lnTo>
                  <a:pt x="109780" y="280401"/>
                </a:lnTo>
                <a:lnTo>
                  <a:pt x="147629" y="271205"/>
                </a:lnTo>
                <a:lnTo>
                  <a:pt x="181866" y="242990"/>
                </a:lnTo>
                <a:lnTo>
                  <a:pt x="187134" y="233342"/>
                </a:lnTo>
                <a:lnTo>
                  <a:pt x="96798" y="233342"/>
                </a:lnTo>
                <a:lnTo>
                  <a:pt x="88097" y="232802"/>
                </a:lnTo>
                <a:lnTo>
                  <a:pt x="56000" y="207126"/>
                </a:lnTo>
                <a:lnTo>
                  <a:pt x="54382" y="198150"/>
                </a:lnTo>
                <a:close/>
              </a:path>
              <a:path w="194310" h="281305">
                <a:moveTo>
                  <a:pt x="181195" y="47263"/>
                </a:moveTo>
                <a:lnTo>
                  <a:pt x="95895" y="47263"/>
                </a:lnTo>
                <a:lnTo>
                  <a:pt x="103427" y="47774"/>
                </a:lnTo>
                <a:lnTo>
                  <a:pt x="110116" y="49308"/>
                </a:lnTo>
                <a:lnTo>
                  <a:pt x="130134" y="80591"/>
                </a:lnTo>
                <a:lnTo>
                  <a:pt x="130134" y="88268"/>
                </a:lnTo>
                <a:lnTo>
                  <a:pt x="100691" y="113315"/>
                </a:lnTo>
                <a:lnTo>
                  <a:pt x="73319" y="113315"/>
                </a:lnTo>
                <a:lnTo>
                  <a:pt x="73319" y="156034"/>
                </a:lnTo>
                <a:lnTo>
                  <a:pt x="102965" y="156034"/>
                </a:lnTo>
                <a:lnTo>
                  <a:pt x="110994" y="157524"/>
                </a:lnTo>
                <a:lnTo>
                  <a:pt x="124426" y="163480"/>
                </a:lnTo>
                <a:lnTo>
                  <a:pt x="129565" y="167873"/>
                </a:lnTo>
                <a:lnTo>
                  <a:pt x="136686" y="179487"/>
                </a:lnTo>
                <a:lnTo>
                  <a:pt x="138466" y="186735"/>
                </a:lnTo>
                <a:lnTo>
                  <a:pt x="138466" y="204208"/>
                </a:lnTo>
                <a:lnTo>
                  <a:pt x="111220" y="231982"/>
                </a:lnTo>
                <a:lnTo>
                  <a:pt x="103767" y="233342"/>
                </a:lnTo>
                <a:lnTo>
                  <a:pt x="187134" y="233342"/>
                </a:lnTo>
                <a:lnTo>
                  <a:pt x="190897" y="222803"/>
                </a:lnTo>
                <a:lnTo>
                  <a:pt x="193150" y="211404"/>
                </a:lnTo>
                <a:lnTo>
                  <a:pt x="193797" y="200878"/>
                </a:lnTo>
                <a:lnTo>
                  <a:pt x="193836" y="198150"/>
                </a:lnTo>
                <a:lnTo>
                  <a:pt x="192786" y="184943"/>
                </a:lnTo>
                <a:lnTo>
                  <a:pt x="175957" y="150505"/>
                </a:lnTo>
                <a:lnTo>
                  <a:pt x="153457" y="134979"/>
                </a:lnTo>
                <a:lnTo>
                  <a:pt x="125512" y="134979"/>
                </a:lnTo>
                <a:lnTo>
                  <a:pt x="125512" y="127707"/>
                </a:lnTo>
                <a:lnTo>
                  <a:pt x="150353" y="127707"/>
                </a:lnTo>
                <a:lnTo>
                  <a:pt x="151199" y="127394"/>
                </a:lnTo>
                <a:lnTo>
                  <a:pt x="181704" y="96718"/>
                </a:lnTo>
                <a:lnTo>
                  <a:pt x="185518" y="72657"/>
                </a:lnTo>
                <a:lnTo>
                  <a:pt x="184903" y="62419"/>
                </a:lnTo>
                <a:lnTo>
                  <a:pt x="182887" y="52055"/>
                </a:lnTo>
                <a:lnTo>
                  <a:pt x="181195" y="47263"/>
                </a:lnTo>
                <a:close/>
              </a:path>
              <a:path w="194310" h="281305">
                <a:moveTo>
                  <a:pt x="125512" y="127707"/>
                </a:moveTo>
                <a:lnTo>
                  <a:pt x="125512" y="134979"/>
                </a:lnTo>
                <a:lnTo>
                  <a:pt x="139205" y="131833"/>
                </a:lnTo>
                <a:lnTo>
                  <a:pt x="141782" y="130879"/>
                </a:lnTo>
                <a:lnTo>
                  <a:pt x="140850" y="130552"/>
                </a:lnTo>
                <a:lnTo>
                  <a:pt x="125512" y="127707"/>
                </a:lnTo>
                <a:close/>
              </a:path>
              <a:path w="194310" h="281305">
                <a:moveTo>
                  <a:pt x="141782" y="130879"/>
                </a:moveTo>
                <a:lnTo>
                  <a:pt x="139205" y="131833"/>
                </a:lnTo>
                <a:lnTo>
                  <a:pt x="125512" y="134979"/>
                </a:lnTo>
                <a:lnTo>
                  <a:pt x="153457" y="134979"/>
                </a:lnTo>
                <a:lnTo>
                  <a:pt x="141782" y="130879"/>
                </a:lnTo>
                <a:close/>
              </a:path>
              <a:path w="194310" h="281305">
                <a:moveTo>
                  <a:pt x="150353" y="127707"/>
                </a:moveTo>
                <a:lnTo>
                  <a:pt x="125512" y="127707"/>
                </a:lnTo>
                <a:lnTo>
                  <a:pt x="140850" y="130552"/>
                </a:lnTo>
                <a:lnTo>
                  <a:pt x="141782" y="130879"/>
                </a:lnTo>
                <a:lnTo>
                  <a:pt x="150353" y="127707"/>
                </a:lnTo>
                <a:close/>
              </a:path>
              <a:path w="194310" h="281305">
                <a:moveTo>
                  <a:pt x="96351" y="0"/>
                </a:moveTo>
                <a:lnTo>
                  <a:pt x="44331" y="11374"/>
                </a:lnTo>
                <a:lnTo>
                  <a:pt x="13075" y="43986"/>
                </a:lnTo>
                <a:lnTo>
                  <a:pt x="4243" y="74833"/>
                </a:lnTo>
                <a:lnTo>
                  <a:pt x="58779" y="77561"/>
                </a:lnTo>
                <a:lnTo>
                  <a:pt x="59940" y="68270"/>
                </a:lnTo>
                <a:lnTo>
                  <a:pt x="63473" y="60897"/>
                </a:lnTo>
                <a:lnTo>
                  <a:pt x="95895" y="47263"/>
                </a:lnTo>
                <a:lnTo>
                  <a:pt x="181195" y="47263"/>
                </a:lnTo>
                <a:lnTo>
                  <a:pt x="179526" y="42534"/>
                </a:lnTo>
                <a:lnTo>
                  <a:pt x="153425" y="13497"/>
                </a:lnTo>
                <a:lnTo>
                  <a:pt x="109636" y="541"/>
                </a:lnTo>
                <a:lnTo>
                  <a:pt x="9635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32463" y="1354275"/>
            <a:ext cx="3144744" cy="33630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950" y="1824163"/>
            <a:ext cx="1205498" cy="16707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57296" y="1857357"/>
            <a:ext cx="463876" cy="11495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14738" y="1855218"/>
            <a:ext cx="153610" cy="113028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556945" y="2046947"/>
            <a:ext cx="5497195" cy="245110"/>
          </a:xfrm>
          <a:custGeom>
            <a:avLst/>
            <a:gdLst/>
            <a:ahLst/>
            <a:cxnLst/>
            <a:rect l="l" t="t" r="r" b="b"/>
            <a:pathLst>
              <a:path w="5497195" h="245110">
                <a:moveTo>
                  <a:pt x="5497106" y="0"/>
                </a:moveTo>
                <a:lnTo>
                  <a:pt x="5497106" y="0"/>
                </a:lnTo>
                <a:lnTo>
                  <a:pt x="0" y="0"/>
                </a:lnTo>
                <a:lnTo>
                  <a:pt x="0" y="245059"/>
                </a:lnTo>
                <a:lnTo>
                  <a:pt x="5497106" y="245059"/>
                </a:lnTo>
                <a:lnTo>
                  <a:pt x="5497106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556950" y="2531491"/>
            <a:ext cx="5497195" cy="250825"/>
            <a:chOff x="556950" y="2531491"/>
            <a:chExt cx="5497195" cy="250825"/>
          </a:xfrm>
        </p:grpSpPr>
        <p:sp>
          <p:nvSpPr>
            <p:cNvPr id="36" name="object 36"/>
            <p:cNvSpPr/>
            <p:nvPr/>
          </p:nvSpPr>
          <p:spPr>
            <a:xfrm>
              <a:off x="556945" y="2537066"/>
              <a:ext cx="5497195" cy="245110"/>
            </a:xfrm>
            <a:custGeom>
              <a:avLst/>
              <a:gdLst/>
              <a:ahLst/>
              <a:cxnLst/>
              <a:rect l="l" t="t" r="r" b="b"/>
              <a:pathLst>
                <a:path w="5497195" h="245110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5497106" y="245059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6945" y="2531490"/>
              <a:ext cx="5497195" cy="250825"/>
            </a:xfrm>
            <a:custGeom>
              <a:avLst/>
              <a:gdLst/>
              <a:ahLst/>
              <a:cxnLst/>
              <a:rect l="l" t="t" r="r" b="b"/>
              <a:pathLst>
                <a:path w="5497195" h="250825">
                  <a:moveTo>
                    <a:pt x="5497106" y="245059"/>
                  </a:moveTo>
                  <a:lnTo>
                    <a:pt x="5497106" y="245059"/>
                  </a:lnTo>
                  <a:lnTo>
                    <a:pt x="0" y="245059"/>
                  </a:lnTo>
                  <a:lnTo>
                    <a:pt x="0" y="250634"/>
                  </a:lnTo>
                  <a:lnTo>
                    <a:pt x="5497106" y="250634"/>
                  </a:lnTo>
                  <a:lnTo>
                    <a:pt x="5497106" y="245059"/>
                  </a:lnTo>
                  <a:close/>
                </a:path>
                <a:path w="5497195" h="250825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5575"/>
                  </a:lnTo>
                  <a:lnTo>
                    <a:pt x="5497106" y="5575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556945" y="3021609"/>
            <a:ext cx="5497195" cy="5715"/>
          </a:xfrm>
          <a:custGeom>
            <a:avLst/>
            <a:gdLst/>
            <a:ahLst/>
            <a:cxnLst/>
            <a:rect l="l" t="t" r="r" b="b"/>
            <a:pathLst>
              <a:path w="5497195" h="5714">
                <a:moveTo>
                  <a:pt x="5497106" y="0"/>
                </a:moveTo>
                <a:lnTo>
                  <a:pt x="5497106" y="0"/>
                </a:lnTo>
                <a:lnTo>
                  <a:pt x="0" y="0"/>
                </a:lnTo>
                <a:lnTo>
                  <a:pt x="0" y="5575"/>
                </a:lnTo>
                <a:lnTo>
                  <a:pt x="5497106" y="5575"/>
                </a:lnTo>
                <a:lnTo>
                  <a:pt x="5497106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633141" y="2127590"/>
            <a:ext cx="413384" cy="99060"/>
            <a:chOff x="633141" y="2127590"/>
            <a:chExt cx="413384" cy="99060"/>
          </a:xfrm>
        </p:grpSpPr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3141" y="2127590"/>
              <a:ext cx="197158" cy="8265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50571" y="2129372"/>
              <a:ext cx="52705" cy="79375"/>
            </a:xfrm>
            <a:custGeom>
              <a:avLst/>
              <a:gdLst/>
              <a:ahLst/>
              <a:cxnLst/>
              <a:rect l="l" t="t" r="r" b="b"/>
              <a:pathLst>
                <a:path w="52705" h="79375">
                  <a:moveTo>
                    <a:pt x="52130" y="0"/>
                  </a:moveTo>
                  <a:lnTo>
                    <a:pt x="26704" y="0"/>
                  </a:lnTo>
                  <a:lnTo>
                    <a:pt x="22318" y="1430"/>
                  </a:lnTo>
                  <a:lnTo>
                    <a:pt x="16690" y="7147"/>
                  </a:lnTo>
                  <a:lnTo>
                    <a:pt x="15332" y="11314"/>
                  </a:lnTo>
                  <a:lnTo>
                    <a:pt x="15283" y="79086"/>
                  </a:lnTo>
                  <a:lnTo>
                    <a:pt x="28472" y="79086"/>
                  </a:lnTo>
                  <a:lnTo>
                    <a:pt x="28472" y="15238"/>
                  </a:lnTo>
                  <a:lnTo>
                    <a:pt x="29003" y="13615"/>
                  </a:lnTo>
                  <a:lnTo>
                    <a:pt x="31126" y="11314"/>
                  </a:lnTo>
                  <a:lnTo>
                    <a:pt x="32763" y="10739"/>
                  </a:lnTo>
                  <a:lnTo>
                    <a:pt x="52130" y="10739"/>
                  </a:lnTo>
                  <a:lnTo>
                    <a:pt x="52130" y="0"/>
                  </a:lnTo>
                  <a:close/>
                </a:path>
                <a:path w="52705" h="79375">
                  <a:moveTo>
                    <a:pt x="15283" y="19604"/>
                  </a:moveTo>
                  <a:lnTo>
                    <a:pt x="0" y="19604"/>
                  </a:lnTo>
                  <a:lnTo>
                    <a:pt x="0" y="30342"/>
                  </a:lnTo>
                  <a:lnTo>
                    <a:pt x="15283" y="30342"/>
                  </a:lnTo>
                  <a:lnTo>
                    <a:pt x="15283" y="19604"/>
                  </a:lnTo>
                  <a:close/>
                </a:path>
                <a:path w="52705" h="79375">
                  <a:moveTo>
                    <a:pt x="51462" y="19604"/>
                  </a:moveTo>
                  <a:lnTo>
                    <a:pt x="28472" y="19604"/>
                  </a:lnTo>
                  <a:lnTo>
                    <a:pt x="28472" y="30342"/>
                  </a:lnTo>
                  <a:lnTo>
                    <a:pt x="51462" y="30342"/>
                  </a:lnTo>
                  <a:lnTo>
                    <a:pt x="51462" y="196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2528" y="2128592"/>
              <a:ext cx="123641" cy="97911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77466" y="2129372"/>
            <a:ext cx="199252" cy="9579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60616" y="2127590"/>
            <a:ext cx="413585" cy="9891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724210" y="2129372"/>
            <a:ext cx="196443" cy="80424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4005597" y="2131154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39" y="67368"/>
                </a:lnTo>
                <a:lnTo>
                  <a:pt x="24505" y="67368"/>
                </a:lnTo>
                <a:lnTo>
                  <a:pt x="24505" y="55160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60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7" y="60551"/>
                </a:lnTo>
                <a:lnTo>
                  <a:pt x="24505" y="55160"/>
                </a:lnTo>
                <a:close/>
              </a:path>
              <a:path w="60325" h="75564">
                <a:moveTo>
                  <a:pt x="60017" y="30655"/>
                </a:moveTo>
                <a:lnTo>
                  <a:pt x="35513" y="54956"/>
                </a:lnTo>
                <a:lnTo>
                  <a:pt x="35513" y="67368"/>
                </a:lnTo>
                <a:lnTo>
                  <a:pt x="37939" y="67368"/>
                </a:lnTo>
                <a:lnTo>
                  <a:pt x="59905" y="45402"/>
                </a:lnTo>
                <a:lnTo>
                  <a:pt x="60017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60"/>
                </a:lnTo>
                <a:lnTo>
                  <a:pt x="29897" y="60551"/>
                </a:lnTo>
                <a:lnTo>
                  <a:pt x="35513" y="54956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6"/>
                </a:moveTo>
                <a:lnTo>
                  <a:pt x="29897" y="60551"/>
                </a:lnTo>
                <a:lnTo>
                  <a:pt x="35513" y="60551"/>
                </a:lnTo>
                <a:lnTo>
                  <a:pt x="35513" y="54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4285532" y="2128592"/>
            <a:ext cx="269240" cy="81915"/>
            <a:chOff x="4285532" y="2128592"/>
            <a:chExt cx="269240" cy="81915"/>
          </a:xfrm>
        </p:grpSpPr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85532" y="2129326"/>
              <a:ext cx="123864" cy="8091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29892" y="2128592"/>
              <a:ext cx="124310" cy="79866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4639144" y="2131154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08" y="75299"/>
                </a:lnTo>
                <a:lnTo>
                  <a:pt x="37940" y="67368"/>
                </a:lnTo>
                <a:lnTo>
                  <a:pt x="24505" y="67368"/>
                </a:lnTo>
                <a:lnTo>
                  <a:pt x="24505" y="55159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59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8" y="60551"/>
                </a:lnTo>
                <a:lnTo>
                  <a:pt x="24505" y="55159"/>
                </a:lnTo>
                <a:close/>
              </a:path>
              <a:path w="60325" h="75564">
                <a:moveTo>
                  <a:pt x="60018" y="30655"/>
                </a:moveTo>
                <a:lnTo>
                  <a:pt x="35513" y="54957"/>
                </a:lnTo>
                <a:lnTo>
                  <a:pt x="35513" y="67368"/>
                </a:lnTo>
                <a:lnTo>
                  <a:pt x="37940" y="67368"/>
                </a:lnTo>
                <a:lnTo>
                  <a:pt x="59907" y="45402"/>
                </a:lnTo>
                <a:lnTo>
                  <a:pt x="60018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59"/>
                </a:lnTo>
                <a:lnTo>
                  <a:pt x="29898" y="60551"/>
                </a:lnTo>
                <a:lnTo>
                  <a:pt x="35513" y="54957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7"/>
                </a:moveTo>
                <a:lnTo>
                  <a:pt x="29898" y="60551"/>
                </a:lnTo>
                <a:lnTo>
                  <a:pt x="35513" y="60551"/>
                </a:lnTo>
                <a:lnTo>
                  <a:pt x="35513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925401" y="2127590"/>
            <a:ext cx="272124" cy="97577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5281465" y="2131154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2"/>
                </a:lnTo>
                <a:lnTo>
                  <a:pt x="30010" y="75299"/>
                </a:lnTo>
                <a:lnTo>
                  <a:pt x="37941" y="67368"/>
                </a:lnTo>
                <a:lnTo>
                  <a:pt x="24505" y="67368"/>
                </a:lnTo>
                <a:lnTo>
                  <a:pt x="24505" y="55159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59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8" y="60551"/>
                </a:lnTo>
                <a:lnTo>
                  <a:pt x="24505" y="55159"/>
                </a:lnTo>
                <a:close/>
              </a:path>
              <a:path w="60325" h="75564">
                <a:moveTo>
                  <a:pt x="60018" y="30655"/>
                </a:moveTo>
                <a:lnTo>
                  <a:pt x="35513" y="54957"/>
                </a:lnTo>
                <a:lnTo>
                  <a:pt x="35513" y="67368"/>
                </a:lnTo>
                <a:lnTo>
                  <a:pt x="37941" y="67368"/>
                </a:lnTo>
                <a:lnTo>
                  <a:pt x="59907" y="45402"/>
                </a:lnTo>
                <a:lnTo>
                  <a:pt x="60018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59"/>
                </a:lnTo>
                <a:lnTo>
                  <a:pt x="29898" y="60551"/>
                </a:lnTo>
                <a:lnTo>
                  <a:pt x="35513" y="54957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7"/>
                </a:moveTo>
                <a:lnTo>
                  <a:pt x="29898" y="60551"/>
                </a:lnTo>
                <a:lnTo>
                  <a:pt x="35513" y="60551"/>
                </a:lnTo>
                <a:lnTo>
                  <a:pt x="35513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5566297" y="2129372"/>
            <a:ext cx="199390" cy="80645"/>
            <a:chOff x="5566297" y="2129372"/>
            <a:chExt cx="199390" cy="80645"/>
          </a:xfrm>
        </p:grpSpPr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66297" y="2129372"/>
              <a:ext cx="127518" cy="8042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716046" y="2129372"/>
              <a:ext cx="49530" cy="79375"/>
            </a:xfrm>
            <a:custGeom>
              <a:avLst/>
              <a:gdLst/>
              <a:ahLst/>
              <a:cxnLst/>
              <a:rect l="l" t="t" r="r" b="b"/>
              <a:pathLst>
                <a:path w="49529" h="79375">
                  <a:moveTo>
                    <a:pt x="13190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13190" y="79086"/>
                  </a:lnTo>
                  <a:lnTo>
                    <a:pt x="13190" y="39521"/>
                  </a:lnTo>
                  <a:lnTo>
                    <a:pt x="14367" y="35815"/>
                  </a:lnTo>
                  <a:lnTo>
                    <a:pt x="17514" y="32459"/>
                  </a:lnTo>
                  <a:lnTo>
                    <a:pt x="13190" y="32459"/>
                  </a:lnTo>
                  <a:lnTo>
                    <a:pt x="11987" y="31657"/>
                  </a:lnTo>
                  <a:lnTo>
                    <a:pt x="12848" y="28538"/>
                  </a:lnTo>
                  <a:lnTo>
                    <a:pt x="13190" y="27870"/>
                  </a:lnTo>
                  <a:lnTo>
                    <a:pt x="13190" y="0"/>
                  </a:lnTo>
                  <a:close/>
                </a:path>
                <a:path w="49529" h="79375">
                  <a:moveTo>
                    <a:pt x="47271" y="29541"/>
                  </a:moveTo>
                  <a:lnTo>
                    <a:pt x="29132" y="29541"/>
                  </a:lnTo>
                  <a:lnTo>
                    <a:pt x="31624" y="30655"/>
                  </a:lnTo>
                  <a:lnTo>
                    <a:pt x="35055" y="35110"/>
                  </a:lnTo>
                  <a:lnTo>
                    <a:pt x="35913" y="38726"/>
                  </a:lnTo>
                  <a:lnTo>
                    <a:pt x="35913" y="79086"/>
                  </a:lnTo>
                  <a:lnTo>
                    <a:pt x="49102" y="79086"/>
                  </a:lnTo>
                  <a:lnTo>
                    <a:pt x="49026" y="35815"/>
                  </a:lnTo>
                  <a:lnTo>
                    <a:pt x="48435" y="32459"/>
                  </a:lnTo>
                  <a:lnTo>
                    <a:pt x="48408" y="32307"/>
                  </a:lnTo>
                  <a:lnTo>
                    <a:pt x="47271" y="29541"/>
                  </a:lnTo>
                  <a:close/>
                </a:path>
                <a:path w="49529" h="79375">
                  <a:moveTo>
                    <a:pt x="13190" y="27870"/>
                  </a:moveTo>
                  <a:lnTo>
                    <a:pt x="12848" y="28538"/>
                  </a:lnTo>
                  <a:lnTo>
                    <a:pt x="11987" y="31657"/>
                  </a:lnTo>
                  <a:lnTo>
                    <a:pt x="13190" y="32459"/>
                  </a:lnTo>
                  <a:lnTo>
                    <a:pt x="13190" y="27870"/>
                  </a:lnTo>
                  <a:close/>
                </a:path>
                <a:path w="49529" h="79375">
                  <a:moveTo>
                    <a:pt x="34554" y="18267"/>
                  </a:moveTo>
                  <a:lnTo>
                    <a:pt x="27425" y="18267"/>
                  </a:lnTo>
                  <a:lnTo>
                    <a:pt x="24692" y="18740"/>
                  </a:lnTo>
                  <a:lnTo>
                    <a:pt x="19731" y="20626"/>
                  </a:lnTo>
                  <a:lnTo>
                    <a:pt x="17622" y="22077"/>
                  </a:lnTo>
                  <a:lnTo>
                    <a:pt x="14147" y="25999"/>
                  </a:lnTo>
                  <a:lnTo>
                    <a:pt x="13190" y="27870"/>
                  </a:lnTo>
                  <a:lnTo>
                    <a:pt x="13190" y="32459"/>
                  </a:lnTo>
                  <a:lnTo>
                    <a:pt x="17514" y="32459"/>
                  </a:lnTo>
                  <a:lnTo>
                    <a:pt x="19075" y="30796"/>
                  </a:lnTo>
                  <a:lnTo>
                    <a:pt x="22123" y="29541"/>
                  </a:lnTo>
                  <a:lnTo>
                    <a:pt x="47271" y="29541"/>
                  </a:lnTo>
                  <a:lnTo>
                    <a:pt x="45629" y="25549"/>
                  </a:lnTo>
                  <a:lnTo>
                    <a:pt x="43550" y="22928"/>
                  </a:lnTo>
                  <a:lnTo>
                    <a:pt x="38012" y="19199"/>
                  </a:lnTo>
                  <a:lnTo>
                    <a:pt x="34554" y="18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5852497" y="2131154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7" y="14749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4"/>
                </a:lnTo>
                <a:lnTo>
                  <a:pt x="29897" y="14749"/>
                </a:lnTo>
                <a:close/>
              </a:path>
              <a:path w="60325" h="75564">
                <a:moveTo>
                  <a:pt x="30008" y="0"/>
                </a:moveTo>
                <a:lnTo>
                  <a:pt x="9589" y="20344"/>
                </a:lnTo>
                <a:lnTo>
                  <a:pt x="0" y="30010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39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39" y="7931"/>
                </a:moveTo>
                <a:lnTo>
                  <a:pt x="35513" y="7931"/>
                </a:lnTo>
                <a:lnTo>
                  <a:pt x="35513" y="20344"/>
                </a:lnTo>
                <a:lnTo>
                  <a:pt x="60017" y="44756"/>
                </a:lnTo>
                <a:lnTo>
                  <a:pt x="60017" y="30010"/>
                </a:lnTo>
                <a:lnTo>
                  <a:pt x="37939" y="7931"/>
                </a:lnTo>
                <a:close/>
              </a:path>
              <a:path w="60325" h="75564">
                <a:moveTo>
                  <a:pt x="35513" y="14749"/>
                </a:moveTo>
                <a:lnTo>
                  <a:pt x="29897" y="14749"/>
                </a:lnTo>
                <a:lnTo>
                  <a:pt x="35513" y="20344"/>
                </a:lnTo>
                <a:lnTo>
                  <a:pt x="35513" y="14749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7" y="14749"/>
                </a:lnTo>
                <a:lnTo>
                  <a:pt x="35513" y="14749"/>
                </a:lnTo>
                <a:lnTo>
                  <a:pt x="35513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7" name="object 5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33517" y="2368604"/>
            <a:ext cx="131041" cy="8678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81031" y="2370476"/>
            <a:ext cx="753219" cy="100585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2126649" y="2370358"/>
            <a:ext cx="330835" cy="102235"/>
            <a:chOff x="2126649" y="2370358"/>
            <a:chExt cx="330835" cy="102235"/>
          </a:xfrm>
        </p:grpSpPr>
        <p:sp>
          <p:nvSpPr>
            <p:cNvPr id="60" name="object 60"/>
            <p:cNvSpPr/>
            <p:nvPr/>
          </p:nvSpPr>
          <p:spPr>
            <a:xfrm>
              <a:off x="2126649" y="2370358"/>
              <a:ext cx="38735" cy="100965"/>
            </a:xfrm>
            <a:custGeom>
              <a:avLst/>
              <a:gdLst/>
              <a:ahLst/>
              <a:cxnLst/>
              <a:rect l="l" t="t" r="r" b="b"/>
              <a:pathLst>
                <a:path w="38735" h="100964">
                  <a:moveTo>
                    <a:pt x="28771" y="25030"/>
                  </a:moveTo>
                  <a:lnTo>
                    <a:pt x="28771" y="86199"/>
                  </a:lnTo>
                  <a:lnTo>
                    <a:pt x="27877" y="88850"/>
                  </a:lnTo>
                  <a:lnTo>
                    <a:pt x="24970" y="91385"/>
                  </a:lnTo>
                  <a:lnTo>
                    <a:pt x="22689" y="92048"/>
                  </a:lnTo>
                  <a:lnTo>
                    <a:pt x="0" y="92048"/>
                  </a:lnTo>
                  <a:lnTo>
                    <a:pt x="0" y="100703"/>
                  </a:lnTo>
                  <a:lnTo>
                    <a:pt x="27056" y="100703"/>
                  </a:lnTo>
                  <a:lnTo>
                    <a:pt x="31578" y="99202"/>
                  </a:lnTo>
                  <a:lnTo>
                    <a:pt x="37193" y="93197"/>
                  </a:lnTo>
                  <a:lnTo>
                    <a:pt x="38596" y="88850"/>
                  </a:lnTo>
                  <a:lnTo>
                    <a:pt x="38596" y="29825"/>
                  </a:lnTo>
                  <a:lnTo>
                    <a:pt x="33567" y="29825"/>
                  </a:lnTo>
                  <a:lnTo>
                    <a:pt x="28771" y="25030"/>
                  </a:lnTo>
                  <a:close/>
                </a:path>
                <a:path w="38735" h="100964">
                  <a:moveTo>
                    <a:pt x="38596" y="21170"/>
                  </a:moveTo>
                  <a:lnTo>
                    <a:pt x="1169" y="21170"/>
                  </a:lnTo>
                  <a:lnTo>
                    <a:pt x="1169" y="29825"/>
                  </a:lnTo>
                  <a:lnTo>
                    <a:pt x="28771" y="29825"/>
                  </a:lnTo>
                  <a:lnTo>
                    <a:pt x="28771" y="25030"/>
                  </a:lnTo>
                  <a:lnTo>
                    <a:pt x="38596" y="25030"/>
                  </a:lnTo>
                  <a:lnTo>
                    <a:pt x="38596" y="21170"/>
                  </a:lnTo>
                  <a:close/>
                </a:path>
                <a:path w="38735" h="100964">
                  <a:moveTo>
                    <a:pt x="38596" y="25030"/>
                  </a:moveTo>
                  <a:lnTo>
                    <a:pt x="28771" y="25030"/>
                  </a:lnTo>
                  <a:lnTo>
                    <a:pt x="33567" y="29825"/>
                  </a:lnTo>
                  <a:lnTo>
                    <a:pt x="38596" y="29825"/>
                  </a:lnTo>
                  <a:lnTo>
                    <a:pt x="38596" y="25030"/>
                  </a:lnTo>
                  <a:close/>
                </a:path>
                <a:path w="38735" h="100964">
                  <a:moveTo>
                    <a:pt x="38479" y="0"/>
                  </a:moveTo>
                  <a:lnTo>
                    <a:pt x="28186" y="0"/>
                  </a:lnTo>
                  <a:lnTo>
                    <a:pt x="28186" y="11463"/>
                  </a:lnTo>
                  <a:lnTo>
                    <a:pt x="38479" y="11463"/>
                  </a:lnTo>
                  <a:lnTo>
                    <a:pt x="3847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194485" y="2370476"/>
              <a:ext cx="262808" cy="101988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2553550" y="2365797"/>
            <a:ext cx="393065" cy="100965"/>
            <a:chOff x="2553550" y="2365797"/>
            <a:chExt cx="393065" cy="100965"/>
          </a:xfrm>
        </p:grpSpPr>
        <p:sp>
          <p:nvSpPr>
            <p:cNvPr id="63" name="object 63"/>
            <p:cNvSpPr/>
            <p:nvPr/>
          </p:nvSpPr>
          <p:spPr>
            <a:xfrm>
              <a:off x="2553550" y="2365797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32748" y="0"/>
                  </a:moveTo>
                  <a:lnTo>
                    <a:pt x="22924" y="0"/>
                  </a:lnTo>
                  <a:lnTo>
                    <a:pt x="16842" y="5379"/>
                  </a:lnTo>
                  <a:lnTo>
                    <a:pt x="0" y="44599"/>
                  </a:lnTo>
                  <a:lnTo>
                    <a:pt x="0" y="55984"/>
                  </a:lnTo>
                  <a:lnTo>
                    <a:pt x="16842" y="95204"/>
                  </a:lnTo>
                  <a:lnTo>
                    <a:pt x="22924" y="100585"/>
                  </a:lnTo>
                  <a:lnTo>
                    <a:pt x="32748" y="100585"/>
                  </a:lnTo>
                  <a:lnTo>
                    <a:pt x="26901" y="94970"/>
                  </a:lnTo>
                  <a:lnTo>
                    <a:pt x="22339" y="89376"/>
                  </a:lnTo>
                  <a:lnTo>
                    <a:pt x="15789" y="78225"/>
                  </a:lnTo>
                  <a:lnTo>
                    <a:pt x="13489" y="72651"/>
                  </a:lnTo>
                  <a:lnTo>
                    <a:pt x="10838" y="61501"/>
                  </a:lnTo>
                  <a:lnTo>
                    <a:pt x="10175" y="55906"/>
                  </a:lnTo>
                  <a:lnTo>
                    <a:pt x="10175" y="44678"/>
                  </a:lnTo>
                  <a:lnTo>
                    <a:pt x="26901" y="5535"/>
                  </a:lnTo>
                  <a:lnTo>
                    <a:pt x="327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613200" y="2370358"/>
              <a:ext cx="333334" cy="84562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3034254" y="2365797"/>
            <a:ext cx="254000" cy="100965"/>
            <a:chOff x="3034254" y="2365797"/>
            <a:chExt cx="254000" cy="100965"/>
          </a:xfrm>
        </p:grpSpPr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034254" y="2370358"/>
              <a:ext cx="196024" cy="8315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255308" y="2365797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20" h="100964">
                  <a:moveTo>
                    <a:pt x="9824" y="0"/>
                  </a:moveTo>
                  <a:lnTo>
                    <a:pt x="0" y="0"/>
                  </a:lnTo>
                  <a:lnTo>
                    <a:pt x="5847" y="5535"/>
                  </a:lnTo>
                  <a:lnTo>
                    <a:pt x="10408" y="11111"/>
                  </a:lnTo>
                  <a:lnTo>
                    <a:pt x="16958" y="22339"/>
                  </a:lnTo>
                  <a:lnTo>
                    <a:pt x="19259" y="27933"/>
                  </a:lnTo>
                  <a:lnTo>
                    <a:pt x="21910" y="39084"/>
                  </a:lnTo>
                  <a:lnTo>
                    <a:pt x="22572" y="44678"/>
                  </a:lnTo>
                  <a:lnTo>
                    <a:pt x="22572" y="55906"/>
                  </a:lnTo>
                  <a:lnTo>
                    <a:pt x="5847" y="94970"/>
                  </a:lnTo>
                  <a:lnTo>
                    <a:pt x="0" y="100585"/>
                  </a:lnTo>
                  <a:lnTo>
                    <a:pt x="9824" y="100585"/>
                  </a:lnTo>
                  <a:lnTo>
                    <a:pt x="32105" y="61657"/>
                  </a:lnTo>
                  <a:lnTo>
                    <a:pt x="32748" y="55984"/>
                  </a:lnTo>
                  <a:lnTo>
                    <a:pt x="32748" y="44599"/>
                  </a:lnTo>
                  <a:lnTo>
                    <a:pt x="15906" y="5379"/>
                  </a:lnTo>
                  <a:lnTo>
                    <a:pt x="982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3722182" y="2368604"/>
            <a:ext cx="341630" cy="86995"/>
            <a:chOff x="3722182" y="2368604"/>
            <a:chExt cx="341630" cy="86995"/>
          </a:xfrm>
        </p:grpSpPr>
        <p:sp>
          <p:nvSpPr>
            <p:cNvPr id="69" name="object 69"/>
            <p:cNvSpPr/>
            <p:nvPr/>
          </p:nvSpPr>
          <p:spPr>
            <a:xfrm>
              <a:off x="3722179" y="2368613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11" y="13817"/>
                  </a:lnTo>
                  <a:lnTo>
                    <a:pt x="50495" y="8813"/>
                  </a:lnTo>
                  <a:lnTo>
                    <a:pt x="42760" y="2717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59" y="30175"/>
                  </a:lnTo>
                  <a:lnTo>
                    <a:pt x="42240" y="31737"/>
                  </a:lnTo>
                  <a:lnTo>
                    <a:pt x="42760" y="37084"/>
                  </a:lnTo>
                  <a:lnTo>
                    <a:pt x="42760" y="2717"/>
                  </a:lnTo>
                  <a:lnTo>
                    <a:pt x="41567" y="1765"/>
                  </a:lnTo>
                  <a:lnTo>
                    <a:pt x="37909" y="571"/>
                  </a:lnTo>
                  <a:lnTo>
                    <a:pt x="37909" y="19100"/>
                  </a:lnTo>
                  <a:lnTo>
                    <a:pt x="17995" y="56629"/>
                  </a:lnTo>
                  <a:lnTo>
                    <a:pt x="17627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64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41567" y="85039"/>
                  </a:lnTo>
                  <a:lnTo>
                    <a:pt x="50495" y="78066"/>
                  </a:lnTo>
                  <a:lnTo>
                    <a:pt x="53911" y="73088"/>
                  </a:lnTo>
                  <a:lnTo>
                    <a:pt x="54190" y="72326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62531" y="2368604"/>
              <a:ext cx="200934" cy="8678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4284440" y="2368604"/>
            <a:ext cx="341630" cy="86995"/>
            <a:chOff x="4284440" y="2368604"/>
            <a:chExt cx="341630" cy="86995"/>
          </a:xfrm>
        </p:grpSpPr>
        <p:sp>
          <p:nvSpPr>
            <p:cNvPr id="72" name="object 72"/>
            <p:cNvSpPr/>
            <p:nvPr/>
          </p:nvSpPr>
          <p:spPr>
            <a:xfrm>
              <a:off x="4284434" y="2368613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24" y="13817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75"/>
                  </a:lnTo>
                  <a:lnTo>
                    <a:pt x="42252" y="31737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77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710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906" y="67271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424790" y="2368604"/>
              <a:ext cx="200934" cy="86784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4927462" y="2368604"/>
            <a:ext cx="339725" cy="86995"/>
            <a:chOff x="4927462" y="2368604"/>
            <a:chExt cx="339725" cy="86995"/>
          </a:xfrm>
        </p:grpSpPr>
        <p:sp>
          <p:nvSpPr>
            <p:cNvPr id="75" name="object 75"/>
            <p:cNvSpPr/>
            <p:nvPr/>
          </p:nvSpPr>
          <p:spPr>
            <a:xfrm>
              <a:off x="4927460" y="2368613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44"/>
                  </a:moveTo>
                  <a:lnTo>
                    <a:pt x="57302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11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098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38" y="1765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49" y="63385"/>
                  </a:lnTo>
                  <a:lnTo>
                    <a:pt x="11277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28" y="86779"/>
                  </a:lnTo>
                  <a:lnTo>
                    <a:pt x="35318" y="86779"/>
                  </a:lnTo>
                  <a:lnTo>
                    <a:pt x="58470" y="52400"/>
                  </a:lnTo>
                  <a:lnTo>
                    <a:pt x="58470" y="34544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067814" y="2368604"/>
              <a:ext cx="198831" cy="86784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5569783" y="2368604"/>
            <a:ext cx="340360" cy="86995"/>
            <a:chOff x="5569783" y="2368604"/>
            <a:chExt cx="340360" cy="86995"/>
          </a:xfrm>
        </p:grpSpPr>
        <p:sp>
          <p:nvSpPr>
            <p:cNvPr id="78" name="object 78"/>
            <p:cNvSpPr/>
            <p:nvPr/>
          </p:nvSpPr>
          <p:spPr>
            <a:xfrm>
              <a:off x="5569775" y="2368613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11304" y="2370476"/>
              <a:ext cx="198831" cy="83040"/>
            </a:xfrm>
            <a:prstGeom prst="rect">
              <a:avLst/>
            </a:prstGeom>
          </p:spPr>
        </p:pic>
      </p:grpSp>
      <p:pic>
        <p:nvPicPr>
          <p:cNvPr id="80" name="object 8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33517" y="2615534"/>
            <a:ext cx="132912" cy="83041"/>
          </a:xfrm>
          <a:prstGeom prst="rect">
            <a:avLst/>
          </a:prstGeom>
        </p:spPr>
      </p:pic>
      <p:sp>
        <p:nvSpPr>
          <p:cNvPr id="81" name="object 81"/>
          <p:cNvSpPr txBox="1"/>
          <p:nvPr/>
        </p:nvSpPr>
        <p:spPr>
          <a:xfrm>
            <a:off x="556950" y="2568921"/>
            <a:ext cx="549719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20"/>
              </a:spcBef>
            </a:pPr>
            <a:r>
              <a:rPr sz="900" b="1" spc="-405" dirty="0">
                <a:solidFill>
                  <a:srgbClr val="2563EB"/>
                </a:solidFill>
                <a:latin typeface="HGGothicE"/>
                <a:cs typeface="HGGothicE"/>
              </a:rPr>
              <a:t>★</a:t>
            </a:r>
            <a:endParaRPr sz="900">
              <a:latin typeface="HGGothicE"/>
              <a:cs typeface="HGGothicE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282200" y="2615534"/>
            <a:ext cx="614045" cy="102235"/>
            <a:chOff x="1282200" y="2615534"/>
            <a:chExt cx="614045" cy="102235"/>
          </a:xfrm>
        </p:grpSpPr>
        <p:pic>
          <p:nvPicPr>
            <p:cNvPr id="83" name="object 8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82200" y="2615534"/>
              <a:ext cx="192632" cy="101988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1496236" y="2659862"/>
              <a:ext cx="42545" cy="9525"/>
            </a:xfrm>
            <a:custGeom>
              <a:avLst/>
              <a:gdLst/>
              <a:ahLst/>
              <a:cxnLst/>
              <a:rect l="l" t="t" r="r" b="b"/>
              <a:pathLst>
                <a:path w="42544" h="9525">
                  <a:moveTo>
                    <a:pt x="42105" y="0"/>
                  </a:moveTo>
                  <a:lnTo>
                    <a:pt x="0" y="0"/>
                  </a:lnTo>
                  <a:lnTo>
                    <a:pt x="0" y="9239"/>
                  </a:lnTo>
                  <a:lnTo>
                    <a:pt x="42105" y="9239"/>
                  </a:lnTo>
                  <a:lnTo>
                    <a:pt x="4210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59394" y="2615534"/>
              <a:ext cx="336492" cy="101988"/>
            </a:xfrm>
            <a:prstGeom prst="rect">
              <a:avLst/>
            </a:prstGeom>
          </p:spPr>
        </p:pic>
      </p:grpSp>
      <p:pic>
        <p:nvPicPr>
          <p:cNvPr id="86" name="object 8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980800" y="2615417"/>
            <a:ext cx="685031" cy="102105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3722883" y="2613662"/>
            <a:ext cx="339725" cy="86995"/>
            <a:chOff x="3722883" y="2613662"/>
            <a:chExt cx="339725" cy="86995"/>
          </a:xfrm>
        </p:grpSpPr>
        <p:sp>
          <p:nvSpPr>
            <p:cNvPr id="88" name="object 88"/>
            <p:cNvSpPr/>
            <p:nvPr/>
          </p:nvSpPr>
          <p:spPr>
            <a:xfrm>
              <a:off x="3722878" y="2613672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23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864404" y="2613662"/>
              <a:ext cx="197661" cy="84913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4285142" y="2613662"/>
            <a:ext cx="339725" cy="86995"/>
            <a:chOff x="4285142" y="2613662"/>
            <a:chExt cx="339725" cy="86995"/>
          </a:xfrm>
        </p:grpSpPr>
        <p:sp>
          <p:nvSpPr>
            <p:cNvPr id="91" name="object 91"/>
            <p:cNvSpPr/>
            <p:nvPr/>
          </p:nvSpPr>
          <p:spPr>
            <a:xfrm>
              <a:off x="4285132" y="2613672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17"/>
                  </a:lnTo>
                  <a:lnTo>
                    <a:pt x="49288" y="8864"/>
                  </a:lnTo>
                  <a:lnTo>
                    <a:pt x="47955" y="7785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85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31" y="86779"/>
                  </a:lnTo>
                  <a:lnTo>
                    <a:pt x="40551" y="85026"/>
                  </a:lnTo>
                  <a:lnTo>
                    <a:pt x="49288" y="78003"/>
                  </a:lnTo>
                  <a:lnTo>
                    <a:pt x="49987" y="76949"/>
                  </a:lnTo>
                  <a:lnTo>
                    <a:pt x="52641" y="73012"/>
                  </a:lnTo>
                  <a:lnTo>
                    <a:pt x="57315" y="60071"/>
                  </a:lnTo>
                  <a:lnTo>
                    <a:pt x="58483" y="52387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426663" y="2613662"/>
              <a:ext cx="197661" cy="84913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4926761" y="2613662"/>
            <a:ext cx="341630" cy="86995"/>
            <a:chOff x="4926761" y="2613662"/>
            <a:chExt cx="341630" cy="86995"/>
          </a:xfrm>
        </p:grpSpPr>
        <p:sp>
          <p:nvSpPr>
            <p:cNvPr id="94" name="object 94"/>
            <p:cNvSpPr/>
            <p:nvPr/>
          </p:nvSpPr>
          <p:spPr>
            <a:xfrm>
              <a:off x="4926761" y="2613672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41" y="14732"/>
                  </a:lnTo>
                  <a:lnTo>
                    <a:pt x="54140" y="14452"/>
                  </a:lnTo>
                  <a:lnTo>
                    <a:pt x="53911" y="13817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79" y="72047"/>
                  </a:lnTo>
                  <a:lnTo>
                    <a:pt x="24993" y="70993"/>
                  </a:lnTo>
                  <a:lnTo>
                    <a:pt x="21971" y="67678"/>
                  </a:lnTo>
                  <a:lnTo>
                    <a:pt x="41859" y="30175"/>
                  </a:lnTo>
                  <a:lnTo>
                    <a:pt x="42240" y="31737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67" y="1752"/>
                  </a:lnTo>
                  <a:lnTo>
                    <a:pt x="37896" y="558"/>
                  </a:lnTo>
                  <a:lnTo>
                    <a:pt x="37896" y="19100"/>
                  </a:lnTo>
                  <a:lnTo>
                    <a:pt x="17995" y="56629"/>
                  </a:lnTo>
                  <a:lnTo>
                    <a:pt x="17627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79" y="14732"/>
                  </a:lnTo>
                  <a:lnTo>
                    <a:pt x="32664" y="14732"/>
                  </a:lnTo>
                  <a:lnTo>
                    <a:pt x="34963" y="15798"/>
                  </a:lnTo>
                  <a:lnTo>
                    <a:pt x="37896" y="19100"/>
                  </a:lnTo>
                  <a:lnTo>
                    <a:pt x="37896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54292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21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21" y="84912"/>
                  </a:lnTo>
                  <a:lnTo>
                    <a:pt x="109321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067578" y="2613662"/>
              <a:ext cx="200466" cy="86784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5569082" y="2613662"/>
            <a:ext cx="341630" cy="86995"/>
            <a:chOff x="5569082" y="2613662"/>
            <a:chExt cx="341630" cy="86995"/>
          </a:xfrm>
        </p:grpSpPr>
        <p:sp>
          <p:nvSpPr>
            <p:cNvPr id="97" name="object 97"/>
            <p:cNvSpPr/>
            <p:nvPr/>
          </p:nvSpPr>
          <p:spPr>
            <a:xfrm>
              <a:off x="5569077" y="2613672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11" y="13817"/>
                  </a:lnTo>
                  <a:lnTo>
                    <a:pt x="50495" y="8813"/>
                  </a:lnTo>
                  <a:lnTo>
                    <a:pt x="42760" y="2692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62"/>
                  </a:lnTo>
                  <a:lnTo>
                    <a:pt x="42240" y="31737"/>
                  </a:lnTo>
                  <a:lnTo>
                    <a:pt x="42760" y="37084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32"/>
                  </a:lnTo>
                  <a:lnTo>
                    <a:pt x="32664" y="14732"/>
                  </a:lnTo>
                  <a:lnTo>
                    <a:pt x="34975" y="15798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71"/>
                  </a:moveTo>
                  <a:lnTo>
                    <a:pt x="90893" y="67271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10600" y="2613662"/>
              <a:ext cx="199764" cy="86784"/>
            </a:xfrm>
            <a:prstGeom prst="rect">
              <a:avLst/>
            </a:prstGeom>
          </p:spPr>
        </p:pic>
      </p:grpSp>
      <p:pic>
        <p:nvPicPr>
          <p:cNvPr id="99" name="object 9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633517" y="2860592"/>
            <a:ext cx="197005" cy="84912"/>
          </a:xfrm>
          <a:prstGeom prst="rect">
            <a:avLst/>
          </a:prstGeom>
        </p:spPr>
      </p:pic>
      <p:grpSp>
        <p:nvGrpSpPr>
          <p:cNvPr id="100" name="object 100"/>
          <p:cNvGrpSpPr/>
          <p:nvPr/>
        </p:nvGrpSpPr>
        <p:grpSpPr>
          <a:xfrm>
            <a:off x="1281499" y="2858721"/>
            <a:ext cx="265430" cy="86995"/>
            <a:chOff x="1281499" y="2858721"/>
            <a:chExt cx="265430" cy="86995"/>
          </a:xfrm>
        </p:grpSpPr>
        <p:sp>
          <p:nvSpPr>
            <p:cNvPr id="101" name="object 101"/>
            <p:cNvSpPr/>
            <p:nvPr/>
          </p:nvSpPr>
          <p:spPr>
            <a:xfrm>
              <a:off x="1281499" y="2880241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50800" h="63500">
                  <a:moveTo>
                    <a:pt x="9005" y="1403"/>
                  </a:moveTo>
                  <a:lnTo>
                    <a:pt x="0" y="1403"/>
                  </a:lnTo>
                  <a:lnTo>
                    <a:pt x="0" y="63392"/>
                  </a:lnTo>
                  <a:lnTo>
                    <a:pt x="9823" y="63392"/>
                  </a:lnTo>
                  <a:lnTo>
                    <a:pt x="9823" y="22495"/>
                  </a:lnTo>
                  <a:lnTo>
                    <a:pt x="10584" y="19278"/>
                  </a:lnTo>
                  <a:lnTo>
                    <a:pt x="11798" y="17193"/>
                  </a:lnTo>
                  <a:lnTo>
                    <a:pt x="9356" y="17193"/>
                  </a:lnTo>
                  <a:lnTo>
                    <a:pt x="8207" y="16159"/>
                  </a:lnTo>
                  <a:lnTo>
                    <a:pt x="8389" y="15185"/>
                  </a:lnTo>
                  <a:lnTo>
                    <a:pt x="8966" y="12475"/>
                  </a:lnTo>
                  <a:lnTo>
                    <a:pt x="9005" y="1403"/>
                  </a:lnTo>
                  <a:close/>
                </a:path>
                <a:path w="50800" h="63500">
                  <a:moveTo>
                    <a:pt x="46693" y="8655"/>
                  </a:moveTo>
                  <a:lnTo>
                    <a:pt x="31578" y="8655"/>
                  </a:lnTo>
                  <a:lnTo>
                    <a:pt x="35048" y="10156"/>
                  </a:lnTo>
                  <a:lnTo>
                    <a:pt x="39570" y="16159"/>
                  </a:lnTo>
                  <a:lnTo>
                    <a:pt x="40700" y="20546"/>
                  </a:lnTo>
                  <a:lnTo>
                    <a:pt x="40700" y="63392"/>
                  </a:lnTo>
                  <a:lnTo>
                    <a:pt x="50525" y="63392"/>
                  </a:lnTo>
                  <a:lnTo>
                    <a:pt x="50525" y="19142"/>
                  </a:lnTo>
                  <a:lnTo>
                    <a:pt x="49707" y="15185"/>
                  </a:lnTo>
                  <a:lnTo>
                    <a:pt x="46693" y="8655"/>
                  </a:lnTo>
                  <a:close/>
                </a:path>
                <a:path w="50800" h="63500">
                  <a:moveTo>
                    <a:pt x="9242" y="12066"/>
                  </a:moveTo>
                  <a:lnTo>
                    <a:pt x="8966" y="12475"/>
                  </a:lnTo>
                  <a:lnTo>
                    <a:pt x="8389" y="15185"/>
                  </a:lnTo>
                  <a:lnTo>
                    <a:pt x="8207" y="16159"/>
                  </a:lnTo>
                  <a:lnTo>
                    <a:pt x="9356" y="17193"/>
                  </a:lnTo>
                  <a:lnTo>
                    <a:pt x="9242" y="12066"/>
                  </a:lnTo>
                  <a:close/>
                </a:path>
                <a:path w="50800" h="63500">
                  <a:moveTo>
                    <a:pt x="33761" y="0"/>
                  </a:moveTo>
                  <a:lnTo>
                    <a:pt x="25808" y="0"/>
                  </a:lnTo>
                  <a:lnTo>
                    <a:pt x="22767" y="584"/>
                  </a:lnTo>
                  <a:lnTo>
                    <a:pt x="16997" y="2923"/>
                  </a:lnTo>
                  <a:lnTo>
                    <a:pt x="14522" y="4697"/>
                  </a:lnTo>
                  <a:lnTo>
                    <a:pt x="10389" y="9453"/>
                  </a:lnTo>
                  <a:lnTo>
                    <a:pt x="9238" y="11897"/>
                  </a:lnTo>
                  <a:lnTo>
                    <a:pt x="9356" y="17193"/>
                  </a:lnTo>
                  <a:lnTo>
                    <a:pt x="11798" y="17193"/>
                  </a:lnTo>
                  <a:lnTo>
                    <a:pt x="13625" y="14055"/>
                  </a:lnTo>
                  <a:lnTo>
                    <a:pt x="15671" y="12066"/>
                  </a:lnTo>
                  <a:lnTo>
                    <a:pt x="20597" y="9453"/>
                  </a:lnTo>
                  <a:lnTo>
                    <a:pt x="20323" y="9453"/>
                  </a:lnTo>
                  <a:lnTo>
                    <a:pt x="23703" y="8655"/>
                  </a:lnTo>
                  <a:lnTo>
                    <a:pt x="46693" y="8655"/>
                  </a:lnTo>
                  <a:lnTo>
                    <a:pt x="46432" y="8089"/>
                  </a:lnTo>
                  <a:lnTo>
                    <a:pt x="44034" y="5262"/>
                  </a:lnTo>
                  <a:lnTo>
                    <a:pt x="37718" y="1052"/>
                  </a:lnTo>
                  <a:lnTo>
                    <a:pt x="3376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51207" y="2858721"/>
              <a:ext cx="195322" cy="86782"/>
            </a:xfrm>
            <a:prstGeom prst="rect">
              <a:avLst/>
            </a:prstGeom>
          </p:spPr>
        </p:pic>
      </p:grpSp>
      <p:pic>
        <p:nvPicPr>
          <p:cNvPr id="103" name="object 10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627319" y="2860475"/>
            <a:ext cx="689973" cy="102105"/>
          </a:xfrm>
          <a:prstGeom prst="rect">
            <a:avLst/>
          </a:prstGeom>
        </p:spPr>
      </p:pic>
      <p:grpSp>
        <p:nvGrpSpPr>
          <p:cNvPr id="104" name="object 104"/>
          <p:cNvGrpSpPr/>
          <p:nvPr/>
        </p:nvGrpSpPr>
        <p:grpSpPr>
          <a:xfrm>
            <a:off x="3722883" y="2858721"/>
            <a:ext cx="339725" cy="86995"/>
            <a:chOff x="3722883" y="2858721"/>
            <a:chExt cx="339725" cy="86995"/>
          </a:xfrm>
        </p:grpSpPr>
        <p:sp>
          <p:nvSpPr>
            <p:cNvPr id="105" name="object 105"/>
            <p:cNvSpPr/>
            <p:nvPr/>
          </p:nvSpPr>
          <p:spPr>
            <a:xfrm>
              <a:off x="3722878" y="2858731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15" y="26822"/>
                  </a:lnTo>
                  <a:lnTo>
                    <a:pt x="52628" y="13868"/>
                  </a:lnTo>
                  <a:lnTo>
                    <a:pt x="52260" y="13322"/>
                  </a:lnTo>
                  <a:lnTo>
                    <a:pt x="49923" y="9817"/>
                  </a:lnTo>
                  <a:lnTo>
                    <a:pt x="49276" y="8864"/>
                  </a:ln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34" y="76949"/>
                  </a:lnTo>
                  <a:lnTo>
                    <a:pt x="25412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12" y="9817"/>
                  </a:lnTo>
                  <a:lnTo>
                    <a:pt x="33134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863234" y="2858721"/>
              <a:ext cx="198831" cy="86782"/>
            </a:xfrm>
            <a:prstGeom prst="rect">
              <a:avLst/>
            </a:prstGeom>
          </p:spPr>
        </p:pic>
      </p:grpSp>
      <p:grpSp>
        <p:nvGrpSpPr>
          <p:cNvPr id="107" name="object 107"/>
          <p:cNvGrpSpPr/>
          <p:nvPr/>
        </p:nvGrpSpPr>
        <p:grpSpPr>
          <a:xfrm>
            <a:off x="4285142" y="2858721"/>
            <a:ext cx="339725" cy="86995"/>
            <a:chOff x="4285142" y="2858721"/>
            <a:chExt cx="339725" cy="86995"/>
          </a:xfrm>
        </p:grpSpPr>
        <p:sp>
          <p:nvSpPr>
            <p:cNvPr id="108" name="object 108"/>
            <p:cNvSpPr/>
            <p:nvPr/>
          </p:nvSpPr>
          <p:spPr>
            <a:xfrm>
              <a:off x="4285132" y="2858731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57315" y="26822"/>
                  </a:lnTo>
                  <a:lnTo>
                    <a:pt x="52641" y="13868"/>
                  </a:lnTo>
                  <a:lnTo>
                    <a:pt x="52273" y="13322"/>
                  </a:lnTo>
                  <a:lnTo>
                    <a:pt x="49923" y="9817"/>
                  </a:lnTo>
                  <a:lnTo>
                    <a:pt x="49288" y="8864"/>
                  </a:lnTo>
                  <a:lnTo>
                    <a:pt x="47955" y="7785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85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31" y="86779"/>
                  </a:lnTo>
                  <a:lnTo>
                    <a:pt x="40551" y="85026"/>
                  </a:lnTo>
                  <a:lnTo>
                    <a:pt x="49288" y="78003"/>
                  </a:lnTo>
                  <a:lnTo>
                    <a:pt x="49987" y="76949"/>
                  </a:lnTo>
                  <a:lnTo>
                    <a:pt x="52641" y="73012"/>
                  </a:lnTo>
                  <a:lnTo>
                    <a:pt x="57315" y="60071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425494" y="2858721"/>
              <a:ext cx="198831" cy="86782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4926995" y="2858721"/>
            <a:ext cx="340995" cy="86995"/>
            <a:chOff x="4926995" y="2858721"/>
            <a:chExt cx="340995" cy="86995"/>
          </a:xfrm>
        </p:grpSpPr>
        <p:sp>
          <p:nvSpPr>
            <p:cNvPr id="111" name="object 111"/>
            <p:cNvSpPr/>
            <p:nvPr/>
          </p:nvSpPr>
          <p:spPr>
            <a:xfrm>
              <a:off x="4926990" y="2858731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4">
                  <a:moveTo>
                    <a:pt x="59410" y="34531"/>
                  </a:moveTo>
                  <a:lnTo>
                    <a:pt x="58229" y="26809"/>
                  </a:lnTo>
                  <a:lnTo>
                    <a:pt x="53644" y="14262"/>
                  </a:lnTo>
                  <a:lnTo>
                    <a:pt x="53581" y="14071"/>
                  </a:lnTo>
                  <a:lnTo>
                    <a:pt x="53492" y="13830"/>
                  </a:lnTo>
                  <a:lnTo>
                    <a:pt x="52984" y="13093"/>
                  </a:lnTo>
                  <a:lnTo>
                    <a:pt x="50088" y="8826"/>
                  </a:lnTo>
                  <a:lnTo>
                    <a:pt x="44488" y="4368"/>
                  </a:lnTo>
                  <a:lnTo>
                    <a:pt x="44488" y="36906"/>
                  </a:lnTo>
                  <a:lnTo>
                    <a:pt x="44488" y="49974"/>
                  </a:lnTo>
                  <a:lnTo>
                    <a:pt x="32829" y="73685"/>
                  </a:lnTo>
                  <a:lnTo>
                    <a:pt x="26670" y="73685"/>
                  </a:lnTo>
                  <a:lnTo>
                    <a:pt x="24422" y="72694"/>
                  </a:lnTo>
                  <a:lnTo>
                    <a:pt x="24041" y="72529"/>
                  </a:lnTo>
                  <a:lnTo>
                    <a:pt x="20777" y="69126"/>
                  </a:lnTo>
                  <a:lnTo>
                    <a:pt x="42951" y="27800"/>
                  </a:lnTo>
                  <a:lnTo>
                    <a:pt x="43891" y="31356"/>
                  </a:lnTo>
                  <a:lnTo>
                    <a:pt x="44488" y="36906"/>
                  </a:lnTo>
                  <a:lnTo>
                    <a:pt x="44488" y="4368"/>
                  </a:lnTo>
                  <a:lnTo>
                    <a:pt x="41236" y="1765"/>
                  </a:lnTo>
                  <a:lnTo>
                    <a:pt x="38646" y="914"/>
                  </a:lnTo>
                  <a:lnTo>
                    <a:pt x="38646" y="17640"/>
                  </a:lnTo>
                  <a:lnTo>
                    <a:pt x="16446" y="58991"/>
                  </a:lnTo>
                  <a:lnTo>
                    <a:pt x="15519" y="55473"/>
                  </a:lnTo>
                  <a:lnTo>
                    <a:pt x="14922" y="49974"/>
                  </a:lnTo>
                  <a:lnTo>
                    <a:pt x="14922" y="36906"/>
                  </a:lnTo>
                  <a:lnTo>
                    <a:pt x="26670" y="13093"/>
                  </a:lnTo>
                  <a:lnTo>
                    <a:pt x="32829" y="13093"/>
                  </a:lnTo>
                  <a:lnTo>
                    <a:pt x="35471" y="14262"/>
                  </a:lnTo>
                  <a:lnTo>
                    <a:pt x="38646" y="17640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45" y="0"/>
                  </a:lnTo>
                  <a:lnTo>
                    <a:pt x="0" y="34531"/>
                  </a:lnTo>
                  <a:lnTo>
                    <a:pt x="0" y="52425"/>
                  </a:lnTo>
                  <a:lnTo>
                    <a:pt x="23545" y="86779"/>
                  </a:lnTo>
                  <a:lnTo>
                    <a:pt x="35915" y="86779"/>
                  </a:lnTo>
                  <a:lnTo>
                    <a:pt x="59410" y="52425"/>
                  </a:lnTo>
                  <a:lnTo>
                    <a:pt x="59410" y="34531"/>
                  </a:lnTo>
                  <a:close/>
                </a:path>
                <a:path w="108585" h="86994">
                  <a:moveTo>
                    <a:pt x="108445" y="68389"/>
                  </a:moveTo>
                  <a:lnTo>
                    <a:pt x="91325" y="68389"/>
                  </a:lnTo>
                  <a:lnTo>
                    <a:pt x="91325" y="84912"/>
                  </a:lnTo>
                  <a:lnTo>
                    <a:pt x="108445" y="84912"/>
                  </a:lnTo>
                  <a:lnTo>
                    <a:pt x="108445" y="68389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67344" y="2858721"/>
              <a:ext cx="200233" cy="86782"/>
            </a:xfrm>
            <a:prstGeom prst="rect">
              <a:avLst/>
            </a:prstGeom>
          </p:spPr>
        </p:pic>
      </p:grpSp>
      <p:grpSp>
        <p:nvGrpSpPr>
          <p:cNvPr id="113" name="object 113"/>
          <p:cNvGrpSpPr/>
          <p:nvPr/>
        </p:nvGrpSpPr>
        <p:grpSpPr>
          <a:xfrm>
            <a:off x="5569783" y="2858721"/>
            <a:ext cx="339725" cy="86995"/>
            <a:chOff x="5569783" y="2858721"/>
            <a:chExt cx="339725" cy="86995"/>
          </a:xfrm>
        </p:grpSpPr>
        <p:sp>
          <p:nvSpPr>
            <p:cNvPr id="114" name="object 114"/>
            <p:cNvSpPr/>
            <p:nvPr/>
          </p:nvSpPr>
          <p:spPr>
            <a:xfrm>
              <a:off x="5569775" y="2858731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31"/>
                  </a:move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4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708965" y="2858721"/>
              <a:ext cx="200000" cy="86782"/>
            </a:xfrm>
            <a:prstGeom prst="rect">
              <a:avLst/>
            </a:prstGeom>
          </p:spPr>
        </p:pic>
      </p:grpSp>
      <p:pic>
        <p:nvPicPr>
          <p:cNvPr id="116" name="object 11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56950" y="3132997"/>
            <a:ext cx="1045901" cy="167078"/>
          </a:xfrm>
          <a:prstGeom prst="rect">
            <a:avLst/>
          </a:prstGeom>
        </p:spPr>
      </p:pic>
      <p:pic>
        <p:nvPicPr>
          <p:cNvPr id="117" name="object 11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696016" y="3190038"/>
            <a:ext cx="65496" cy="65497"/>
          </a:xfrm>
          <a:prstGeom prst="rect">
            <a:avLst/>
          </a:prstGeom>
        </p:spPr>
      </p:pic>
      <p:pic>
        <p:nvPicPr>
          <p:cNvPr id="118" name="object 11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854410" y="3166191"/>
            <a:ext cx="306363" cy="96508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254338" y="3164052"/>
            <a:ext cx="153610" cy="113028"/>
          </a:xfrm>
          <a:prstGeom prst="rect">
            <a:avLst/>
          </a:prstGeom>
        </p:spPr>
      </p:pic>
      <p:grpSp>
        <p:nvGrpSpPr>
          <p:cNvPr id="120" name="object 120"/>
          <p:cNvGrpSpPr/>
          <p:nvPr/>
        </p:nvGrpSpPr>
        <p:grpSpPr>
          <a:xfrm>
            <a:off x="556950" y="3355776"/>
            <a:ext cx="5497195" cy="245110"/>
            <a:chOff x="556950" y="3355776"/>
            <a:chExt cx="5497195" cy="245110"/>
          </a:xfrm>
        </p:grpSpPr>
        <p:sp>
          <p:nvSpPr>
            <p:cNvPr id="121" name="object 121"/>
            <p:cNvSpPr/>
            <p:nvPr/>
          </p:nvSpPr>
          <p:spPr>
            <a:xfrm>
              <a:off x="556945" y="3355784"/>
              <a:ext cx="5497195" cy="245110"/>
            </a:xfrm>
            <a:custGeom>
              <a:avLst/>
              <a:gdLst/>
              <a:ahLst/>
              <a:cxnLst/>
              <a:rect l="l" t="t" r="r" b="b"/>
              <a:pathLst>
                <a:path w="5497195" h="245110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5497106" y="245059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33141" y="3436423"/>
              <a:ext cx="197158" cy="82651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850571" y="3438206"/>
              <a:ext cx="52705" cy="79375"/>
            </a:xfrm>
            <a:custGeom>
              <a:avLst/>
              <a:gdLst/>
              <a:ahLst/>
              <a:cxnLst/>
              <a:rect l="l" t="t" r="r" b="b"/>
              <a:pathLst>
                <a:path w="52705" h="79375">
                  <a:moveTo>
                    <a:pt x="52130" y="0"/>
                  </a:moveTo>
                  <a:lnTo>
                    <a:pt x="26704" y="0"/>
                  </a:lnTo>
                  <a:lnTo>
                    <a:pt x="22318" y="1428"/>
                  </a:lnTo>
                  <a:lnTo>
                    <a:pt x="16690" y="7147"/>
                  </a:lnTo>
                  <a:lnTo>
                    <a:pt x="15332" y="11314"/>
                  </a:lnTo>
                  <a:lnTo>
                    <a:pt x="15283" y="79086"/>
                  </a:lnTo>
                  <a:lnTo>
                    <a:pt x="28472" y="79086"/>
                  </a:lnTo>
                  <a:lnTo>
                    <a:pt x="28472" y="15237"/>
                  </a:lnTo>
                  <a:lnTo>
                    <a:pt x="29003" y="13615"/>
                  </a:lnTo>
                  <a:lnTo>
                    <a:pt x="31126" y="11314"/>
                  </a:lnTo>
                  <a:lnTo>
                    <a:pt x="32763" y="10737"/>
                  </a:lnTo>
                  <a:lnTo>
                    <a:pt x="52130" y="10737"/>
                  </a:lnTo>
                  <a:lnTo>
                    <a:pt x="52130" y="0"/>
                  </a:lnTo>
                  <a:close/>
                </a:path>
                <a:path w="52705" h="79375">
                  <a:moveTo>
                    <a:pt x="15283" y="19603"/>
                  </a:moveTo>
                  <a:lnTo>
                    <a:pt x="0" y="19603"/>
                  </a:lnTo>
                  <a:lnTo>
                    <a:pt x="0" y="30342"/>
                  </a:lnTo>
                  <a:lnTo>
                    <a:pt x="15283" y="30342"/>
                  </a:lnTo>
                  <a:lnTo>
                    <a:pt x="15283" y="19603"/>
                  </a:lnTo>
                  <a:close/>
                </a:path>
                <a:path w="52705" h="79375">
                  <a:moveTo>
                    <a:pt x="51462" y="19603"/>
                  </a:moveTo>
                  <a:lnTo>
                    <a:pt x="28472" y="19603"/>
                  </a:lnTo>
                  <a:lnTo>
                    <a:pt x="28472" y="30342"/>
                  </a:lnTo>
                  <a:lnTo>
                    <a:pt x="51462" y="30342"/>
                  </a:lnTo>
                  <a:lnTo>
                    <a:pt x="51462" y="19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2528" y="3437426"/>
              <a:ext cx="123641" cy="97911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349870" y="3438206"/>
              <a:ext cx="199252" cy="95794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633019" y="3436423"/>
              <a:ext cx="413586" cy="98915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721077" y="3438206"/>
              <a:ext cx="196444" cy="80422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4002464" y="3439988"/>
              <a:ext cx="60325" cy="75565"/>
            </a:xfrm>
            <a:custGeom>
              <a:avLst/>
              <a:gdLst/>
              <a:ahLst/>
              <a:cxnLst/>
              <a:rect l="l" t="t" r="r" b="b"/>
              <a:pathLst>
                <a:path w="60325" h="75564">
                  <a:moveTo>
                    <a:pt x="0" y="30655"/>
                  </a:moveTo>
                  <a:lnTo>
                    <a:pt x="0" y="45402"/>
                  </a:lnTo>
                  <a:lnTo>
                    <a:pt x="30008" y="75299"/>
                  </a:lnTo>
                  <a:lnTo>
                    <a:pt x="37940" y="67368"/>
                  </a:lnTo>
                  <a:lnTo>
                    <a:pt x="24505" y="67368"/>
                  </a:lnTo>
                  <a:lnTo>
                    <a:pt x="24505" y="55159"/>
                  </a:lnTo>
                  <a:lnTo>
                    <a:pt x="0" y="30655"/>
                  </a:lnTo>
                  <a:close/>
                </a:path>
                <a:path w="60325" h="75564">
                  <a:moveTo>
                    <a:pt x="24505" y="55159"/>
                  </a:moveTo>
                  <a:lnTo>
                    <a:pt x="24505" y="67368"/>
                  </a:lnTo>
                  <a:lnTo>
                    <a:pt x="35513" y="67368"/>
                  </a:lnTo>
                  <a:lnTo>
                    <a:pt x="35513" y="60551"/>
                  </a:lnTo>
                  <a:lnTo>
                    <a:pt x="29898" y="60551"/>
                  </a:lnTo>
                  <a:lnTo>
                    <a:pt x="24505" y="55159"/>
                  </a:lnTo>
                  <a:close/>
                </a:path>
                <a:path w="60325" h="75564">
                  <a:moveTo>
                    <a:pt x="60018" y="30655"/>
                  </a:moveTo>
                  <a:lnTo>
                    <a:pt x="35513" y="54957"/>
                  </a:lnTo>
                  <a:lnTo>
                    <a:pt x="35513" y="67368"/>
                  </a:lnTo>
                  <a:lnTo>
                    <a:pt x="37940" y="67368"/>
                  </a:lnTo>
                  <a:lnTo>
                    <a:pt x="59907" y="45402"/>
                  </a:lnTo>
                  <a:lnTo>
                    <a:pt x="60018" y="30655"/>
                  </a:lnTo>
                  <a:close/>
                </a:path>
                <a:path w="60325" h="75564">
                  <a:moveTo>
                    <a:pt x="35513" y="0"/>
                  </a:moveTo>
                  <a:lnTo>
                    <a:pt x="24505" y="0"/>
                  </a:lnTo>
                  <a:lnTo>
                    <a:pt x="24505" y="55159"/>
                  </a:lnTo>
                  <a:lnTo>
                    <a:pt x="29898" y="60551"/>
                  </a:lnTo>
                  <a:lnTo>
                    <a:pt x="35513" y="54957"/>
                  </a:lnTo>
                  <a:lnTo>
                    <a:pt x="35513" y="0"/>
                  </a:lnTo>
                  <a:close/>
                </a:path>
                <a:path w="60325" h="75564">
                  <a:moveTo>
                    <a:pt x="35513" y="54957"/>
                  </a:moveTo>
                  <a:lnTo>
                    <a:pt x="29898" y="60551"/>
                  </a:lnTo>
                  <a:lnTo>
                    <a:pt x="35513" y="60551"/>
                  </a:lnTo>
                  <a:lnTo>
                    <a:pt x="35513" y="549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283183" y="3438160"/>
              <a:ext cx="123864" cy="80914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27542" y="3437426"/>
              <a:ext cx="124310" cy="79866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4636795" y="3439988"/>
              <a:ext cx="60325" cy="75565"/>
            </a:xfrm>
            <a:custGeom>
              <a:avLst/>
              <a:gdLst/>
              <a:ahLst/>
              <a:cxnLst/>
              <a:rect l="l" t="t" r="r" b="b"/>
              <a:pathLst>
                <a:path w="60325" h="75564">
                  <a:moveTo>
                    <a:pt x="0" y="30655"/>
                  </a:moveTo>
                  <a:lnTo>
                    <a:pt x="0" y="45402"/>
                  </a:lnTo>
                  <a:lnTo>
                    <a:pt x="30008" y="75299"/>
                  </a:lnTo>
                  <a:lnTo>
                    <a:pt x="37940" y="67368"/>
                  </a:lnTo>
                  <a:lnTo>
                    <a:pt x="24505" y="67368"/>
                  </a:lnTo>
                  <a:lnTo>
                    <a:pt x="24505" y="55159"/>
                  </a:lnTo>
                  <a:lnTo>
                    <a:pt x="0" y="30655"/>
                  </a:lnTo>
                  <a:close/>
                </a:path>
                <a:path w="60325" h="75564">
                  <a:moveTo>
                    <a:pt x="24505" y="55159"/>
                  </a:moveTo>
                  <a:lnTo>
                    <a:pt x="24505" y="67368"/>
                  </a:lnTo>
                  <a:lnTo>
                    <a:pt x="35513" y="67368"/>
                  </a:lnTo>
                  <a:lnTo>
                    <a:pt x="35513" y="60551"/>
                  </a:lnTo>
                  <a:lnTo>
                    <a:pt x="29898" y="60551"/>
                  </a:lnTo>
                  <a:lnTo>
                    <a:pt x="24505" y="55159"/>
                  </a:lnTo>
                  <a:close/>
                </a:path>
                <a:path w="60325" h="75564">
                  <a:moveTo>
                    <a:pt x="60018" y="30655"/>
                  </a:moveTo>
                  <a:lnTo>
                    <a:pt x="35513" y="54957"/>
                  </a:lnTo>
                  <a:lnTo>
                    <a:pt x="35513" y="67368"/>
                  </a:lnTo>
                  <a:lnTo>
                    <a:pt x="37940" y="67368"/>
                  </a:lnTo>
                  <a:lnTo>
                    <a:pt x="59907" y="45402"/>
                  </a:lnTo>
                  <a:lnTo>
                    <a:pt x="60018" y="30655"/>
                  </a:lnTo>
                  <a:close/>
                </a:path>
                <a:path w="60325" h="75564">
                  <a:moveTo>
                    <a:pt x="35513" y="0"/>
                  </a:moveTo>
                  <a:lnTo>
                    <a:pt x="24505" y="0"/>
                  </a:lnTo>
                  <a:lnTo>
                    <a:pt x="24505" y="55159"/>
                  </a:lnTo>
                  <a:lnTo>
                    <a:pt x="29898" y="60551"/>
                  </a:lnTo>
                  <a:lnTo>
                    <a:pt x="35513" y="54957"/>
                  </a:lnTo>
                  <a:lnTo>
                    <a:pt x="35513" y="0"/>
                  </a:lnTo>
                  <a:close/>
                </a:path>
                <a:path w="60325" h="75564">
                  <a:moveTo>
                    <a:pt x="35513" y="54957"/>
                  </a:moveTo>
                  <a:lnTo>
                    <a:pt x="29898" y="60551"/>
                  </a:lnTo>
                  <a:lnTo>
                    <a:pt x="35513" y="60551"/>
                  </a:lnTo>
                  <a:lnTo>
                    <a:pt x="35513" y="549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923923" y="3436423"/>
              <a:ext cx="272123" cy="97577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5279985" y="3439988"/>
              <a:ext cx="60325" cy="75565"/>
            </a:xfrm>
            <a:custGeom>
              <a:avLst/>
              <a:gdLst/>
              <a:ahLst/>
              <a:cxnLst/>
              <a:rect l="l" t="t" r="r" b="b"/>
              <a:pathLst>
                <a:path w="60325" h="75564">
                  <a:moveTo>
                    <a:pt x="0" y="30655"/>
                  </a:moveTo>
                  <a:lnTo>
                    <a:pt x="0" y="45402"/>
                  </a:lnTo>
                  <a:lnTo>
                    <a:pt x="30010" y="75299"/>
                  </a:lnTo>
                  <a:lnTo>
                    <a:pt x="37941" y="67368"/>
                  </a:lnTo>
                  <a:lnTo>
                    <a:pt x="24505" y="67368"/>
                  </a:lnTo>
                  <a:lnTo>
                    <a:pt x="24505" y="55159"/>
                  </a:lnTo>
                  <a:lnTo>
                    <a:pt x="0" y="30655"/>
                  </a:lnTo>
                  <a:close/>
                </a:path>
                <a:path w="60325" h="75564">
                  <a:moveTo>
                    <a:pt x="24505" y="55159"/>
                  </a:moveTo>
                  <a:lnTo>
                    <a:pt x="24505" y="67368"/>
                  </a:lnTo>
                  <a:lnTo>
                    <a:pt x="35513" y="67368"/>
                  </a:lnTo>
                  <a:lnTo>
                    <a:pt x="35513" y="60551"/>
                  </a:lnTo>
                  <a:lnTo>
                    <a:pt x="29898" y="60551"/>
                  </a:lnTo>
                  <a:lnTo>
                    <a:pt x="24505" y="55159"/>
                  </a:lnTo>
                  <a:close/>
                </a:path>
                <a:path w="60325" h="75564">
                  <a:moveTo>
                    <a:pt x="60018" y="30655"/>
                  </a:moveTo>
                  <a:lnTo>
                    <a:pt x="35513" y="54957"/>
                  </a:lnTo>
                  <a:lnTo>
                    <a:pt x="35513" y="67368"/>
                  </a:lnTo>
                  <a:lnTo>
                    <a:pt x="37941" y="67368"/>
                  </a:lnTo>
                  <a:lnTo>
                    <a:pt x="59907" y="45402"/>
                  </a:lnTo>
                  <a:lnTo>
                    <a:pt x="60018" y="30655"/>
                  </a:lnTo>
                  <a:close/>
                </a:path>
                <a:path w="60325" h="75564">
                  <a:moveTo>
                    <a:pt x="35513" y="0"/>
                  </a:moveTo>
                  <a:lnTo>
                    <a:pt x="24505" y="0"/>
                  </a:lnTo>
                  <a:lnTo>
                    <a:pt x="24505" y="55159"/>
                  </a:lnTo>
                  <a:lnTo>
                    <a:pt x="29898" y="60551"/>
                  </a:lnTo>
                  <a:lnTo>
                    <a:pt x="35513" y="54957"/>
                  </a:lnTo>
                  <a:lnTo>
                    <a:pt x="35513" y="0"/>
                  </a:lnTo>
                  <a:close/>
                </a:path>
                <a:path w="60325" h="75564">
                  <a:moveTo>
                    <a:pt x="35513" y="54957"/>
                  </a:moveTo>
                  <a:lnTo>
                    <a:pt x="29898" y="60551"/>
                  </a:lnTo>
                  <a:lnTo>
                    <a:pt x="35513" y="60551"/>
                  </a:lnTo>
                  <a:lnTo>
                    <a:pt x="35513" y="549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565688" y="3438206"/>
              <a:ext cx="127516" cy="80422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5715432" y="3438207"/>
              <a:ext cx="196850" cy="79375"/>
            </a:xfrm>
            <a:custGeom>
              <a:avLst/>
              <a:gdLst/>
              <a:ahLst/>
              <a:cxnLst/>
              <a:rect l="l" t="t" r="r" b="b"/>
              <a:pathLst>
                <a:path w="196850" h="79375">
                  <a:moveTo>
                    <a:pt x="49098" y="79095"/>
                  </a:moveTo>
                  <a:lnTo>
                    <a:pt x="49022" y="35814"/>
                  </a:lnTo>
                  <a:lnTo>
                    <a:pt x="48437" y="32461"/>
                  </a:lnTo>
                  <a:lnTo>
                    <a:pt x="48412" y="32308"/>
                  </a:lnTo>
                  <a:lnTo>
                    <a:pt x="47269" y="29540"/>
                  </a:lnTo>
                  <a:lnTo>
                    <a:pt x="45631" y="25552"/>
                  </a:lnTo>
                  <a:lnTo>
                    <a:pt x="43548" y="22936"/>
                  </a:lnTo>
                  <a:lnTo>
                    <a:pt x="38011" y="19202"/>
                  </a:lnTo>
                  <a:lnTo>
                    <a:pt x="34556" y="18275"/>
                  </a:lnTo>
                  <a:lnTo>
                    <a:pt x="27419" y="18275"/>
                  </a:lnTo>
                  <a:lnTo>
                    <a:pt x="13195" y="27876"/>
                  </a:lnTo>
                  <a:lnTo>
                    <a:pt x="13195" y="0"/>
                  </a:lnTo>
                  <a:lnTo>
                    <a:pt x="0" y="0"/>
                  </a:lnTo>
                  <a:lnTo>
                    <a:pt x="0" y="79095"/>
                  </a:lnTo>
                  <a:lnTo>
                    <a:pt x="13195" y="79095"/>
                  </a:lnTo>
                  <a:lnTo>
                    <a:pt x="13195" y="39522"/>
                  </a:lnTo>
                  <a:lnTo>
                    <a:pt x="14363" y="35814"/>
                  </a:lnTo>
                  <a:lnTo>
                    <a:pt x="17513" y="32461"/>
                  </a:lnTo>
                  <a:lnTo>
                    <a:pt x="19075" y="30797"/>
                  </a:lnTo>
                  <a:lnTo>
                    <a:pt x="22123" y="29540"/>
                  </a:lnTo>
                  <a:lnTo>
                    <a:pt x="29133" y="29540"/>
                  </a:lnTo>
                  <a:lnTo>
                    <a:pt x="31623" y="30657"/>
                  </a:lnTo>
                  <a:lnTo>
                    <a:pt x="35052" y="35115"/>
                  </a:lnTo>
                  <a:lnTo>
                    <a:pt x="35915" y="38735"/>
                  </a:lnTo>
                  <a:lnTo>
                    <a:pt x="35915" y="79095"/>
                  </a:lnTo>
                  <a:lnTo>
                    <a:pt x="49098" y="79095"/>
                  </a:lnTo>
                  <a:close/>
                </a:path>
                <a:path w="196850" h="79375">
                  <a:moveTo>
                    <a:pt x="196469" y="31800"/>
                  </a:moveTo>
                  <a:lnTo>
                    <a:pt x="174396" y="9715"/>
                  </a:lnTo>
                  <a:lnTo>
                    <a:pt x="166458" y="1790"/>
                  </a:lnTo>
                  <a:lnTo>
                    <a:pt x="146037" y="22123"/>
                  </a:lnTo>
                  <a:lnTo>
                    <a:pt x="136448" y="31800"/>
                  </a:lnTo>
                  <a:lnTo>
                    <a:pt x="136448" y="46545"/>
                  </a:lnTo>
                  <a:lnTo>
                    <a:pt x="160959" y="21932"/>
                  </a:lnTo>
                  <a:lnTo>
                    <a:pt x="160959" y="77089"/>
                  </a:lnTo>
                  <a:lnTo>
                    <a:pt x="171958" y="77089"/>
                  </a:lnTo>
                  <a:lnTo>
                    <a:pt x="171958" y="22123"/>
                  </a:lnTo>
                  <a:lnTo>
                    <a:pt x="196469" y="46545"/>
                  </a:lnTo>
                  <a:lnTo>
                    <a:pt x="196469" y="31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6" name="object 136"/>
          <p:cNvGrpSpPr/>
          <p:nvPr/>
        </p:nvGrpSpPr>
        <p:grpSpPr>
          <a:xfrm>
            <a:off x="556950" y="3840323"/>
            <a:ext cx="5497195" cy="250825"/>
            <a:chOff x="556950" y="3840323"/>
            <a:chExt cx="5497195" cy="250825"/>
          </a:xfrm>
        </p:grpSpPr>
        <p:sp>
          <p:nvSpPr>
            <p:cNvPr id="137" name="object 137"/>
            <p:cNvSpPr/>
            <p:nvPr/>
          </p:nvSpPr>
          <p:spPr>
            <a:xfrm>
              <a:off x="556945" y="3845902"/>
              <a:ext cx="5497195" cy="245110"/>
            </a:xfrm>
            <a:custGeom>
              <a:avLst/>
              <a:gdLst/>
              <a:ahLst/>
              <a:cxnLst/>
              <a:rect l="l" t="t" r="r" b="b"/>
              <a:pathLst>
                <a:path w="5497195" h="245110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5497106" y="245059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56945" y="3840327"/>
              <a:ext cx="5497195" cy="250825"/>
            </a:xfrm>
            <a:custGeom>
              <a:avLst/>
              <a:gdLst/>
              <a:ahLst/>
              <a:cxnLst/>
              <a:rect l="l" t="t" r="r" b="b"/>
              <a:pathLst>
                <a:path w="5497195" h="250825">
                  <a:moveTo>
                    <a:pt x="5497106" y="245059"/>
                  </a:moveTo>
                  <a:lnTo>
                    <a:pt x="5497106" y="245059"/>
                  </a:lnTo>
                  <a:lnTo>
                    <a:pt x="0" y="245059"/>
                  </a:lnTo>
                  <a:lnTo>
                    <a:pt x="0" y="250634"/>
                  </a:lnTo>
                  <a:lnTo>
                    <a:pt x="5497106" y="250634"/>
                  </a:lnTo>
                  <a:lnTo>
                    <a:pt x="5497106" y="245059"/>
                  </a:lnTo>
                  <a:close/>
                </a:path>
                <a:path w="5497195" h="250825">
                  <a:moveTo>
                    <a:pt x="5497106" y="0"/>
                  </a:moveTo>
                  <a:lnTo>
                    <a:pt x="5497106" y="0"/>
                  </a:lnTo>
                  <a:lnTo>
                    <a:pt x="0" y="0"/>
                  </a:lnTo>
                  <a:lnTo>
                    <a:pt x="0" y="5575"/>
                  </a:lnTo>
                  <a:lnTo>
                    <a:pt x="5497106" y="5575"/>
                  </a:lnTo>
                  <a:lnTo>
                    <a:pt x="5497106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34500" y="3924368"/>
              <a:ext cx="342453" cy="84444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49926" y="3922496"/>
              <a:ext cx="339182" cy="86784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771448" y="3930917"/>
              <a:ext cx="124679" cy="77895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1985483" y="3944016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50800" h="63500">
                  <a:moveTo>
                    <a:pt x="9006" y="1403"/>
                  </a:moveTo>
                  <a:lnTo>
                    <a:pt x="0" y="1403"/>
                  </a:lnTo>
                  <a:lnTo>
                    <a:pt x="0" y="63392"/>
                  </a:lnTo>
                  <a:lnTo>
                    <a:pt x="9824" y="63392"/>
                  </a:lnTo>
                  <a:lnTo>
                    <a:pt x="9824" y="22495"/>
                  </a:lnTo>
                  <a:lnTo>
                    <a:pt x="10585" y="19279"/>
                  </a:lnTo>
                  <a:lnTo>
                    <a:pt x="11799" y="17193"/>
                  </a:lnTo>
                  <a:lnTo>
                    <a:pt x="9357" y="17193"/>
                  </a:lnTo>
                  <a:lnTo>
                    <a:pt x="8210" y="16160"/>
                  </a:lnTo>
                  <a:lnTo>
                    <a:pt x="8390" y="15185"/>
                  </a:lnTo>
                  <a:lnTo>
                    <a:pt x="8967" y="12476"/>
                  </a:lnTo>
                  <a:lnTo>
                    <a:pt x="9006" y="1403"/>
                  </a:lnTo>
                  <a:close/>
                </a:path>
                <a:path w="50800" h="63500">
                  <a:moveTo>
                    <a:pt x="46694" y="8655"/>
                  </a:moveTo>
                  <a:lnTo>
                    <a:pt x="31579" y="8655"/>
                  </a:lnTo>
                  <a:lnTo>
                    <a:pt x="35049" y="10156"/>
                  </a:lnTo>
                  <a:lnTo>
                    <a:pt x="39571" y="16160"/>
                  </a:lnTo>
                  <a:lnTo>
                    <a:pt x="40702" y="20546"/>
                  </a:lnTo>
                  <a:lnTo>
                    <a:pt x="40702" y="63392"/>
                  </a:lnTo>
                  <a:lnTo>
                    <a:pt x="50526" y="63392"/>
                  </a:lnTo>
                  <a:lnTo>
                    <a:pt x="50526" y="19142"/>
                  </a:lnTo>
                  <a:lnTo>
                    <a:pt x="49707" y="15185"/>
                  </a:lnTo>
                  <a:lnTo>
                    <a:pt x="46694" y="8655"/>
                  </a:lnTo>
                  <a:close/>
                </a:path>
                <a:path w="50800" h="63500">
                  <a:moveTo>
                    <a:pt x="9243" y="12066"/>
                  </a:moveTo>
                  <a:lnTo>
                    <a:pt x="8967" y="12476"/>
                  </a:lnTo>
                  <a:lnTo>
                    <a:pt x="8390" y="15185"/>
                  </a:lnTo>
                  <a:lnTo>
                    <a:pt x="8210" y="16160"/>
                  </a:lnTo>
                  <a:lnTo>
                    <a:pt x="9357" y="17193"/>
                  </a:lnTo>
                  <a:lnTo>
                    <a:pt x="9243" y="12066"/>
                  </a:lnTo>
                  <a:close/>
                </a:path>
                <a:path w="50800" h="63500">
                  <a:moveTo>
                    <a:pt x="33762" y="0"/>
                  </a:moveTo>
                  <a:lnTo>
                    <a:pt x="25810" y="0"/>
                  </a:lnTo>
                  <a:lnTo>
                    <a:pt x="22768" y="585"/>
                  </a:lnTo>
                  <a:lnTo>
                    <a:pt x="16998" y="2924"/>
                  </a:lnTo>
                  <a:lnTo>
                    <a:pt x="14522" y="4697"/>
                  </a:lnTo>
                  <a:lnTo>
                    <a:pt x="10389" y="9455"/>
                  </a:lnTo>
                  <a:lnTo>
                    <a:pt x="9239" y="11897"/>
                  </a:lnTo>
                  <a:lnTo>
                    <a:pt x="9357" y="17193"/>
                  </a:lnTo>
                  <a:lnTo>
                    <a:pt x="11799" y="17193"/>
                  </a:lnTo>
                  <a:lnTo>
                    <a:pt x="13625" y="14055"/>
                  </a:lnTo>
                  <a:lnTo>
                    <a:pt x="15673" y="12066"/>
                  </a:lnTo>
                  <a:lnTo>
                    <a:pt x="20598" y="9455"/>
                  </a:lnTo>
                  <a:lnTo>
                    <a:pt x="20325" y="9455"/>
                  </a:lnTo>
                  <a:lnTo>
                    <a:pt x="23704" y="8655"/>
                  </a:lnTo>
                  <a:lnTo>
                    <a:pt x="46694" y="8655"/>
                  </a:lnTo>
                  <a:lnTo>
                    <a:pt x="46433" y="8089"/>
                  </a:lnTo>
                  <a:lnTo>
                    <a:pt x="44035" y="5264"/>
                  </a:lnTo>
                  <a:lnTo>
                    <a:pt x="37720" y="1052"/>
                  </a:lnTo>
                  <a:lnTo>
                    <a:pt x="3376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055192" y="3922496"/>
              <a:ext cx="195322" cy="86784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2345251" y="3919689"/>
              <a:ext cx="33020" cy="100965"/>
            </a:xfrm>
            <a:custGeom>
              <a:avLst/>
              <a:gdLst/>
              <a:ahLst/>
              <a:cxnLst/>
              <a:rect l="l" t="t" r="r" b="b"/>
              <a:pathLst>
                <a:path w="33019" h="100964">
                  <a:moveTo>
                    <a:pt x="32748" y="0"/>
                  </a:moveTo>
                  <a:lnTo>
                    <a:pt x="22923" y="0"/>
                  </a:lnTo>
                  <a:lnTo>
                    <a:pt x="16841" y="5379"/>
                  </a:lnTo>
                  <a:lnTo>
                    <a:pt x="0" y="44599"/>
                  </a:lnTo>
                  <a:lnTo>
                    <a:pt x="0" y="55984"/>
                  </a:lnTo>
                  <a:lnTo>
                    <a:pt x="16841" y="95204"/>
                  </a:lnTo>
                  <a:lnTo>
                    <a:pt x="22923" y="100585"/>
                  </a:lnTo>
                  <a:lnTo>
                    <a:pt x="32748" y="100585"/>
                  </a:lnTo>
                  <a:lnTo>
                    <a:pt x="26901" y="94970"/>
                  </a:lnTo>
                  <a:lnTo>
                    <a:pt x="22339" y="89376"/>
                  </a:lnTo>
                  <a:lnTo>
                    <a:pt x="15789" y="78225"/>
                  </a:lnTo>
                  <a:lnTo>
                    <a:pt x="13488" y="72651"/>
                  </a:lnTo>
                  <a:lnTo>
                    <a:pt x="10838" y="61501"/>
                  </a:lnTo>
                  <a:lnTo>
                    <a:pt x="10175" y="55906"/>
                  </a:lnTo>
                  <a:lnTo>
                    <a:pt x="10175" y="44678"/>
                  </a:lnTo>
                  <a:lnTo>
                    <a:pt x="26901" y="5535"/>
                  </a:lnTo>
                  <a:lnTo>
                    <a:pt x="327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407240" y="3944016"/>
              <a:ext cx="333568" cy="80937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2775428" y="3993140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5" h="14604">
                  <a:moveTo>
                    <a:pt x="14503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14503" y="14268"/>
                  </a:lnTo>
                  <a:lnTo>
                    <a:pt x="14503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896130" y="3924368"/>
              <a:ext cx="337312" cy="84444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3257524" y="3919689"/>
              <a:ext cx="568960" cy="100965"/>
            </a:xfrm>
            <a:custGeom>
              <a:avLst/>
              <a:gdLst/>
              <a:ahLst/>
              <a:cxnLst/>
              <a:rect l="l" t="t" r="r" b="b"/>
              <a:pathLst>
                <a:path w="568960" h="100964">
                  <a:moveTo>
                    <a:pt x="32753" y="44602"/>
                  </a:moveTo>
                  <a:lnTo>
                    <a:pt x="15913" y="5384"/>
                  </a:lnTo>
                  <a:lnTo>
                    <a:pt x="9829" y="0"/>
                  </a:lnTo>
                  <a:lnTo>
                    <a:pt x="0" y="0"/>
                  </a:lnTo>
                  <a:lnTo>
                    <a:pt x="5854" y="5537"/>
                  </a:lnTo>
                  <a:lnTo>
                    <a:pt x="10414" y="11112"/>
                  </a:lnTo>
                  <a:lnTo>
                    <a:pt x="16967" y="22339"/>
                  </a:lnTo>
                  <a:lnTo>
                    <a:pt x="19265" y="27940"/>
                  </a:lnTo>
                  <a:lnTo>
                    <a:pt x="21920" y="39090"/>
                  </a:lnTo>
                  <a:lnTo>
                    <a:pt x="22580" y="44678"/>
                  </a:lnTo>
                  <a:lnTo>
                    <a:pt x="22580" y="55918"/>
                  </a:lnTo>
                  <a:lnTo>
                    <a:pt x="5854" y="94970"/>
                  </a:lnTo>
                  <a:lnTo>
                    <a:pt x="0" y="100596"/>
                  </a:lnTo>
                  <a:lnTo>
                    <a:pt x="9829" y="100596"/>
                  </a:lnTo>
                  <a:lnTo>
                    <a:pt x="32105" y="61658"/>
                  </a:lnTo>
                  <a:lnTo>
                    <a:pt x="32753" y="55994"/>
                  </a:lnTo>
                  <a:lnTo>
                    <a:pt x="32753" y="44602"/>
                  </a:lnTo>
                  <a:close/>
                </a:path>
                <a:path w="568960" h="100964">
                  <a:moveTo>
                    <a:pt x="520700" y="37350"/>
                  </a:moveTo>
                  <a:lnTo>
                    <a:pt x="519531" y="29629"/>
                  </a:lnTo>
                  <a:lnTo>
                    <a:pt x="514858" y="16687"/>
                  </a:lnTo>
                  <a:lnTo>
                    <a:pt x="514489" y="16141"/>
                  </a:lnTo>
                  <a:lnTo>
                    <a:pt x="512140" y="12636"/>
                  </a:lnTo>
                  <a:lnTo>
                    <a:pt x="511505" y="11684"/>
                  </a:lnTo>
                  <a:lnTo>
                    <a:pt x="510171" y="10604"/>
                  </a:lnTo>
                  <a:lnTo>
                    <a:pt x="510171" y="39382"/>
                  </a:lnTo>
                  <a:lnTo>
                    <a:pt x="510171" y="53111"/>
                  </a:lnTo>
                  <a:lnTo>
                    <a:pt x="495363" y="79768"/>
                  </a:lnTo>
                  <a:lnTo>
                    <a:pt x="487641" y="79768"/>
                  </a:lnTo>
                  <a:lnTo>
                    <a:pt x="484327" y="78409"/>
                  </a:lnTo>
                  <a:lnTo>
                    <a:pt x="482117" y="76263"/>
                  </a:lnTo>
                  <a:lnTo>
                    <a:pt x="480580" y="74764"/>
                  </a:lnTo>
                  <a:lnTo>
                    <a:pt x="507238" y="26212"/>
                  </a:lnTo>
                  <a:lnTo>
                    <a:pt x="509409" y="33401"/>
                  </a:lnTo>
                  <a:lnTo>
                    <a:pt x="510171" y="39382"/>
                  </a:lnTo>
                  <a:lnTo>
                    <a:pt x="510171" y="10604"/>
                  </a:lnTo>
                  <a:lnTo>
                    <a:pt x="502767" y="4584"/>
                  </a:lnTo>
                  <a:lnTo>
                    <a:pt x="502348" y="4445"/>
                  </a:lnTo>
                  <a:lnTo>
                    <a:pt x="502348" y="17614"/>
                  </a:lnTo>
                  <a:lnTo>
                    <a:pt x="475678" y="66192"/>
                  </a:lnTo>
                  <a:lnTo>
                    <a:pt x="473506" y="59016"/>
                  </a:lnTo>
                  <a:lnTo>
                    <a:pt x="472744" y="53111"/>
                  </a:lnTo>
                  <a:lnTo>
                    <a:pt x="472744" y="39382"/>
                  </a:lnTo>
                  <a:lnTo>
                    <a:pt x="487641" y="12636"/>
                  </a:lnTo>
                  <a:lnTo>
                    <a:pt x="495363" y="12636"/>
                  </a:lnTo>
                  <a:lnTo>
                    <a:pt x="498690" y="13995"/>
                  </a:lnTo>
                  <a:lnTo>
                    <a:pt x="502348" y="17614"/>
                  </a:lnTo>
                  <a:lnTo>
                    <a:pt x="502348" y="4445"/>
                  </a:lnTo>
                  <a:lnTo>
                    <a:pt x="497547" y="2806"/>
                  </a:lnTo>
                  <a:lnTo>
                    <a:pt x="485457" y="2806"/>
                  </a:lnTo>
                  <a:lnTo>
                    <a:pt x="462216" y="37350"/>
                  </a:lnTo>
                  <a:lnTo>
                    <a:pt x="462216" y="55206"/>
                  </a:lnTo>
                  <a:lnTo>
                    <a:pt x="485457" y="89598"/>
                  </a:lnTo>
                  <a:lnTo>
                    <a:pt x="497547" y="89598"/>
                  </a:lnTo>
                  <a:lnTo>
                    <a:pt x="502767" y="87845"/>
                  </a:lnTo>
                  <a:lnTo>
                    <a:pt x="511505" y="80822"/>
                  </a:lnTo>
                  <a:lnTo>
                    <a:pt x="512203" y="79768"/>
                  </a:lnTo>
                  <a:lnTo>
                    <a:pt x="514858" y="75831"/>
                  </a:lnTo>
                  <a:lnTo>
                    <a:pt x="519531" y="62890"/>
                  </a:lnTo>
                  <a:lnTo>
                    <a:pt x="520700" y="55206"/>
                  </a:lnTo>
                  <a:lnTo>
                    <a:pt x="520700" y="37350"/>
                  </a:lnTo>
                  <a:close/>
                </a:path>
                <a:path w="568960" h="100964">
                  <a:moveTo>
                    <a:pt x="568883" y="73456"/>
                  </a:moveTo>
                  <a:lnTo>
                    <a:pt x="554380" y="73456"/>
                  </a:lnTo>
                  <a:lnTo>
                    <a:pt x="554380" y="87718"/>
                  </a:lnTo>
                  <a:lnTo>
                    <a:pt x="568883" y="87718"/>
                  </a:lnTo>
                  <a:lnTo>
                    <a:pt x="568883" y="7345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860101" y="3922496"/>
              <a:ext cx="197661" cy="86784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4282783" y="3922496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5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29"/>
                  </a:lnTo>
                  <a:lnTo>
                    <a:pt x="49288" y="8877"/>
                  </a:lnTo>
                  <a:lnTo>
                    <a:pt x="47955" y="7797"/>
                  </a:lnTo>
                  <a:lnTo>
                    <a:pt x="47955" y="36576"/>
                  </a:lnTo>
                  <a:lnTo>
                    <a:pt x="47955" y="50304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797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304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31" y="86791"/>
                  </a:lnTo>
                  <a:lnTo>
                    <a:pt x="40551" y="85039"/>
                  </a:lnTo>
                  <a:lnTo>
                    <a:pt x="49288" y="78016"/>
                  </a:lnTo>
                  <a:lnTo>
                    <a:pt x="49987" y="76962"/>
                  </a:lnTo>
                  <a:lnTo>
                    <a:pt x="52641" y="73025"/>
                  </a:lnTo>
                  <a:lnTo>
                    <a:pt x="57315" y="60083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5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424314" y="3922496"/>
              <a:ext cx="198831" cy="86784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4925974" y="3922496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5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29"/>
                  </a:lnTo>
                  <a:lnTo>
                    <a:pt x="49288" y="8877"/>
                  </a:lnTo>
                  <a:lnTo>
                    <a:pt x="47955" y="7797"/>
                  </a:lnTo>
                  <a:lnTo>
                    <a:pt x="47955" y="36576"/>
                  </a:lnTo>
                  <a:lnTo>
                    <a:pt x="47955" y="50304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797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304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31" y="86791"/>
                  </a:lnTo>
                  <a:lnTo>
                    <a:pt x="40551" y="85039"/>
                  </a:lnTo>
                  <a:lnTo>
                    <a:pt x="49288" y="78016"/>
                  </a:lnTo>
                  <a:lnTo>
                    <a:pt x="49987" y="76962"/>
                  </a:lnTo>
                  <a:lnTo>
                    <a:pt x="52641" y="73025"/>
                  </a:lnTo>
                  <a:lnTo>
                    <a:pt x="57315" y="60083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5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066334" y="3922496"/>
              <a:ext cx="198831" cy="86784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5568467" y="3922496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5">
                  <a:moveTo>
                    <a:pt x="59880" y="34544"/>
                  </a:moveTo>
                  <a:lnTo>
                    <a:pt x="58686" y="26822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11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40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64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5">
                  <a:moveTo>
                    <a:pt x="109334" y="67284"/>
                  </a:moveTo>
                  <a:lnTo>
                    <a:pt x="90893" y="67284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708120" y="3922496"/>
              <a:ext cx="199764" cy="86784"/>
            </a:xfrm>
            <a:prstGeom prst="rect">
              <a:avLst/>
            </a:prstGeom>
          </p:spPr>
        </p:pic>
      </p:grpSp>
      <p:sp>
        <p:nvSpPr>
          <p:cNvPr id="156" name="object 156"/>
          <p:cNvSpPr/>
          <p:nvPr/>
        </p:nvSpPr>
        <p:spPr>
          <a:xfrm>
            <a:off x="556945" y="4330445"/>
            <a:ext cx="5497195" cy="5715"/>
          </a:xfrm>
          <a:custGeom>
            <a:avLst/>
            <a:gdLst/>
            <a:ahLst/>
            <a:cxnLst/>
            <a:rect l="l" t="t" r="r" b="b"/>
            <a:pathLst>
              <a:path w="5497195" h="5714">
                <a:moveTo>
                  <a:pt x="5497106" y="0"/>
                </a:moveTo>
                <a:lnTo>
                  <a:pt x="5497106" y="0"/>
                </a:lnTo>
                <a:lnTo>
                  <a:pt x="0" y="0"/>
                </a:lnTo>
                <a:lnTo>
                  <a:pt x="0" y="5575"/>
                </a:lnTo>
                <a:lnTo>
                  <a:pt x="5497106" y="5575"/>
                </a:lnTo>
                <a:lnTo>
                  <a:pt x="5497106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7" name="object 157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634500" y="3677438"/>
            <a:ext cx="340582" cy="86784"/>
          </a:xfrm>
          <a:prstGeom prst="rect">
            <a:avLst/>
          </a:prstGeom>
        </p:spPr>
      </p:pic>
      <p:sp>
        <p:nvSpPr>
          <p:cNvPr id="158" name="object 158"/>
          <p:cNvSpPr txBox="1"/>
          <p:nvPr/>
        </p:nvSpPr>
        <p:spPr>
          <a:xfrm>
            <a:off x="1037701" y="3632696"/>
            <a:ext cx="9588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405" dirty="0">
                <a:solidFill>
                  <a:srgbClr val="2563EB"/>
                </a:solidFill>
                <a:latin typeface="HGGothicE"/>
                <a:cs typeface="HGGothicE"/>
              </a:rPr>
              <a:t>★</a:t>
            </a:r>
            <a:endParaRPr sz="900">
              <a:latin typeface="HGGothicE"/>
              <a:cs typeface="HGGothicE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1349926" y="3679309"/>
            <a:ext cx="339725" cy="100965"/>
            <a:chOff x="1349926" y="3679309"/>
            <a:chExt cx="339725" cy="100965"/>
          </a:xfrm>
        </p:grpSpPr>
        <p:pic>
          <p:nvPicPr>
            <p:cNvPr id="160" name="object 16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349926" y="3685860"/>
              <a:ext cx="265498" cy="94034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1635307" y="3679309"/>
              <a:ext cx="54610" cy="83185"/>
            </a:xfrm>
            <a:custGeom>
              <a:avLst/>
              <a:gdLst/>
              <a:ahLst/>
              <a:cxnLst/>
              <a:rect l="l" t="t" r="r" b="b"/>
              <a:pathLst>
                <a:path w="54610" h="83185">
                  <a:moveTo>
                    <a:pt x="9824" y="0"/>
                  </a:moveTo>
                  <a:lnTo>
                    <a:pt x="0" y="0"/>
                  </a:lnTo>
                  <a:lnTo>
                    <a:pt x="0" y="83041"/>
                  </a:lnTo>
                  <a:lnTo>
                    <a:pt x="9824" y="83041"/>
                  </a:lnTo>
                  <a:lnTo>
                    <a:pt x="9824" y="66901"/>
                  </a:lnTo>
                  <a:lnTo>
                    <a:pt x="21987" y="54035"/>
                  </a:lnTo>
                  <a:lnTo>
                    <a:pt x="42339" y="83041"/>
                  </a:lnTo>
                  <a:lnTo>
                    <a:pt x="54268" y="83041"/>
                  </a:lnTo>
                  <a:lnTo>
                    <a:pt x="28655" y="47368"/>
                  </a:lnTo>
                  <a:lnTo>
                    <a:pt x="53098" y="21052"/>
                  </a:lnTo>
                  <a:lnTo>
                    <a:pt x="39999" y="21052"/>
                  </a:lnTo>
                  <a:lnTo>
                    <a:pt x="9824" y="54386"/>
                  </a:lnTo>
                  <a:lnTo>
                    <a:pt x="982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2" name="object 162"/>
          <p:cNvGrpSpPr/>
          <p:nvPr/>
        </p:nvGrpSpPr>
        <p:grpSpPr>
          <a:xfrm>
            <a:off x="1770980" y="3674631"/>
            <a:ext cx="269240" cy="100965"/>
            <a:chOff x="1770980" y="3674631"/>
            <a:chExt cx="269240" cy="100965"/>
          </a:xfrm>
        </p:grpSpPr>
        <p:pic>
          <p:nvPicPr>
            <p:cNvPr id="163" name="object 16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770980" y="3677438"/>
              <a:ext cx="127485" cy="86784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918115" y="3674631"/>
              <a:ext cx="121871" cy="100585"/>
            </a:xfrm>
            <a:prstGeom prst="rect">
              <a:avLst/>
            </a:prstGeom>
          </p:spPr>
        </p:pic>
      </p:grpSp>
      <p:sp>
        <p:nvSpPr>
          <p:cNvPr id="165" name="object 165"/>
          <p:cNvSpPr/>
          <p:nvPr/>
        </p:nvSpPr>
        <p:spPr>
          <a:xfrm>
            <a:off x="2123145" y="369989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32514" y="0"/>
                </a:moveTo>
                <a:lnTo>
                  <a:pt x="23392" y="0"/>
                </a:lnTo>
                <a:lnTo>
                  <a:pt x="23392" y="55906"/>
                </a:lnTo>
                <a:lnTo>
                  <a:pt x="32514" y="55906"/>
                </a:lnTo>
                <a:lnTo>
                  <a:pt x="32514" y="0"/>
                </a:lnTo>
                <a:close/>
              </a:path>
              <a:path w="56514" h="56514">
                <a:moveTo>
                  <a:pt x="23392" y="23392"/>
                </a:moveTo>
                <a:lnTo>
                  <a:pt x="0" y="23392"/>
                </a:lnTo>
                <a:lnTo>
                  <a:pt x="0" y="32514"/>
                </a:lnTo>
                <a:lnTo>
                  <a:pt x="23392" y="32514"/>
                </a:lnTo>
                <a:lnTo>
                  <a:pt x="23392" y="23392"/>
                </a:lnTo>
                <a:close/>
              </a:path>
              <a:path w="56514" h="56514">
                <a:moveTo>
                  <a:pt x="55906" y="23392"/>
                </a:moveTo>
                <a:lnTo>
                  <a:pt x="32514" y="23392"/>
                </a:lnTo>
                <a:lnTo>
                  <a:pt x="32514" y="32514"/>
                </a:lnTo>
                <a:lnTo>
                  <a:pt x="55906" y="32514"/>
                </a:lnTo>
                <a:lnTo>
                  <a:pt x="55906" y="23392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6" name="object 166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266888" y="3679309"/>
            <a:ext cx="405848" cy="84444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2756948" y="3679192"/>
            <a:ext cx="543862" cy="102105"/>
          </a:xfrm>
          <a:prstGeom prst="rect">
            <a:avLst/>
          </a:prstGeom>
        </p:spPr>
      </p:pic>
      <p:grpSp>
        <p:nvGrpSpPr>
          <p:cNvPr id="168" name="object 168"/>
          <p:cNvGrpSpPr/>
          <p:nvPr/>
        </p:nvGrpSpPr>
        <p:grpSpPr>
          <a:xfrm>
            <a:off x="3719048" y="3677438"/>
            <a:ext cx="339725" cy="86995"/>
            <a:chOff x="3719048" y="3677438"/>
            <a:chExt cx="339725" cy="86995"/>
          </a:xfrm>
        </p:grpSpPr>
        <p:sp>
          <p:nvSpPr>
            <p:cNvPr id="169" name="object 169"/>
            <p:cNvSpPr/>
            <p:nvPr/>
          </p:nvSpPr>
          <p:spPr>
            <a:xfrm>
              <a:off x="3719042" y="3677449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5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24" y="13817"/>
                  </a:lnTo>
                  <a:lnTo>
                    <a:pt x="50495" y="8801"/>
                  </a:lnTo>
                  <a:lnTo>
                    <a:pt x="42760" y="2692"/>
                  </a:lnTo>
                  <a:lnTo>
                    <a:pt x="42760" y="37071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62"/>
                  </a:lnTo>
                  <a:lnTo>
                    <a:pt x="42252" y="31737"/>
                  </a:lnTo>
                  <a:lnTo>
                    <a:pt x="42760" y="37071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71"/>
                  </a:lnTo>
                  <a:lnTo>
                    <a:pt x="27292" y="14732"/>
                  </a:lnTo>
                  <a:lnTo>
                    <a:pt x="32677" y="14732"/>
                  </a:lnTo>
                  <a:lnTo>
                    <a:pt x="34975" y="15786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698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5">
                  <a:moveTo>
                    <a:pt x="109334" y="67271"/>
                  </a:moveTo>
                  <a:lnTo>
                    <a:pt x="90906" y="67271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859866" y="3679309"/>
              <a:ext cx="198594" cy="84913"/>
            </a:xfrm>
            <a:prstGeom prst="rect">
              <a:avLst/>
            </a:prstGeom>
          </p:spPr>
        </p:pic>
      </p:grpSp>
      <p:grpSp>
        <p:nvGrpSpPr>
          <p:cNvPr id="171" name="object 171"/>
          <p:cNvGrpSpPr/>
          <p:nvPr/>
        </p:nvGrpSpPr>
        <p:grpSpPr>
          <a:xfrm>
            <a:off x="4282090" y="3677438"/>
            <a:ext cx="340995" cy="86995"/>
            <a:chOff x="4282090" y="3677438"/>
            <a:chExt cx="340995" cy="86995"/>
          </a:xfrm>
        </p:grpSpPr>
        <p:sp>
          <p:nvSpPr>
            <p:cNvPr id="172" name="object 172"/>
            <p:cNvSpPr/>
            <p:nvPr/>
          </p:nvSpPr>
          <p:spPr>
            <a:xfrm>
              <a:off x="4282084" y="3677449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5">
                  <a:moveTo>
                    <a:pt x="59880" y="34531"/>
                  </a:moveTo>
                  <a:lnTo>
                    <a:pt x="58686" y="26809"/>
                  </a:lnTo>
                  <a:lnTo>
                    <a:pt x="54254" y="14732"/>
                  </a:lnTo>
                  <a:lnTo>
                    <a:pt x="54152" y="14452"/>
                  </a:lnTo>
                  <a:lnTo>
                    <a:pt x="53924" y="13817"/>
                  </a:lnTo>
                  <a:lnTo>
                    <a:pt x="50495" y="8801"/>
                  </a:lnTo>
                  <a:lnTo>
                    <a:pt x="42760" y="2692"/>
                  </a:lnTo>
                  <a:lnTo>
                    <a:pt x="42760" y="37071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0993"/>
                  </a:lnTo>
                  <a:lnTo>
                    <a:pt x="21971" y="67678"/>
                  </a:lnTo>
                  <a:lnTo>
                    <a:pt x="41871" y="30162"/>
                  </a:lnTo>
                  <a:lnTo>
                    <a:pt x="42252" y="31737"/>
                  </a:lnTo>
                  <a:lnTo>
                    <a:pt x="42760" y="37071"/>
                  </a:lnTo>
                  <a:lnTo>
                    <a:pt x="42760" y="2692"/>
                  </a:lnTo>
                  <a:lnTo>
                    <a:pt x="41579" y="1752"/>
                  </a:lnTo>
                  <a:lnTo>
                    <a:pt x="37909" y="558"/>
                  </a:lnTo>
                  <a:lnTo>
                    <a:pt x="37909" y="19100"/>
                  </a:lnTo>
                  <a:lnTo>
                    <a:pt x="18008" y="56629"/>
                  </a:lnTo>
                  <a:lnTo>
                    <a:pt x="17640" y="55105"/>
                  </a:lnTo>
                  <a:lnTo>
                    <a:pt x="17119" y="49822"/>
                  </a:lnTo>
                  <a:lnTo>
                    <a:pt x="17119" y="37071"/>
                  </a:lnTo>
                  <a:lnTo>
                    <a:pt x="27292" y="14732"/>
                  </a:lnTo>
                  <a:lnTo>
                    <a:pt x="32677" y="14732"/>
                  </a:lnTo>
                  <a:lnTo>
                    <a:pt x="34975" y="15786"/>
                  </a:lnTo>
                  <a:lnTo>
                    <a:pt x="37909" y="19100"/>
                  </a:lnTo>
                  <a:lnTo>
                    <a:pt x="37909" y="558"/>
                  </a:lnTo>
                  <a:lnTo>
                    <a:pt x="36207" y="0"/>
                  </a:lnTo>
                  <a:lnTo>
                    <a:pt x="23710" y="0"/>
                  </a:lnTo>
                  <a:lnTo>
                    <a:pt x="0" y="34531"/>
                  </a:lnTo>
                  <a:lnTo>
                    <a:pt x="0" y="52438"/>
                  </a:lnTo>
                  <a:lnTo>
                    <a:pt x="23710" y="86779"/>
                  </a:lnTo>
                  <a:lnTo>
                    <a:pt x="36207" y="86779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38"/>
                  </a:lnTo>
                  <a:lnTo>
                    <a:pt x="59880" y="34531"/>
                  </a:lnTo>
                  <a:close/>
                </a:path>
                <a:path w="109854" h="86995">
                  <a:moveTo>
                    <a:pt x="109334" y="67271"/>
                  </a:moveTo>
                  <a:lnTo>
                    <a:pt x="90906" y="67271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422908" y="3677438"/>
              <a:ext cx="199764" cy="86784"/>
            </a:xfrm>
            <a:prstGeom prst="rect">
              <a:avLst/>
            </a:prstGeom>
          </p:spPr>
        </p:pic>
      </p:grpSp>
      <p:grpSp>
        <p:nvGrpSpPr>
          <p:cNvPr id="174" name="object 174"/>
          <p:cNvGrpSpPr/>
          <p:nvPr/>
        </p:nvGrpSpPr>
        <p:grpSpPr>
          <a:xfrm>
            <a:off x="4925516" y="3677438"/>
            <a:ext cx="339090" cy="86995"/>
            <a:chOff x="4925516" y="3677438"/>
            <a:chExt cx="339090" cy="86995"/>
          </a:xfrm>
        </p:grpSpPr>
        <p:sp>
          <p:nvSpPr>
            <p:cNvPr id="175" name="object 175"/>
            <p:cNvSpPr/>
            <p:nvPr/>
          </p:nvSpPr>
          <p:spPr>
            <a:xfrm>
              <a:off x="4925504" y="3677449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5">
                  <a:moveTo>
                    <a:pt x="59423" y="34531"/>
                  </a:moveTo>
                  <a:lnTo>
                    <a:pt x="58229" y="26809"/>
                  </a:lnTo>
                  <a:lnTo>
                    <a:pt x="53644" y="14249"/>
                  </a:lnTo>
                  <a:lnTo>
                    <a:pt x="53581" y="14071"/>
                  </a:lnTo>
                  <a:lnTo>
                    <a:pt x="53492" y="13830"/>
                  </a:lnTo>
                  <a:lnTo>
                    <a:pt x="52997" y="13093"/>
                  </a:lnTo>
                  <a:lnTo>
                    <a:pt x="50101" y="8826"/>
                  </a:lnTo>
                  <a:lnTo>
                    <a:pt x="44500" y="4368"/>
                  </a:lnTo>
                  <a:lnTo>
                    <a:pt x="44500" y="36906"/>
                  </a:lnTo>
                  <a:lnTo>
                    <a:pt x="44500" y="49974"/>
                  </a:lnTo>
                  <a:lnTo>
                    <a:pt x="32829" y="73672"/>
                  </a:lnTo>
                  <a:lnTo>
                    <a:pt x="26670" y="73672"/>
                  </a:lnTo>
                  <a:lnTo>
                    <a:pt x="24434" y="72694"/>
                  </a:lnTo>
                  <a:lnTo>
                    <a:pt x="24041" y="72529"/>
                  </a:lnTo>
                  <a:lnTo>
                    <a:pt x="20777" y="69126"/>
                  </a:lnTo>
                  <a:lnTo>
                    <a:pt x="42964" y="27800"/>
                  </a:lnTo>
                  <a:lnTo>
                    <a:pt x="43903" y="31356"/>
                  </a:lnTo>
                  <a:lnTo>
                    <a:pt x="44500" y="36906"/>
                  </a:lnTo>
                  <a:lnTo>
                    <a:pt x="44500" y="4368"/>
                  </a:lnTo>
                  <a:lnTo>
                    <a:pt x="41236" y="1765"/>
                  </a:lnTo>
                  <a:lnTo>
                    <a:pt x="38646" y="914"/>
                  </a:lnTo>
                  <a:lnTo>
                    <a:pt x="38646" y="17640"/>
                  </a:lnTo>
                  <a:lnTo>
                    <a:pt x="16459" y="58991"/>
                  </a:lnTo>
                  <a:lnTo>
                    <a:pt x="15532" y="55473"/>
                  </a:lnTo>
                  <a:lnTo>
                    <a:pt x="14935" y="49974"/>
                  </a:lnTo>
                  <a:lnTo>
                    <a:pt x="14935" y="36906"/>
                  </a:lnTo>
                  <a:lnTo>
                    <a:pt x="26670" y="13093"/>
                  </a:lnTo>
                  <a:lnTo>
                    <a:pt x="32829" y="13093"/>
                  </a:lnTo>
                  <a:lnTo>
                    <a:pt x="35483" y="14249"/>
                  </a:lnTo>
                  <a:lnTo>
                    <a:pt x="38646" y="17640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58" y="0"/>
                  </a:lnTo>
                  <a:lnTo>
                    <a:pt x="0" y="34531"/>
                  </a:lnTo>
                  <a:lnTo>
                    <a:pt x="0" y="52425"/>
                  </a:lnTo>
                  <a:lnTo>
                    <a:pt x="23558" y="86779"/>
                  </a:lnTo>
                  <a:lnTo>
                    <a:pt x="35915" y="86779"/>
                  </a:lnTo>
                  <a:lnTo>
                    <a:pt x="41236" y="85026"/>
                  </a:lnTo>
                  <a:lnTo>
                    <a:pt x="50101" y="78041"/>
                  </a:lnTo>
                  <a:lnTo>
                    <a:pt x="53073" y="73672"/>
                  </a:lnTo>
                  <a:lnTo>
                    <a:pt x="53492" y="73063"/>
                  </a:lnTo>
                  <a:lnTo>
                    <a:pt x="58229" y="60121"/>
                  </a:lnTo>
                  <a:lnTo>
                    <a:pt x="59423" y="52425"/>
                  </a:lnTo>
                  <a:lnTo>
                    <a:pt x="59423" y="34531"/>
                  </a:lnTo>
                  <a:close/>
                </a:path>
                <a:path w="108585" h="86995">
                  <a:moveTo>
                    <a:pt x="108445" y="68389"/>
                  </a:moveTo>
                  <a:lnTo>
                    <a:pt x="91325" y="68389"/>
                  </a:lnTo>
                  <a:lnTo>
                    <a:pt x="91325" y="84912"/>
                  </a:lnTo>
                  <a:lnTo>
                    <a:pt x="108445" y="84912"/>
                  </a:lnTo>
                  <a:lnTo>
                    <a:pt x="108445" y="68389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6" name="object 176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065864" y="3677438"/>
              <a:ext cx="198594" cy="86784"/>
            </a:xfrm>
            <a:prstGeom prst="rect">
              <a:avLst/>
            </a:prstGeom>
          </p:spPr>
        </p:pic>
      </p:grpSp>
      <p:grpSp>
        <p:nvGrpSpPr>
          <p:cNvPr id="177" name="object 177"/>
          <p:cNvGrpSpPr/>
          <p:nvPr/>
        </p:nvGrpSpPr>
        <p:grpSpPr>
          <a:xfrm>
            <a:off x="5569174" y="3677438"/>
            <a:ext cx="339725" cy="86995"/>
            <a:chOff x="5569174" y="3677438"/>
            <a:chExt cx="339725" cy="86995"/>
          </a:xfrm>
        </p:grpSpPr>
        <p:sp>
          <p:nvSpPr>
            <p:cNvPr id="178" name="object 178"/>
            <p:cNvSpPr/>
            <p:nvPr/>
          </p:nvSpPr>
          <p:spPr>
            <a:xfrm>
              <a:off x="5569166" y="367744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5">
                  <a:moveTo>
                    <a:pt x="58483" y="34531"/>
                  </a:moveTo>
                  <a:lnTo>
                    <a:pt x="47955" y="7797"/>
                  </a:lnTo>
                  <a:lnTo>
                    <a:pt x="47955" y="36563"/>
                  </a:lnTo>
                  <a:lnTo>
                    <a:pt x="47955" y="50292"/>
                  </a:lnTo>
                  <a:lnTo>
                    <a:pt x="33147" y="76949"/>
                  </a:lnTo>
                  <a:lnTo>
                    <a:pt x="25425" y="76949"/>
                  </a:lnTo>
                  <a:lnTo>
                    <a:pt x="22110" y="75590"/>
                  </a:lnTo>
                  <a:lnTo>
                    <a:pt x="19900" y="73444"/>
                  </a:lnTo>
                  <a:lnTo>
                    <a:pt x="18364" y="71958"/>
                  </a:lnTo>
                  <a:lnTo>
                    <a:pt x="45021" y="23393"/>
                  </a:lnTo>
                  <a:lnTo>
                    <a:pt x="47193" y="30581"/>
                  </a:lnTo>
                  <a:lnTo>
                    <a:pt x="47955" y="36563"/>
                  </a:lnTo>
                  <a:lnTo>
                    <a:pt x="47955" y="7797"/>
                  </a:lnTo>
                  <a:lnTo>
                    <a:pt x="40551" y="1765"/>
                  </a:lnTo>
                  <a:lnTo>
                    <a:pt x="40132" y="1625"/>
                  </a:lnTo>
                  <a:lnTo>
                    <a:pt x="40132" y="14795"/>
                  </a:lnTo>
                  <a:lnTo>
                    <a:pt x="13462" y="63373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63"/>
                  </a:lnTo>
                  <a:lnTo>
                    <a:pt x="25425" y="9817"/>
                  </a:lnTo>
                  <a:lnTo>
                    <a:pt x="33147" y="9817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25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31"/>
                  </a:lnTo>
                  <a:lnTo>
                    <a:pt x="0" y="52387"/>
                  </a:lnTo>
                  <a:lnTo>
                    <a:pt x="23241" y="86779"/>
                  </a:lnTo>
                  <a:lnTo>
                    <a:pt x="35318" y="86779"/>
                  </a:lnTo>
                  <a:lnTo>
                    <a:pt x="58483" y="52387"/>
                  </a:lnTo>
                  <a:lnTo>
                    <a:pt x="58483" y="34531"/>
                  </a:lnTo>
                  <a:close/>
                </a:path>
                <a:path w="106679" h="86995">
                  <a:moveTo>
                    <a:pt x="106667" y="70637"/>
                  </a:moveTo>
                  <a:lnTo>
                    <a:pt x="92163" y="70637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37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710695" y="3677438"/>
              <a:ext cx="197661" cy="86784"/>
            </a:xfrm>
            <a:prstGeom prst="rect">
              <a:avLst/>
            </a:prstGeom>
          </p:spPr>
        </p:pic>
      </p:grpSp>
      <p:pic>
        <p:nvPicPr>
          <p:cNvPr id="180" name="object 180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634500" y="4167554"/>
            <a:ext cx="410756" cy="86784"/>
          </a:xfrm>
          <a:prstGeom prst="rect">
            <a:avLst/>
          </a:prstGeom>
        </p:spPr>
      </p:pic>
      <p:pic>
        <p:nvPicPr>
          <p:cNvPr id="181" name="object 181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1352265" y="4169426"/>
            <a:ext cx="542692" cy="84444"/>
          </a:xfrm>
          <a:prstGeom prst="rect">
            <a:avLst/>
          </a:prstGeom>
        </p:spPr>
      </p:pic>
      <p:grpSp>
        <p:nvGrpSpPr>
          <p:cNvPr id="182" name="object 182"/>
          <p:cNvGrpSpPr/>
          <p:nvPr/>
        </p:nvGrpSpPr>
        <p:grpSpPr>
          <a:xfrm>
            <a:off x="1988525" y="4169309"/>
            <a:ext cx="330835" cy="102235"/>
            <a:chOff x="1988525" y="4169309"/>
            <a:chExt cx="330835" cy="102235"/>
          </a:xfrm>
        </p:grpSpPr>
        <p:sp>
          <p:nvSpPr>
            <p:cNvPr id="183" name="object 183"/>
            <p:cNvSpPr/>
            <p:nvPr/>
          </p:nvSpPr>
          <p:spPr>
            <a:xfrm>
              <a:off x="1988525" y="4169309"/>
              <a:ext cx="38735" cy="100965"/>
            </a:xfrm>
            <a:custGeom>
              <a:avLst/>
              <a:gdLst/>
              <a:ahLst/>
              <a:cxnLst/>
              <a:rect l="l" t="t" r="r" b="b"/>
              <a:pathLst>
                <a:path w="38735" h="100964">
                  <a:moveTo>
                    <a:pt x="28771" y="25029"/>
                  </a:moveTo>
                  <a:lnTo>
                    <a:pt x="28771" y="86198"/>
                  </a:lnTo>
                  <a:lnTo>
                    <a:pt x="27875" y="88850"/>
                  </a:lnTo>
                  <a:lnTo>
                    <a:pt x="24970" y="91384"/>
                  </a:lnTo>
                  <a:lnTo>
                    <a:pt x="22689" y="92047"/>
                  </a:lnTo>
                  <a:lnTo>
                    <a:pt x="0" y="92047"/>
                  </a:lnTo>
                  <a:lnTo>
                    <a:pt x="0" y="100702"/>
                  </a:lnTo>
                  <a:lnTo>
                    <a:pt x="27056" y="100702"/>
                  </a:lnTo>
                  <a:lnTo>
                    <a:pt x="31578" y="99200"/>
                  </a:lnTo>
                  <a:lnTo>
                    <a:pt x="37193" y="93196"/>
                  </a:lnTo>
                  <a:lnTo>
                    <a:pt x="38596" y="88850"/>
                  </a:lnTo>
                  <a:lnTo>
                    <a:pt x="38596" y="29824"/>
                  </a:lnTo>
                  <a:lnTo>
                    <a:pt x="33567" y="29824"/>
                  </a:lnTo>
                  <a:lnTo>
                    <a:pt x="28771" y="25029"/>
                  </a:lnTo>
                  <a:close/>
                </a:path>
                <a:path w="38735" h="100964">
                  <a:moveTo>
                    <a:pt x="38596" y="21169"/>
                  </a:moveTo>
                  <a:lnTo>
                    <a:pt x="1169" y="21169"/>
                  </a:lnTo>
                  <a:lnTo>
                    <a:pt x="1169" y="29824"/>
                  </a:lnTo>
                  <a:lnTo>
                    <a:pt x="28771" y="29824"/>
                  </a:lnTo>
                  <a:lnTo>
                    <a:pt x="28771" y="25029"/>
                  </a:lnTo>
                  <a:lnTo>
                    <a:pt x="38596" y="25029"/>
                  </a:lnTo>
                  <a:lnTo>
                    <a:pt x="38596" y="21169"/>
                  </a:lnTo>
                  <a:close/>
                </a:path>
                <a:path w="38735" h="100964">
                  <a:moveTo>
                    <a:pt x="38596" y="25029"/>
                  </a:moveTo>
                  <a:lnTo>
                    <a:pt x="28771" y="25029"/>
                  </a:lnTo>
                  <a:lnTo>
                    <a:pt x="33567" y="29824"/>
                  </a:lnTo>
                  <a:lnTo>
                    <a:pt x="38596" y="29824"/>
                  </a:lnTo>
                  <a:lnTo>
                    <a:pt x="38596" y="25029"/>
                  </a:lnTo>
                  <a:close/>
                </a:path>
                <a:path w="38735" h="100964">
                  <a:moveTo>
                    <a:pt x="38479" y="0"/>
                  </a:moveTo>
                  <a:lnTo>
                    <a:pt x="28187" y="0"/>
                  </a:lnTo>
                  <a:lnTo>
                    <a:pt x="28187" y="11461"/>
                  </a:lnTo>
                  <a:lnTo>
                    <a:pt x="38479" y="11461"/>
                  </a:lnTo>
                  <a:lnTo>
                    <a:pt x="3847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4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056361" y="4169426"/>
              <a:ext cx="262808" cy="101988"/>
            </a:xfrm>
            <a:prstGeom prst="rect">
              <a:avLst/>
            </a:prstGeom>
          </p:spPr>
        </p:pic>
      </p:grpSp>
      <p:grpSp>
        <p:nvGrpSpPr>
          <p:cNvPr id="185" name="object 185"/>
          <p:cNvGrpSpPr/>
          <p:nvPr/>
        </p:nvGrpSpPr>
        <p:grpSpPr>
          <a:xfrm>
            <a:off x="2406070" y="4175975"/>
            <a:ext cx="454025" cy="95885"/>
            <a:chOff x="2406070" y="4175975"/>
            <a:chExt cx="454025" cy="95885"/>
          </a:xfrm>
        </p:grpSpPr>
        <p:pic>
          <p:nvPicPr>
            <p:cNvPr id="186" name="object 186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406070" y="4175975"/>
              <a:ext cx="402341" cy="94035"/>
            </a:xfrm>
            <a:prstGeom prst="rect">
              <a:avLst/>
            </a:prstGeom>
          </p:spPr>
        </p:pic>
        <p:sp>
          <p:nvSpPr>
            <p:cNvPr id="187" name="object 187"/>
            <p:cNvSpPr/>
            <p:nvPr/>
          </p:nvSpPr>
          <p:spPr>
            <a:xfrm>
              <a:off x="2845838" y="4238198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4">
                  <a:moveTo>
                    <a:pt x="14034" y="0"/>
                  </a:moveTo>
                  <a:lnTo>
                    <a:pt x="0" y="0"/>
                  </a:lnTo>
                  <a:lnTo>
                    <a:pt x="0" y="14269"/>
                  </a:lnTo>
                  <a:lnTo>
                    <a:pt x="6315" y="14269"/>
                  </a:lnTo>
                  <a:lnTo>
                    <a:pt x="0" y="33216"/>
                  </a:lnTo>
                  <a:lnTo>
                    <a:pt x="7016" y="33216"/>
                  </a:lnTo>
                  <a:lnTo>
                    <a:pt x="14034" y="13100"/>
                  </a:lnTo>
                  <a:lnTo>
                    <a:pt x="1403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8" name="object 188"/>
          <p:cNvGrpSpPr/>
          <p:nvPr/>
        </p:nvGrpSpPr>
        <p:grpSpPr>
          <a:xfrm>
            <a:off x="2967944" y="4169426"/>
            <a:ext cx="264160" cy="83185"/>
            <a:chOff x="2967944" y="4169426"/>
            <a:chExt cx="264160" cy="83185"/>
          </a:xfrm>
        </p:grpSpPr>
        <p:sp>
          <p:nvSpPr>
            <p:cNvPr id="189" name="object 189"/>
            <p:cNvSpPr/>
            <p:nvPr/>
          </p:nvSpPr>
          <p:spPr>
            <a:xfrm>
              <a:off x="2967944" y="41890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50800" h="63500">
                  <a:moveTo>
                    <a:pt x="9005" y="1403"/>
                  </a:moveTo>
                  <a:lnTo>
                    <a:pt x="0" y="1403"/>
                  </a:lnTo>
                  <a:lnTo>
                    <a:pt x="0" y="63392"/>
                  </a:lnTo>
                  <a:lnTo>
                    <a:pt x="9824" y="63392"/>
                  </a:lnTo>
                  <a:lnTo>
                    <a:pt x="9824" y="22494"/>
                  </a:lnTo>
                  <a:lnTo>
                    <a:pt x="10585" y="19278"/>
                  </a:lnTo>
                  <a:lnTo>
                    <a:pt x="11799" y="17191"/>
                  </a:lnTo>
                  <a:lnTo>
                    <a:pt x="9357" y="17191"/>
                  </a:lnTo>
                  <a:lnTo>
                    <a:pt x="8208" y="16159"/>
                  </a:lnTo>
                  <a:lnTo>
                    <a:pt x="8391" y="15184"/>
                  </a:lnTo>
                  <a:lnTo>
                    <a:pt x="8967" y="12475"/>
                  </a:lnTo>
                  <a:lnTo>
                    <a:pt x="9005" y="1403"/>
                  </a:lnTo>
                  <a:close/>
                </a:path>
                <a:path w="50800" h="63500">
                  <a:moveTo>
                    <a:pt x="46693" y="8655"/>
                  </a:moveTo>
                  <a:lnTo>
                    <a:pt x="31578" y="8655"/>
                  </a:lnTo>
                  <a:lnTo>
                    <a:pt x="35049" y="10154"/>
                  </a:lnTo>
                  <a:lnTo>
                    <a:pt x="39571" y="16159"/>
                  </a:lnTo>
                  <a:lnTo>
                    <a:pt x="40702" y="20544"/>
                  </a:lnTo>
                  <a:lnTo>
                    <a:pt x="40702" y="63392"/>
                  </a:lnTo>
                  <a:lnTo>
                    <a:pt x="50526" y="63392"/>
                  </a:lnTo>
                  <a:lnTo>
                    <a:pt x="50526" y="19141"/>
                  </a:lnTo>
                  <a:lnTo>
                    <a:pt x="49707" y="15184"/>
                  </a:lnTo>
                  <a:lnTo>
                    <a:pt x="46693" y="8655"/>
                  </a:lnTo>
                  <a:close/>
                </a:path>
                <a:path w="50800" h="63500">
                  <a:moveTo>
                    <a:pt x="9243" y="12066"/>
                  </a:moveTo>
                  <a:lnTo>
                    <a:pt x="8967" y="12475"/>
                  </a:lnTo>
                  <a:lnTo>
                    <a:pt x="8391" y="15184"/>
                  </a:lnTo>
                  <a:lnTo>
                    <a:pt x="8208" y="16159"/>
                  </a:lnTo>
                  <a:lnTo>
                    <a:pt x="9357" y="17191"/>
                  </a:lnTo>
                  <a:lnTo>
                    <a:pt x="9243" y="12066"/>
                  </a:lnTo>
                  <a:close/>
                </a:path>
                <a:path w="50800" h="63500">
                  <a:moveTo>
                    <a:pt x="33762" y="0"/>
                  </a:moveTo>
                  <a:lnTo>
                    <a:pt x="25808" y="0"/>
                  </a:lnTo>
                  <a:lnTo>
                    <a:pt x="22768" y="584"/>
                  </a:lnTo>
                  <a:lnTo>
                    <a:pt x="16997" y="2923"/>
                  </a:lnTo>
                  <a:lnTo>
                    <a:pt x="14522" y="4697"/>
                  </a:lnTo>
                  <a:lnTo>
                    <a:pt x="10389" y="9453"/>
                  </a:lnTo>
                  <a:lnTo>
                    <a:pt x="9239" y="11897"/>
                  </a:lnTo>
                  <a:lnTo>
                    <a:pt x="9357" y="17191"/>
                  </a:lnTo>
                  <a:lnTo>
                    <a:pt x="11799" y="17191"/>
                  </a:lnTo>
                  <a:lnTo>
                    <a:pt x="13625" y="14053"/>
                  </a:lnTo>
                  <a:lnTo>
                    <a:pt x="15673" y="12066"/>
                  </a:lnTo>
                  <a:lnTo>
                    <a:pt x="20598" y="9453"/>
                  </a:lnTo>
                  <a:lnTo>
                    <a:pt x="20324" y="9453"/>
                  </a:lnTo>
                  <a:lnTo>
                    <a:pt x="23703" y="8655"/>
                  </a:lnTo>
                  <a:lnTo>
                    <a:pt x="46693" y="8655"/>
                  </a:lnTo>
                  <a:lnTo>
                    <a:pt x="46432" y="8088"/>
                  </a:lnTo>
                  <a:lnTo>
                    <a:pt x="44034" y="5262"/>
                  </a:lnTo>
                  <a:lnTo>
                    <a:pt x="37718" y="1051"/>
                  </a:lnTo>
                  <a:lnTo>
                    <a:pt x="3376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037651" y="4169426"/>
              <a:ext cx="194152" cy="83041"/>
            </a:xfrm>
            <a:prstGeom prst="rect">
              <a:avLst/>
            </a:prstGeom>
          </p:spPr>
        </p:pic>
      </p:grpSp>
      <p:grpSp>
        <p:nvGrpSpPr>
          <p:cNvPr id="191" name="object 191"/>
          <p:cNvGrpSpPr/>
          <p:nvPr/>
        </p:nvGrpSpPr>
        <p:grpSpPr>
          <a:xfrm>
            <a:off x="3719282" y="4167554"/>
            <a:ext cx="342265" cy="86995"/>
            <a:chOff x="3719282" y="4167554"/>
            <a:chExt cx="342265" cy="86995"/>
          </a:xfrm>
        </p:grpSpPr>
        <p:sp>
          <p:nvSpPr>
            <p:cNvPr id="192" name="object 192"/>
            <p:cNvSpPr/>
            <p:nvPr/>
          </p:nvSpPr>
          <p:spPr>
            <a:xfrm>
              <a:off x="3719271" y="4167555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5">
                  <a:moveTo>
                    <a:pt x="59423" y="34544"/>
                  </a:moveTo>
                  <a:lnTo>
                    <a:pt x="58242" y="26822"/>
                  </a:lnTo>
                  <a:lnTo>
                    <a:pt x="53644" y="14262"/>
                  </a:lnTo>
                  <a:lnTo>
                    <a:pt x="53581" y="14084"/>
                  </a:lnTo>
                  <a:lnTo>
                    <a:pt x="53492" y="13843"/>
                  </a:lnTo>
                  <a:lnTo>
                    <a:pt x="52997" y="13106"/>
                  </a:lnTo>
                  <a:lnTo>
                    <a:pt x="50101" y="8839"/>
                  </a:lnTo>
                  <a:lnTo>
                    <a:pt x="44500" y="4381"/>
                  </a:lnTo>
                  <a:lnTo>
                    <a:pt x="44500" y="36918"/>
                  </a:lnTo>
                  <a:lnTo>
                    <a:pt x="44500" y="49987"/>
                  </a:lnTo>
                  <a:lnTo>
                    <a:pt x="32829" y="73685"/>
                  </a:lnTo>
                  <a:lnTo>
                    <a:pt x="26670" y="73685"/>
                  </a:lnTo>
                  <a:lnTo>
                    <a:pt x="24434" y="72707"/>
                  </a:lnTo>
                  <a:lnTo>
                    <a:pt x="24041" y="72529"/>
                  </a:lnTo>
                  <a:lnTo>
                    <a:pt x="20777" y="69126"/>
                  </a:lnTo>
                  <a:lnTo>
                    <a:pt x="42964" y="27813"/>
                  </a:lnTo>
                  <a:lnTo>
                    <a:pt x="43903" y="31356"/>
                  </a:lnTo>
                  <a:lnTo>
                    <a:pt x="44500" y="36918"/>
                  </a:lnTo>
                  <a:lnTo>
                    <a:pt x="44500" y="4381"/>
                  </a:lnTo>
                  <a:lnTo>
                    <a:pt x="41236" y="1765"/>
                  </a:lnTo>
                  <a:lnTo>
                    <a:pt x="38646" y="914"/>
                  </a:lnTo>
                  <a:lnTo>
                    <a:pt x="38646" y="17653"/>
                  </a:lnTo>
                  <a:lnTo>
                    <a:pt x="16459" y="59004"/>
                  </a:lnTo>
                  <a:lnTo>
                    <a:pt x="15532" y="55473"/>
                  </a:lnTo>
                  <a:lnTo>
                    <a:pt x="14935" y="49987"/>
                  </a:lnTo>
                  <a:lnTo>
                    <a:pt x="14935" y="36918"/>
                  </a:lnTo>
                  <a:lnTo>
                    <a:pt x="26670" y="13106"/>
                  </a:lnTo>
                  <a:lnTo>
                    <a:pt x="32829" y="13106"/>
                  </a:lnTo>
                  <a:lnTo>
                    <a:pt x="35483" y="14262"/>
                  </a:lnTo>
                  <a:lnTo>
                    <a:pt x="38646" y="17653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5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558" y="86791"/>
                  </a:lnTo>
                  <a:lnTo>
                    <a:pt x="35915" y="86791"/>
                  </a:lnTo>
                  <a:lnTo>
                    <a:pt x="41236" y="85039"/>
                  </a:lnTo>
                  <a:lnTo>
                    <a:pt x="50101" y="78054"/>
                  </a:lnTo>
                  <a:lnTo>
                    <a:pt x="53073" y="73685"/>
                  </a:lnTo>
                  <a:lnTo>
                    <a:pt x="53492" y="73075"/>
                  </a:lnTo>
                  <a:lnTo>
                    <a:pt x="58242" y="60134"/>
                  </a:lnTo>
                  <a:lnTo>
                    <a:pt x="59423" y="52438"/>
                  </a:lnTo>
                  <a:lnTo>
                    <a:pt x="59423" y="34544"/>
                  </a:lnTo>
                  <a:close/>
                </a:path>
                <a:path w="108585" h="86995">
                  <a:moveTo>
                    <a:pt x="108445" y="68402"/>
                  </a:moveTo>
                  <a:lnTo>
                    <a:pt x="91325" y="68402"/>
                  </a:lnTo>
                  <a:lnTo>
                    <a:pt x="91325" y="84912"/>
                  </a:lnTo>
                  <a:lnTo>
                    <a:pt x="108445" y="84912"/>
                  </a:lnTo>
                  <a:lnTo>
                    <a:pt x="108445" y="6840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859631" y="4167554"/>
              <a:ext cx="201402" cy="86784"/>
            </a:xfrm>
            <a:prstGeom prst="rect">
              <a:avLst/>
            </a:prstGeom>
          </p:spPr>
        </p:pic>
      </p:grpSp>
      <p:grpSp>
        <p:nvGrpSpPr>
          <p:cNvPr id="194" name="object 194"/>
          <p:cNvGrpSpPr/>
          <p:nvPr/>
        </p:nvGrpSpPr>
        <p:grpSpPr>
          <a:xfrm>
            <a:off x="4282324" y="4167554"/>
            <a:ext cx="339725" cy="86995"/>
            <a:chOff x="4282324" y="4167554"/>
            <a:chExt cx="339725" cy="86995"/>
          </a:xfrm>
        </p:grpSpPr>
        <p:sp>
          <p:nvSpPr>
            <p:cNvPr id="195" name="object 195"/>
            <p:cNvSpPr/>
            <p:nvPr/>
          </p:nvSpPr>
          <p:spPr>
            <a:xfrm>
              <a:off x="4282313" y="4167555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5" h="86995">
                  <a:moveTo>
                    <a:pt x="59423" y="34544"/>
                  </a:moveTo>
                  <a:lnTo>
                    <a:pt x="58242" y="26822"/>
                  </a:lnTo>
                  <a:lnTo>
                    <a:pt x="53644" y="14262"/>
                  </a:lnTo>
                  <a:lnTo>
                    <a:pt x="53581" y="14084"/>
                  </a:lnTo>
                  <a:lnTo>
                    <a:pt x="53492" y="13843"/>
                  </a:lnTo>
                  <a:lnTo>
                    <a:pt x="52997" y="13106"/>
                  </a:lnTo>
                  <a:lnTo>
                    <a:pt x="50101" y="8839"/>
                  </a:lnTo>
                  <a:lnTo>
                    <a:pt x="44500" y="4381"/>
                  </a:lnTo>
                  <a:lnTo>
                    <a:pt x="44500" y="36918"/>
                  </a:lnTo>
                  <a:lnTo>
                    <a:pt x="44500" y="49987"/>
                  </a:lnTo>
                  <a:lnTo>
                    <a:pt x="32829" y="73685"/>
                  </a:lnTo>
                  <a:lnTo>
                    <a:pt x="26670" y="73685"/>
                  </a:lnTo>
                  <a:lnTo>
                    <a:pt x="24434" y="72707"/>
                  </a:lnTo>
                  <a:lnTo>
                    <a:pt x="24041" y="72529"/>
                  </a:lnTo>
                  <a:lnTo>
                    <a:pt x="20777" y="69126"/>
                  </a:lnTo>
                  <a:lnTo>
                    <a:pt x="42964" y="27813"/>
                  </a:lnTo>
                  <a:lnTo>
                    <a:pt x="43903" y="31356"/>
                  </a:lnTo>
                  <a:lnTo>
                    <a:pt x="44500" y="36918"/>
                  </a:lnTo>
                  <a:lnTo>
                    <a:pt x="44500" y="4381"/>
                  </a:lnTo>
                  <a:lnTo>
                    <a:pt x="41236" y="1765"/>
                  </a:lnTo>
                  <a:lnTo>
                    <a:pt x="38646" y="914"/>
                  </a:lnTo>
                  <a:lnTo>
                    <a:pt x="38646" y="17653"/>
                  </a:lnTo>
                  <a:lnTo>
                    <a:pt x="16459" y="59004"/>
                  </a:lnTo>
                  <a:lnTo>
                    <a:pt x="15532" y="55473"/>
                  </a:lnTo>
                  <a:lnTo>
                    <a:pt x="14935" y="49987"/>
                  </a:lnTo>
                  <a:lnTo>
                    <a:pt x="14935" y="36918"/>
                  </a:lnTo>
                  <a:lnTo>
                    <a:pt x="26670" y="13106"/>
                  </a:lnTo>
                  <a:lnTo>
                    <a:pt x="32829" y="13106"/>
                  </a:lnTo>
                  <a:lnTo>
                    <a:pt x="35483" y="14262"/>
                  </a:lnTo>
                  <a:lnTo>
                    <a:pt x="38646" y="17653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58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558" y="86791"/>
                  </a:lnTo>
                  <a:lnTo>
                    <a:pt x="35915" y="86791"/>
                  </a:lnTo>
                  <a:lnTo>
                    <a:pt x="41236" y="85039"/>
                  </a:lnTo>
                  <a:lnTo>
                    <a:pt x="50101" y="78054"/>
                  </a:lnTo>
                  <a:lnTo>
                    <a:pt x="53073" y="73685"/>
                  </a:lnTo>
                  <a:lnTo>
                    <a:pt x="53492" y="73075"/>
                  </a:lnTo>
                  <a:lnTo>
                    <a:pt x="58242" y="60134"/>
                  </a:lnTo>
                  <a:lnTo>
                    <a:pt x="59423" y="52438"/>
                  </a:lnTo>
                  <a:lnTo>
                    <a:pt x="59423" y="34544"/>
                  </a:lnTo>
                  <a:close/>
                </a:path>
                <a:path w="108585" h="86995">
                  <a:moveTo>
                    <a:pt x="108445" y="68402"/>
                  </a:moveTo>
                  <a:lnTo>
                    <a:pt x="91325" y="68402"/>
                  </a:lnTo>
                  <a:lnTo>
                    <a:pt x="91325" y="84912"/>
                  </a:lnTo>
                  <a:lnTo>
                    <a:pt x="108445" y="84912"/>
                  </a:lnTo>
                  <a:lnTo>
                    <a:pt x="108445" y="6840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4422674" y="4167554"/>
              <a:ext cx="199062" cy="86784"/>
            </a:xfrm>
            <a:prstGeom prst="rect">
              <a:avLst/>
            </a:prstGeom>
          </p:spPr>
        </p:pic>
      </p:grpSp>
      <p:grpSp>
        <p:nvGrpSpPr>
          <p:cNvPr id="197" name="object 197"/>
          <p:cNvGrpSpPr/>
          <p:nvPr/>
        </p:nvGrpSpPr>
        <p:grpSpPr>
          <a:xfrm>
            <a:off x="4925282" y="4167554"/>
            <a:ext cx="341630" cy="86995"/>
            <a:chOff x="4925282" y="4167554"/>
            <a:chExt cx="341630" cy="86995"/>
          </a:xfrm>
        </p:grpSpPr>
        <p:sp>
          <p:nvSpPr>
            <p:cNvPr id="198" name="object 198"/>
            <p:cNvSpPr/>
            <p:nvPr/>
          </p:nvSpPr>
          <p:spPr>
            <a:xfrm>
              <a:off x="4925276" y="4167555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5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5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065631" y="4167554"/>
              <a:ext cx="200934" cy="86784"/>
            </a:xfrm>
            <a:prstGeom prst="rect">
              <a:avLst/>
            </a:prstGeom>
          </p:spPr>
        </p:pic>
      </p:grpSp>
      <p:grpSp>
        <p:nvGrpSpPr>
          <p:cNvPr id="200" name="object 200"/>
          <p:cNvGrpSpPr/>
          <p:nvPr/>
        </p:nvGrpSpPr>
        <p:grpSpPr>
          <a:xfrm>
            <a:off x="5569174" y="4167554"/>
            <a:ext cx="338455" cy="86995"/>
            <a:chOff x="5569174" y="4167554"/>
            <a:chExt cx="338455" cy="86995"/>
          </a:xfrm>
        </p:grpSpPr>
        <p:sp>
          <p:nvSpPr>
            <p:cNvPr id="201" name="object 201"/>
            <p:cNvSpPr/>
            <p:nvPr/>
          </p:nvSpPr>
          <p:spPr>
            <a:xfrm>
              <a:off x="5569166" y="4167555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5">
                  <a:moveTo>
                    <a:pt x="58483" y="34544"/>
                  </a:moveTo>
                  <a:lnTo>
                    <a:pt x="47955" y="7810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5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710695" y="4169426"/>
              <a:ext cx="196491" cy="84912"/>
            </a:xfrm>
            <a:prstGeom prst="rect">
              <a:avLst/>
            </a:prstGeom>
          </p:spPr>
        </p:pic>
      </p:grpSp>
      <p:sp>
        <p:nvSpPr>
          <p:cNvPr id="203" name="object 203"/>
          <p:cNvSpPr txBox="1"/>
          <p:nvPr/>
        </p:nvSpPr>
        <p:spPr>
          <a:xfrm>
            <a:off x="544250" y="4379010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★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204" name="object 204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693743" y="4424008"/>
            <a:ext cx="454917" cy="95796"/>
          </a:xfrm>
          <a:prstGeom prst="rect">
            <a:avLst/>
          </a:prstGeom>
        </p:spPr>
      </p:pic>
      <p:pic>
        <p:nvPicPr>
          <p:cNvPr id="205" name="object 205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1233316" y="4423896"/>
            <a:ext cx="319689" cy="80535"/>
          </a:xfrm>
          <a:prstGeom prst="rect">
            <a:avLst/>
          </a:prstGeom>
        </p:spPr>
      </p:pic>
      <p:pic>
        <p:nvPicPr>
          <p:cNvPr id="206" name="object 206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1634321" y="4423896"/>
            <a:ext cx="451130" cy="97243"/>
          </a:xfrm>
          <a:prstGeom prst="rect">
            <a:avLst/>
          </a:prstGeom>
        </p:spPr>
      </p:pic>
      <p:sp>
        <p:nvSpPr>
          <p:cNvPr id="207" name="object 207"/>
          <p:cNvSpPr/>
          <p:nvPr/>
        </p:nvSpPr>
        <p:spPr>
          <a:xfrm>
            <a:off x="2187707" y="446243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2303776" y="4424008"/>
            <a:ext cx="49530" cy="47625"/>
          </a:xfrm>
          <a:custGeom>
            <a:avLst/>
            <a:gdLst/>
            <a:ahLst/>
            <a:cxnLst/>
            <a:rect l="l" t="t" r="r" b="b"/>
            <a:pathLst>
              <a:path w="49530" h="47625">
                <a:moveTo>
                  <a:pt x="35979" y="0"/>
                </a:moveTo>
                <a:lnTo>
                  <a:pt x="24505" y="16263"/>
                </a:lnTo>
                <a:lnTo>
                  <a:pt x="13143" y="0"/>
                </a:lnTo>
                <a:lnTo>
                  <a:pt x="6460" y="4455"/>
                </a:lnTo>
                <a:lnTo>
                  <a:pt x="17376" y="19604"/>
                </a:lnTo>
                <a:lnTo>
                  <a:pt x="0" y="19604"/>
                </a:lnTo>
                <a:lnTo>
                  <a:pt x="0" y="27847"/>
                </a:lnTo>
                <a:lnTo>
                  <a:pt x="17376" y="27847"/>
                </a:lnTo>
                <a:lnTo>
                  <a:pt x="6460" y="42997"/>
                </a:lnTo>
                <a:lnTo>
                  <a:pt x="13143" y="47452"/>
                </a:lnTo>
                <a:lnTo>
                  <a:pt x="24505" y="31189"/>
                </a:lnTo>
                <a:lnTo>
                  <a:pt x="35979" y="47452"/>
                </a:lnTo>
                <a:lnTo>
                  <a:pt x="42661" y="42997"/>
                </a:lnTo>
                <a:lnTo>
                  <a:pt x="31634" y="27847"/>
                </a:lnTo>
                <a:lnTo>
                  <a:pt x="49011" y="27847"/>
                </a:lnTo>
                <a:lnTo>
                  <a:pt x="49011" y="19604"/>
                </a:lnTo>
                <a:lnTo>
                  <a:pt x="31634" y="19604"/>
                </a:lnTo>
                <a:lnTo>
                  <a:pt x="42661" y="4455"/>
                </a:lnTo>
                <a:lnTo>
                  <a:pt x="35979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" name="object 209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2434102" y="4424008"/>
            <a:ext cx="121414" cy="80869"/>
          </a:xfrm>
          <a:prstGeom prst="rect">
            <a:avLst/>
          </a:prstGeom>
        </p:spPr>
      </p:pic>
      <p:pic>
        <p:nvPicPr>
          <p:cNvPr id="210" name="object 210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2633574" y="4423896"/>
            <a:ext cx="657117" cy="97243"/>
          </a:xfrm>
          <a:prstGeom prst="rect">
            <a:avLst/>
          </a:prstGeom>
        </p:spPr>
      </p:pic>
      <p:pic>
        <p:nvPicPr>
          <p:cNvPr id="211" name="object 211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3370776" y="4424008"/>
            <a:ext cx="254977" cy="95796"/>
          </a:xfrm>
          <a:prstGeom prst="rect">
            <a:avLst/>
          </a:prstGeom>
        </p:spPr>
      </p:pic>
      <p:grpSp>
        <p:nvGrpSpPr>
          <p:cNvPr id="212" name="object 212"/>
          <p:cNvGrpSpPr/>
          <p:nvPr/>
        </p:nvGrpSpPr>
        <p:grpSpPr>
          <a:xfrm>
            <a:off x="3716203" y="4419553"/>
            <a:ext cx="624205" cy="101600"/>
            <a:chOff x="3716203" y="4419553"/>
            <a:chExt cx="624205" cy="101600"/>
          </a:xfrm>
        </p:grpSpPr>
        <p:sp>
          <p:nvSpPr>
            <p:cNvPr id="213" name="object 213"/>
            <p:cNvSpPr/>
            <p:nvPr/>
          </p:nvSpPr>
          <p:spPr>
            <a:xfrm>
              <a:off x="3716203" y="4419553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31188" y="0"/>
                  </a:moveTo>
                  <a:lnTo>
                    <a:pt x="21831" y="0"/>
                  </a:lnTo>
                  <a:lnTo>
                    <a:pt x="16040" y="5123"/>
                  </a:lnTo>
                  <a:lnTo>
                    <a:pt x="0" y="42476"/>
                  </a:lnTo>
                  <a:lnTo>
                    <a:pt x="0" y="53318"/>
                  </a:lnTo>
                  <a:lnTo>
                    <a:pt x="16040" y="90671"/>
                  </a:lnTo>
                  <a:lnTo>
                    <a:pt x="21831" y="95794"/>
                  </a:lnTo>
                  <a:lnTo>
                    <a:pt x="31188" y="95794"/>
                  </a:lnTo>
                  <a:lnTo>
                    <a:pt x="25619" y="90448"/>
                  </a:lnTo>
                  <a:lnTo>
                    <a:pt x="21275" y="85120"/>
                  </a:lnTo>
                  <a:lnTo>
                    <a:pt x="15036" y="74500"/>
                  </a:lnTo>
                  <a:lnTo>
                    <a:pt x="12846" y="69190"/>
                  </a:lnTo>
                  <a:lnTo>
                    <a:pt x="10321" y="58572"/>
                  </a:lnTo>
                  <a:lnTo>
                    <a:pt x="9690" y="53243"/>
                  </a:lnTo>
                  <a:lnTo>
                    <a:pt x="9690" y="42550"/>
                  </a:lnTo>
                  <a:lnTo>
                    <a:pt x="25619" y="5271"/>
                  </a:lnTo>
                  <a:lnTo>
                    <a:pt x="3118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770783" y="4422226"/>
              <a:ext cx="389864" cy="97577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4192727" y="4422228"/>
              <a:ext cx="147320" cy="99060"/>
            </a:xfrm>
            <a:custGeom>
              <a:avLst/>
              <a:gdLst/>
              <a:ahLst/>
              <a:cxnLst/>
              <a:rect l="l" t="t" r="r" b="b"/>
              <a:pathLst>
                <a:path w="147320" h="99060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147320" h="99060">
                  <a:moveTo>
                    <a:pt x="101587" y="71513"/>
                  </a:moveTo>
                  <a:lnTo>
                    <a:pt x="57696" y="71513"/>
                  </a:lnTo>
                  <a:lnTo>
                    <a:pt x="57848" y="69507"/>
                  </a:lnTo>
                  <a:lnTo>
                    <a:pt x="85242" y="46786"/>
                  </a:lnTo>
                  <a:lnTo>
                    <a:pt x="89573" y="44081"/>
                  </a:lnTo>
                  <a:lnTo>
                    <a:pt x="95885" y="39027"/>
                  </a:lnTo>
                  <a:lnTo>
                    <a:pt x="98132" y="36296"/>
                  </a:lnTo>
                  <a:lnTo>
                    <a:pt x="100799" y="30429"/>
                  </a:lnTo>
                  <a:lnTo>
                    <a:pt x="101473" y="26962"/>
                  </a:lnTo>
                  <a:lnTo>
                    <a:pt x="101473" y="18415"/>
                  </a:lnTo>
                  <a:lnTo>
                    <a:pt x="81051" y="0"/>
                  </a:lnTo>
                  <a:lnTo>
                    <a:pt x="67094" y="0"/>
                  </a:lnTo>
                  <a:lnTo>
                    <a:pt x="60299" y="2298"/>
                  </a:lnTo>
                  <a:lnTo>
                    <a:pt x="50190" y="11518"/>
                  </a:lnTo>
                  <a:lnTo>
                    <a:pt x="47231" y="17678"/>
                  </a:lnTo>
                  <a:lnTo>
                    <a:pt x="46329" y="25400"/>
                  </a:lnTo>
                  <a:lnTo>
                    <a:pt x="56362" y="26073"/>
                  </a:lnTo>
                  <a:lnTo>
                    <a:pt x="57175" y="20726"/>
                  </a:lnTo>
                  <a:lnTo>
                    <a:pt x="59194" y="16598"/>
                  </a:lnTo>
                  <a:lnTo>
                    <a:pt x="65659" y="10807"/>
                  </a:lnTo>
                  <a:lnTo>
                    <a:pt x="70065" y="9359"/>
                  </a:lnTo>
                  <a:lnTo>
                    <a:pt x="79121" y="9359"/>
                  </a:lnTo>
                  <a:lnTo>
                    <a:pt x="91452" y="20421"/>
                  </a:lnTo>
                  <a:lnTo>
                    <a:pt x="91452" y="25844"/>
                  </a:lnTo>
                  <a:lnTo>
                    <a:pt x="68313" y="44704"/>
                  </a:lnTo>
                  <a:lnTo>
                    <a:pt x="62166" y="48831"/>
                  </a:lnTo>
                  <a:lnTo>
                    <a:pt x="53327" y="56997"/>
                  </a:lnTo>
                  <a:lnTo>
                    <a:pt x="50253" y="61290"/>
                  </a:lnTo>
                  <a:lnTo>
                    <a:pt x="46761" y="70269"/>
                  </a:lnTo>
                  <a:lnTo>
                    <a:pt x="45885" y="75298"/>
                  </a:lnTo>
                  <a:lnTo>
                    <a:pt x="45885" y="80873"/>
                  </a:lnTo>
                  <a:lnTo>
                    <a:pt x="101587" y="80873"/>
                  </a:lnTo>
                  <a:lnTo>
                    <a:pt x="101587" y="71513"/>
                  </a:lnTo>
                  <a:close/>
                </a:path>
                <a:path w="147320" h="99060">
                  <a:moveTo>
                    <a:pt x="147256" y="67284"/>
                  </a:moveTo>
                  <a:lnTo>
                    <a:pt x="133883" y="67284"/>
                  </a:lnTo>
                  <a:lnTo>
                    <a:pt x="133883" y="80873"/>
                  </a:lnTo>
                  <a:lnTo>
                    <a:pt x="139903" y="80873"/>
                  </a:lnTo>
                  <a:lnTo>
                    <a:pt x="133883" y="98920"/>
                  </a:lnTo>
                  <a:lnTo>
                    <a:pt x="140576" y="98920"/>
                  </a:lnTo>
                  <a:lnTo>
                    <a:pt x="147256" y="79756"/>
                  </a:lnTo>
                  <a:lnTo>
                    <a:pt x="147256" y="6728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6" name="object 216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4442910" y="4430246"/>
            <a:ext cx="182234" cy="74185"/>
          </a:xfrm>
          <a:prstGeom prst="rect">
            <a:avLst/>
          </a:prstGeom>
        </p:spPr>
      </p:pic>
      <p:grpSp>
        <p:nvGrpSpPr>
          <p:cNvPr id="217" name="object 217"/>
          <p:cNvGrpSpPr/>
          <p:nvPr/>
        </p:nvGrpSpPr>
        <p:grpSpPr>
          <a:xfrm>
            <a:off x="4709802" y="4419553"/>
            <a:ext cx="441325" cy="100330"/>
            <a:chOff x="4709802" y="4419553"/>
            <a:chExt cx="441325" cy="100330"/>
          </a:xfrm>
        </p:grpSpPr>
        <p:pic>
          <p:nvPicPr>
            <p:cNvPr id="218" name="object 21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709802" y="4423896"/>
              <a:ext cx="382068" cy="95907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5119717" y="4419553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9356" y="0"/>
                  </a:moveTo>
                  <a:lnTo>
                    <a:pt x="0" y="0"/>
                  </a:lnTo>
                  <a:lnTo>
                    <a:pt x="5568" y="5271"/>
                  </a:lnTo>
                  <a:lnTo>
                    <a:pt x="9913" y="10581"/>
                  </a:lnTo>
                  <a:lnTo>
                    <a:pt x="16151" y="21275"/>
                  </a:lnTo>
                  <a:lnTo>
                    <a:pt x="18341" y="26602"/>
                  </a:lnTo>
                  <a:lnTo>
                    <a:pt x="20867" y="37222"/>
                  </a:lnTo>
                  <a:lnTo>
                    <a:pt x="21498" y="42550"/>
                  </a:lnTo>
                  <a:lnTo>
                    <a:pt x="21498" y="53243"/>
                  </a:lnTo>
                  <a:lnTo>
                    <a:pt x="5568" y="90448"/>
                  </a:lnTo>
                  <a:lnTo>
                    <a:pt x="0" y="95794"/>
                  </a:lnTo>
                  <a:lnTo>
                    <a:pt x="9356" y="95794"/>
                  </a:lnTo>
                  <a:lnTo>
                    <a:pt x="30576" y="58720"/>
                  </a:lnTo>
                  <a:lnTo>
                    <a:pt x="31188" y="53318"/>
                  </a:lnTo>
                  <a:lnTo>
                    <a:pt x="31188" y="42476"/>
                  </a:lnTo>
                  <a:lnTo>
                    <a:pt x="15148" y="5123"/>
                  </a:lnTo>
                  <a:lnTo>
                    <a:pt x="935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0" name="object 220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6220691" y="1849114"/>
            <a:ext cx="321111" cy="94169"/>
          </a:xfrm>
          <a:prstGeom prst="rect">
            <a:avLst/>
          </a:prstGeom>
        </p:spPr>
      </p:pic>
      <p:pic>
        <p:nvPicPr>
          <p:cNvPr id="221" name="object 221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6613358" y="1849114"/>
            <a:ext cx="327436" cy="82651"/>
          </a:xfrm>
          <a:prstGeom prst="rect">
            <a:avLst/>
          </a:prstGeom>
        </p:spPr>
      </p:pic>
      <p:sp>
        <p:nvSpPr>
          <p:cNvPr id="222" name="object 222"/>
          <p:cNvSpPr/>
          <p:nvPr/>
        </p:nvSpPr>
        <p:spPr>
          <a:xfrm>
            <a:off x="7015402" y="18526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8" y="14748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2"/>
                </a:lnTo>
                <a:lnTo>
                  <a:pt x="29898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40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40" y="7931"/>
                </a:moveTo>
                <a:lnTo>
                  <a:pt x="35513" y="7931"/>
                </a:lnTo>
                <a:lnTo>
                  <a:pt x="35513" y="20342"/>
                </a:lnTo>
                <a:lnTo>
                  <a:pt x="60018" y="44756"/>
                </a:lnTo>
                <a:lnTo>
                  <a:pt x="60018" y="30008"/>
                </a:lnTo>
                <a:lnTo>
                  <a:pt x="37940" y="7931"/>
                </a:lnTo>
                <a:close/>
              </a:path>
              <a:path w="60325" h="75564">
                <a:moveTo>
                  <a:pt x="35513" y="14748"/>
                </a:moveTo>
                <a:lnTo>
                  <a:pt x="29898" y="14748"/>
                </a:lnTo>
                <a:lnTo>
                  <a:pt x="35513" y="20342"/>
                </a:lnTo>
                <a:lnTo>
                  <a:pt x="35513" y="14748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8" y="14748"/>
                </a:lnTo>
                <a:lnTo>
                  <a:pt x="35513" y="14748"/>
                </a:lnTo>
                <a:lnTo>
                  <a:pt x="35513" y="7931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7170946" y="1888435"/>
            <a:ext cx="16510" cy="15875"/>
          </a:xfrm>
          <a:custGeom>
            <a:avLst/>
            <a:gdLst/>
            <a:ahLst/>
            <a:cxnLst/>
            <a:rect l="l" t="t" r="r" b="b"/>
            <a:pathLst>
              <a:path w="16509" h="15875">
                <a:moveTo>
                  <a:pt x="16263" y="0"/>
                </a:moveTo>
                <a:lnTo>
                  <a:pt x="0" y="0"/>
                </a:lnTo>
                <a:lnTo>
                  <a:pt x="0" y="15706"/>
                </a:lnTo>
                <a:lnTo>
                  <a:pt x="16263" y="15706"/>
                </a:lnTo>
                <a:lnTo>
                  <a:pt x="16263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4" name="object 224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7283782" y="1849114"/>
            <a:ext cx="327348" cy="94169"/>
          </a:xfrm>
          <a:prstGeom prst="rect">
            <a:avLst/>
          </a:prstGeom>
        </p:spPr>
      </p:pic>
      <p:pic>
        <p:nvPicPr>
          <p:cNvPr id="225" name="object 225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7682686" y="1849114"/>
            <a:ext cx="327437" cy="82651"/>
          </a:xfrm>
          <a:prstGeom prst="rect">
            <a:avLst/>
          </a:prstGeom>
        </p:spPr>
      </p:pic>
      <p:sp>
        <p:nvSpPr>
          <p:cNvPr id="226" name="object 226"/>
          <p:cNvSpPr/>
          <p:nvPr/>
        </p:nvSpPr>
        <p:spPr>
          <a:xfrm>
            <a:off x="8084731" y="18526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8" y="14748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2"/>
                </a:lnTo>
                <a:lnTo>
                  <a:pt x="29898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40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40" y="7931"/>
                </a:moveTo>
                <a:lnTo>
                  <a:pt x="35513" y="7931"/>
                </a:lnTo>
                <a:lnTo>
                  <a:pt x="35513" y="20342"/>
                </a:lnTo>
                <a:lnTo>
                  <a:pt x="60018" y="44756"/>
                </a:lnTo>
                <a:lnTo>
                  <a:pt x="60018" y="30008"/>
                </a:lnTo>
                <a:lnTo>
                  <a:pt x="37940" y="7931"/>
                </a:lnTo>
                <a:close/>
              </a:path>
              <a:path w="60325" h="75564">
                <a:moveTo>
                  <a:pt x="35513" y="14748"/>
                </a:moveTo>
                <a:lnTo>
                  <a:pt x="29898" y="14748"/>
                </a:lnTo>
                <a:lnTo>
                  <a:pt x="35513" y="20342"/>
                </a:lnTo>
                <a:lnTo>
                  <a:pt x="35513" y="14748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8" y="14748"/>
                </a:lnTo>
                <a:lnTo>
                  <a:pt x="35513" y="14748"/>
                </a:lnTo>
                <a:lnTo>
                  <a:pt x="35513" y="7931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7" name="object 227"/>
          <p:cNvGrpSpPr/>
          <p:nvPr/>
        </p:nvGrpSpPr>
        <p:grpSpPr>
          <a:xfrm>
            <a:off x="6314635" y="2048549"/>
            <a:ext cx="2294890" cy="1087120"/>
            <a:chOff x="6314635" y="2048549"/>
            <a:chExt cx="2294890" cy="1087120"/>
          </a:xfrm>
        </p:grpSpPr>
        <p:sp>
          <p:nvSpPr>
            <p:cNvPr id="228" name="object 228"/>
            <p:cNvSpPr/>
            <p:nvPr/>
          </p:nvSpPr>
          <p:spPr>
            <a:xfrm>
              <a:off x="6516320" y="3049456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2088564" y="0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351738" y="2560738"/>
              <a:ext cx="1253490" cy="8890"/>
            </a:xfrm>
            <a:custGeom>
              <a:avLst/>
              <a:gdLst/>
              <a:ahLst/>
              <a:cxnLst/>
              <a:rect l="l" t="t" r="r" b="b"/>
              <a:pathLst>
                <a:path w="1253490" h="8889">
                  <a:moveTo>
                    <a:pt x="33413" y="0"/>
                  </a:moveTo>
                  <a:lnTo>
                    <a:pt x="0" y="0"/>
                  </a:lnTo>
                  <a:lnTo>
                    <a:pt x="0" y="8356"/>
                  </a:lnTo>
                  <a:lnTo>
                    <a:pt x="33413" y="8356"/>
                  </a:lnTo>
                  <a:lnTo>
                    <a:pt x="33413" y="0"/>
                  </a:lnTo>
                  <a:close/>
                </a:path>
                <a:path w="1253490" h="8889">
                  <a:moveTo>
                    <a:pt x="89115" y="0"/>
                  </a:moveTo>
                  <a:lnTo>
                    <a:pt x="55702" y="0"/>
                  </a:lnTo>
                  <a:lnTo>
                    <a:pt x="55702" y="8356"/>
                  </a:lnTo>
                  <a:lnTo>
                    <a:pt x="89115" y="8356"/>
                  </a:lnTo>
                  <a:lnTo>
                    <a:pt x="89115" y="0"/>
                  </a:lnTo>
                  <a:close/>
                </a:path>
                <a:path w="1253490" h="8889">
                  <a:moveTo>
                    <a:pt x="144805" y="0"/>
                  </a:moveTo>
                  <a:lnTo>
                    <a:pt x="111391" y="0"/>
                  </a:lnTo>
                  <a:lnTo>
                    <a:pt x="111391" y="8356"/>
                  </a:lnTo>
                  <a:lnTo>
                    <a:pt x="144805" y="8356"/>
                  </a:lnTo>
                  <a:lnTo>
                    <a:pt x="144805" y="0"/>
                  </a:lnTo>
                  <a:close/>
                </a:path>
                <a:path w="1253490" h="8889">
                  <a:moveTo>
                    <a:pt x="1035926" y="0"/>
                  </a:moveTo>
                  <a:lnTo>
                    <a:pt x="1002512" y="0"/>
                  </a:lnTo>
                  <a:lnTo>
                    <a:pt x="1002512" y="8356"/>
                  </a:lnTo>
                  <a:lnTo>
                    <a:pt x="1035926" y="8356"/>
                  </a:lnTo>
                  <a:lnTo>
                    <a:pt x="1035926" y="0"/>
                  </a:lnTo>
                  <a:close/>
                </a:path>
                <a:path w="1253490" h="8889">
                  <a:moveTo>
                    <a:pt x="1091628" y="0"/>
                  </a:moveTo>
                  <a:lnTo>
                    <a:pt x="1058214" y="0"/>
                  </a:lnTo>
                  <a:lnTo>
                    <a:pt x="1058214" y="8356"/>
                  </a:lnTo>
                  <a:lnTo>
                    <a:pt x="1091628" y="8356"/>
                  </a:lnTo>
                  <a:lnTo>
                    <a:pt x="1091628" y="0"/>
                  </a:lnTo>
                  <a:close/>
                </a:path>
                <a:path w="1253490" h="8889">
                  <a:moveTo>
                    <a:pt x="1147318" y="0"/>
                  </a:moveTo>
                  <a:lnTo>
                    <a:pt x="1113904" y="0"/>
                  </a:lnTo>
                  <a:lnTo>
                    <a:pt x="1113904" y="8356"/>
                  </a:lnTo>
                  <a:lnTo>
                    <a:pt x="1147318" y="8356"/>
                  </a:lnTo>
                  <a:lnTo>
                    <a:pt x="1147318" y="0"/>
                  </a:lnTo>
                  <a:close/>
                </a:path>
                <a:path w="1253490" h="8889">
                  <a:moveTo>
                    <a:pt x="1203020" y="0"/>
                  </a:moveTo>
                  <a:lnTo>
                    <a:pt x="1169593" y="0"/>
                  </a:lnTo>
                  <a:lnTo>
                    <a:pt x="1169593" y="8356"/>
                  </a:lnTo>
                  <a:lnTo>
                    <a:pt x="1203020" y="8356"/>
                  </a:lnTo>
                  <a:lnTo>
                    <a:pt x="1203020" y="0"/>
                  </a:lnTo>
                  <a:close/>
                </a:path>
                <a:path w="1253490" h="8889">
                  <a:moveTo>
                    <a:pt x="1253147" y="0"/>
                  </a:moveTo>
                  <a:lnTo>
                    <a:pt x="1225296" y="0"/>
                  </a:lnTo>
                  <a:lnTo>
                    <a:pt x="1225296" y="8356"/>
                  </a:lnTo>
                  <a:lnTo>
                    <a:pt x="1253147" y="8356"/>
                  </a:lnTo>
                  <a:lnTo>
                    <a:pt x="1253147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0" name="object 230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6314635" y="2048549"/>
              <a:ext cx="1014832" cy="1086832"/>
            </a:xfrm>
            <a:prstGeom prst="rect">
              <a:avLst/>
            </a:prstGeom>
          </p:spPr>
        </p:pic>
      </p:grpSp>
      <p:sp>
        <p:nvSpPr>
          <p:cNvPr id="231" name="object 231"/>
          <p:cNvSpPr txBox="1"/>
          <p:nvPr/>
        </p:nvSpPr>
        <p:spPr>
          <a:xfrm>
            <a:off x="6995822" y="2134496"/>
            <a:ext cx="6604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30" dirty="0">
                <a:solidFill>
                  <a:srgbClr val="1D4ED8"/>
                </a:solidFill>
                <a:latin typeface="HGGothicE"/>
                <a:cs typeface="HGGothicE"/>
              </a:rPr>
              <a:t>★</a:t>
            </a:r>
            <a:endParaRPr sz="500">
              <a:latin typeface="HGGothicE"/>
              <a:cs typeface="HGGothicE"/>
            </a:endParaRPr>
          </a:p>
        </p:txBody>
      </p:sp>
      <p:grpSp>
        <p:nvGrpSpPr>
          <p:cNvPr id="232" name="object 232"/>
          <p:cNvGrpSpPr/>
          <p:nvPr/>
        </p:nvGrpSpPr>
        <p:grpSpPr>
          <a:xfrm>
            <a:off x="7432504" y="2074792"/>
            <a:ext cx="899794" cy="1061085"/>
            <a:chOff x="7432504" y="2074792"/>
            <a:chExt cx="899794" cy="1061085"/>
          </a:xfrm>
        </p:grpSpPr>
        <p:sp>
          <p:nvSpPr>
            <p:cNvPr id="233" name="object 233"/>
            <p:cNvSpPr/>
            <p:nvPr/>
          </p:nvSpPr>
          <p:spPr>
            <a:xfrm>
              <a:off x="7432497" y="2074798"/>
              <a:ext cx="5715" cy="919480"/>
            </a:xfrm>
            <a:custGeom>
              <a:avLst/>
              <a:gdLst/>
              <a:ahLst/>
              <a:cxnLst/>
              <a:rect l="l" t="t" r="r" b="b"/>
              <a:pathLst>
                <a:path w="5715" h="919480">
                  <a:moveTo>
                    <a:pt x="5575" y="896683"/>
                  </a:moveTo>
                  <a:lnTo>
                    <a:pt x="0" y="896683"/>
                  </a:lnTo>
                  <a:lnTo>
                    <a:pt x="0" y="918972"/>
                  </a:lnTo>
                  <a:lnTo>
                    <a:pt x="5575" y="918972"/>
                  </a:lnTo>
                  <a:lnTo>
                    <a:pt x="5575" y="896683"/>
                  </a:lnTo>
                  <a:close/>
                </a:path>
                <a:path w="5715" h="919480">
                  <a:moveTo>
                    <a:pt x="5575" y="857707"/>
                  </a:moveTo>
                  <a:lnTo>
                    <a:pt x="0" y="857707"/>
                  </a:lnTo>
                  <a:lnTo>
                    <a:pt x="0" y="879983"/>
                  </a:lnTo>
                  <a:lnTo>
                    <a:pt x="5575" y="879983"/>
                  </a:lnTo>
                  <a:lnTo>
                    <a:pt x="5575" y="857707"/>
                  </a:lnTo>
                  <a:close/>
                </a:path>
                <a:path w="5715" h="919480">
                  <a:moveTo>
                    <a:pt x="5575" y="818718"/>
                  </a:moveTo>
                  <a:lnTo>
                    <a:pt x="0" y="818718"/>
                  </a:lnTo>
                  <a:lnTo>
                    <a:pt x="0" y="840994"/>
                  </a:lnTo>
                  <a:lnTo>
                    <a:pt x="5575" y="840994"/>
                  </a:lnTo>
                  <a:lnTo>
                    <a:pt x="5575" y="818718"/>
                  </a:lnTo>
                  <a:close/>
                </a:path>
                <a:path w="5715" h="919480">
                  <a:moveTo>
                    <a:pt x="5575" y="779729"/>
                  </a:moveTo>
                  <a:lnTo>
                    <a:pt x="0" y="779729"/>
                  </a:lnTo>
                  <a:lnTo>
                    <a:pt x="0" y="802005"/>
                  </a:lnTo>
                  <a:lnTo>
                    <a:pt x="5575" y="802005"/>
                  </a:lnTo>
                  <a:lnTo>
                    <a:pt x="5575" y="779729"/>
                  </a:lnTo>
                  <a:close/>
                </a:path>
                <a:path w="5715" h="919480">
                  <a:moveTo>
                    <a:pt x="5575" y="740740"/>
                  </a:moveTo>
                  <a:lnTo>
                    <a:pt x="0" y="740740"/>
                  </a:lnTo>
                  <a:lnTo>
                    <a:pt x="0" y="763016"/>
                  </a:lnTo>
                  <a:lnTo>
                    <a:pt x="5575" y="763016"/>
                  </a:lnTo>
                  <a:lnTo>
                    <a:pt x="5575" y="740740"/>
                  </a:lnTo>
                  <a:close/>
                </a:path>
                <a:path w="5715" h="919480">
                  <a:moveTo>
                    <a:pt x="5575" y="701751"/>
                  </a:moveTo>
                  <a:lnTo>
                    <a:pt x="0" y="701751"/>
                  </a:lnTo>
                  <a:lnTo>
                    <a:pt x="0" y="724039"/>
                  </a:lnTo>
                  <a:lnTo>
                    <a:pt x="5575" y="724039"/>
                  </a:lnTo>
                  <a:lnTo>
                    <a:pt x="5575" y="701751"/>
                  </a:lnTo>
                  <a:close/>
                </a:path>
                <a:path w="5715" h="919480">
                  <a:moveTo>
                    <a:pt x="5575" y="662774"/>
                  </a:moveTo>
                  <a:lnTo>
                    <a:pt x="0" y="662774"/>
                  </a:lnTo>
                  <a:lnTo>
                    <a:pt x="0" y="685050"/>
                  </a:lnTo>
                  <a:lnTo>
                    <a:pt x="5575" y="685050"/>
                  </a:lnTo>
                  <a:lnTo>
                    <a:pt x="5575" y="662774"/>
                  </a:lnTo>
                  <a:close/>
                </a:path>
                <a:path w="5715" h="919480">
                  <a:moveTo>
                    <a:pt x="5575" y="623785"/>
                  </a:moveTo>
                  <a:lnTo>
                    <a:pt x="0" y="623785"/>
                  </a:lnTo>
                  <a:lnTo>
                    <a:pt x="0" y="646061"/>
                  </a:lnTo>
                  <a:lnTo>
                    <a:pt x="5575" y="646061"/>
                  </a:lnTo>
                  <a:lnTo>
                    <a:pt x="5575" y="623785"/>
                  </a:lnTo>
                  <a:close/>
                </a:path>
                <a:path w="5715" h="919480">
                  <a:moveTo>
                    <a:pt x="5575" y="584796"/>
                  </a:moveTo>
                  <a:lnTo>
                    <a:pt x="0" y="584796"/>
                  </a:lnTo>
                  <a:lnTo>
                    <a:pt x="0" y="607072"/>
                  </a:lnTo>
                  <a:lnTo>
                    <a:pt x="5575" y="607072"/>
                  </a:lnTo>
                  <a:lnTo>
                    <a:pt x="5575" y="584796"/>
                  </a:lnTo>
                  <a:close/>
                </a:path>
                <a:path w="5715" h="919480">
                  <a:moveTo>
                    <a:pt x="5575" y="545807"/>
                  </a:moveTo>
                  <a:lnTo>
                    <a:pt x="0" y="545807"/>
                  </a:lnTo>
                  <a:lnTo>
                    <a:pt x="0" y="568083"/>
                  </a:lnTo>
                  <a:lnTo>
                    <a:pt x="5575" y="568083"/>
                  </a:lnTo>
                  <a:lnTo>
                    <a:pt x="5575" y="545807"/>
                  </a:lnTo>
                  <a:close/>
                </a:path>
                <a:path w="5715" h="919480">
                  <a:moveTo>
                    <a:pt x="5575" y="506818"/>
                  </a:moveTo>
                  <a:lnTo>
                    <a:pt x="0" y="506818"/>
                  </a:lnTo>
                  <a:lnTo>
                    <a:pt x="0" y="529107"/>
                  </a:lnTo>
                  <a:lnTo>
                    <a:pt x="5575" y="529107"/>
                  </a:lnTo>
                  <a:lnTo>
                    <a:pt x="5575" y="506818"/>
                  </a:lnTo>
                  <a:close/>
                </a:path>
                <a:path w="5715" h="919480">
                  <a:moveTo>
                    <a:pt x="5575" y="467842"/>
                  </a:moveTo>
                  <a:lnTo>
                    <a:pt x="0" y="467842"/>
                  </a:lnTo>
                  <a:lnTo>
                    <a:pt x="0" y="490118"/>
                  </a:lnTo>
                  <a:lnTo>
                    <a:pt x="5575" y="490118"/>
                  </a:lnTo>
                  <a:lnTo>
                    <a:pt x="5575" y="467842"/>
                  </a:lnTo>
                  <a:close/>
                </a:path>
                <a:path w="5715" h="919480">
                  <a:moveTo>
                    <a:pt x="5575" y="428853"/>
                  </a:moveTo>
                  <a:lnTo>
                    <a:pt x="0" y="428853"/>
                  </a:lnTo>
                  <a:lnTo>
                    <a:pt x="0" y="451129"/>
                  </a:lnTo>
                  <a:lnTo>
                    <a:pt x="5575" y="451129"/>
                  </a:lnTo>
                  <a:lnTo>
                    <a:pt x="5575" y="428853"/>
                  </a:lnTo>
                  <a:close/>
                </a:path>
                <a:path w="5715" h="919480">
                  <a:moveTo>
                    <a:pt x="5575" y="389864"/>
                  </a:moveTo>
                  <a:lnTo>
                    <a:pt x="0" y="389864"/>
                  </a:lnTo>
                  <a:lnTo>
                    <a:pt x="0" y="412140"/>
                  </a:lnTo>
                  <a:lnTo>
                    <a:pt x="5575" y="412140"/>
                  </a:lnTo>
                  <a:lnTo>
                    <a:pt x="5575" y="389864"/>
                  </a:lnTo>
                  <a:close/>
                </a:path>
                <a:path w="5715" h="919480">
                  <a:moveTo>
                    <a:pt x="5575" y="350875"/>
                  </a:moveTo>
                  <a:lnTo>
                    <a:pt x="0" y="350875"/>
                  </a:lnTo>
                  <a:lnTo>
                    <a:pt x="0" y="373151"/>
                  </a:lnTo>
                  <a:lnTo>
                    <a:pt x="5575" y="373151"/>
                  </a:lnTo>
                  <a:lnTo>
                    <a:pt x="5575" y="350875"/>
                  </a:lnTo>
                  <a:close/>
                </a:path>
                <a:path w="5715" h="919480">
                  <a:moveTo>
                    <a:pt x="5575" y="311886"/>
                  </a:moveTo>
                  <a:lnTo>
                    <a:pt x="0" y="311886"/>
                  </a:lnTo>
                  <a:lnTo>
                    <a:pt x="0" y="334175"/>
                  </a:lnTo>
                  <a:lnTo>
                    <a:pt x="5575" y="334175"/>
                  </a:lnTo>
                  <a:lnTo>
                    <a:pt x="5575" y="311886"/>
                  </a:lnTo>
                  <a:close/>
                </a:path>
                <a:path w="5715" h="919480">
                  <a:moveTo>
                    <a:pt x="5575" y="272910"/>
                  </a:moveTo>
                  <a:lnTo>
                    <a:pt x="0" y="272910"/>
                  </a:lnTo>
                  <a:lnTo>
                    <a:pt x="0" y="295186"/>
                  </a:lnTo>
                  <a:lnTo>
                    <a:pt x="5575" y="295186"/>
                  </a:lnTo>
                  <a:lnTo>
                    <a:pt x="5575" y="272910"/>
                  </a:lnTo>
                  <a:close/>
                </a:path>
                <a:path w="5715" h="919480">
                  <a:moveTo>
                    <a:pt x="5575" y="233921"/>
                  </a:moveTo>
                  <a:lnTo>
                    <a:pt x="0" y="233921"/>
                  </a:lnTo>
                  <a:lnTo>
                    <a:pt x="0" y="256197"/>
                  </a:lnTo>
                  <a:lnTo>
                    <a:pt x="5575" y="256197"/>
                  </a:lnTo>
                  <a:lnTo>
                    <a:pt x="5575" y="233921"/>
                  </a:lnTo>
                  <a:close/>
                </a:path>
                <a:path w="5715" h="919480">
                  <a:moveTo>
                    <a:pt x="5575" y="194932"/>
                  </a:moveTo>
                  <a:lnTo>
                    <a:pt x="0" y="194932"/>
                  </a:lnTo>
                  <a:lnTo>
                    <a:pt x="0" y="217208"/>
                  </a:lnTo>
                  <a:lnTo>
                    <a:pt x="5575" y="217208"/>
                  </a:lnTo>
                  <a:lnTo>
                    <a:pt x="5575" y="194932"/>
                  </a:lnTo>
                  <a:close/>
                </a:path>
                <a:path w="5715" h="919480">
                  <a:moveTo>
                    <a:pt x="5575" y="155943"/>
                  </a:moveTo>
                  <a:lnTo>
                    <a:pt x="0" y="155943"/>
                  </a:lnTo>
                  <a:lnTo>
                    <a:pt x="0" y="178219"/>
                  </a:lnTo>
                  <a:lnTo>
                    <a:pt x="5575" y="178219"/>
                  </a:lnTo>
                  <a:lnTo>
                    <a:pt x="5575" y="155943"/>
                  </a:lnTo>
                  <a:close/>
                </a:path>
                <a:path w="5715" h="919480">
                  <a:moveTo>
                    <a:pt x="5575" y="116954"/>
                  </a:moveTo>
                  <a:lnTo>
                    <a:pt x="0" y="116954"/>
                  </a:lnTo>
                  <a:lnTo>
                    <a:pt x="0" y="139242"/>
                  </a:lnTo>
                  <a:lnTo>
                    <a:pt x="5575" y="139242"/>
                  </a:lnTo>
                  <a:lnTo>
                    <a:pt x="5575" y="116954"/>
                  </a:lnTo>
                  <a:close/>
                </a:path>
                <a:path w="5715" h="919480">
                  <a:moveTo>
                    <a:pt x="5575" y="77978"/>
                  </a:moveTo>
                  <a:lnTo>
                    <a:pt x="0" y="77978"/>
                  </a:lnTo>
                  <a:lnTo>
                    <a:pt x="0" y="100253"/>
                  </a:lnTo>
                  <a:lnTo>
                    <a:pt x="5575" y="100253"/>
                  </a:lnTo>
                  <a:lnTo>
                    <a:pt x="5575" y="77978"/>
                  </a:lnTo>
                  <a:close/>
                </a:path>
                <a:path w="5715" h="919480">
                  <a:moveTo>
                    <a:pt x="5575" y="38989"/>
                  </a:moveTo>
                  <a:lnTo>
                    <a:pt x="0" y="38989"/>
                  </a:lnTo>
                  <a:lnTo>
                    <a:pt x="0" y="61264"/>
                  </a:lnTo>
                  <a:lnTo>
                    <a:pt x="5575" y="61264"/>
                  </a:lnTo>
                  <a:lnTo>
                    <a:pt x="5575" y="38989"/>
                  </a:lnTo>
                  <a:close/>
                </a:path>
                <a:path w="5715" h="919480">
                  <a:moveTo>
                    <a:pt x="5575" y="0"/>
                  </a:moveTo>
                  <a:lnTo>
                    <a:pt x="0" y="0"/>
                  </a:lnTo>
                  <a:lnTo>
                    <a:pt x="0" y="22275"/>
                  </a:lnTo>
                  <a:lnTo>
                    <a:pt x="5575" y="22275"/>
                  </a:lnTo>
                  <a:lnTo>
                    <a:pt x="5575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4" name="object 234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7432504" y="2332593"/>
              <a:ext cx="899474" cy="802788"/>
            </a:xfrm>
            <a:prstGeom prst="rect">
              <a:avLst/>
            </a:prstGeom>
          </p:spPr>
        </p:pic>
      </p:grpSp>
      <p:sp>
        <p:nvSpPr>
          <p:cNvPr id="235" name="object 235"/>
          <p:cNvSpPr txBox="1"/>
          <p:nvPr/>
        </p:nvSpPr>
        <p:spPr>
          <a:xfrm>
            <a:off x="7998333" y="2301581"/>
            <a:ext cx="6604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-130" dirty="0">
                <a:solidFill>
                  <a:srgbClr val="1D4ED8"/>
                </a:solidFill>
                <a:latin typeface="HGGothicE"/>
                <a:cs typeface="HGGothicE"/>
              </a:rPr>
              <a:t>★</a:t>
            </a:r>
            <a:endParaRPr sz="500">
              <a:latin typeface="HGGothicE"/>
              <a:cs typeface="HGGothicE"/>
            </a:endParaRPr>
          </a:p>
        </p:txBody>
      </p:sp>
      <p:pic>
        <p:nvPicPr>
          <p:cNvPr id="236" name="object 236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6220691" y="3241490"/>
            <a:ext cx="321111" cy="94170"/>
          </a:xfrm>
          <a:prstGeom prst="rect">
            <a:avLst/>
          </a:prstGeom>
        </p:spPr>
      </p:pic>
      <p:pic>
        <p:nvPicPr>
          <p:cNvPr id="237" name="object 237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6618170" y="3241490"/>
            <a:ext cx="252807" cy="82651"/>
          </a:xfrm>
          <a:prstGeom prst="rect">
            <a:avLst/>
          </a:prstGeom>
        </p:spPr>
      </p:pic>
      <p:pic>
        <p:nvPicPr>
          <p:cNvPr id="238" name="object 238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6951533" y="3242492"/>
            <a:ext cx="653495" cy="96575"/>
          </a:xfrm>
          <a:prstGeom prst="rect">
            <a:avLst/>
          </a:prstGeom>
        </p:spPr>
      </p:pic>
      <p:sp>
        <p:nvSpPr>
          <p:cNvPr id="239" name="object 239"/>
          <p:cNvSpPr/>
          <p:nvPr/>
        </p:nvSpPr>
        <p:spPr>
          <a:xfrm>
            <a:off x="7682552" y="3283841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5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0" name="object 240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7819783" y="3243272"/>
            <a:ext cx="323027" cy="80424"/>
          </a:xfrm>
          <a:prstGeom prst="rect">
            <a:avLst/>
          </a:prstGeom>
        </p:spPr>
      </p:pic>
      <p:pic>
        <p:nvPicPr>
          <p:cNvPr id="241" name="object 241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8223009" y="3242492"/>
            <a:ext cx="117894" cy="81203"/>
          </a:xfrm>
          <a:prstGeom prst="rect">
            <a:avLst/>
          </a:prstGeom>
        </p:spPr>
      </p:pic>
      <p:pic>
        <p:nvPicPr>
          <p:cNvPr id="242" name="object 242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8423730" y="3243272"/>
            <a:ext cx="387409" cy="80424"/>
          </a:xfrm>
          <a:prstGeom prst="rect">
            <a:avLst/>
          </a:prstGeom>
        </p:spPr>
      </p:pic>
      <p:grpSp>
        <p:nvGrpSpPr>
          <p:cNvPr id="243" name="object 243"/>
          <p:cNvGrpSpPr/>
          <p:nvPr/>
        </p:nvGrpSpPr>
        <p:grpSpPr>
          <a:xfrm>
            <a:off x="6314635" y="3440925"/>
            <a:ext cx="2294890" cy="963294"/>
            <a:chOff x="6314635" y="3440925"/>
            <a:chExt cx="2294890" cy="963294"/>
          </a:xfrm>
        </p:grpSpPr>
        <p:sp>
          <p:nvSpPr>
            <p:cNvPr id="244" name="object 244"/>
            <p:cNvSpPr/>
            <p:nvPr/>
          </p:nvSpPr>
          <p:spPr>
            <a:xfrm>
              <a:off x="6516320" y="3467168"/>
              <a:ext cx="2089150" cy="863600"/>
            </a:xfrm>
            <a:custGeom>
              <a:avLst/>
              <a:gdLst/>
              <a:ahLst/>
              <a:cxnLst/>
              <a:rect l="l" t="t" r="r" b="b"/>
              <a:pathLst>
                <a:path w="2089150" h="863600">
                  <a:moveTo>
                    <a:pt x="0" y="863273"/>
                  </a:moveTo>
                  <a:lnTo>
                    <a:pt x="2088564" y="863273"/>
                  </a:lnTo>
                </a:path>
                <a:path w="2089150" h="863600">
                  <a:moveTo>
                    <a:pt x="0" y="0"/>
                  </a:moveTo>
                  <a:lnTo>
                    <a:pt x="0" y="863273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6516320" y="3901590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2088564" y="0"/>
                  </a:lnTo>
                </a:path>
              </a:pathLst>
            </a:custGeom>
            <a:ln w="5569">
              <a:solidFill>
                <a:srgbClr val="F1F5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6314630" y="3440925"/>
              <a:ext cx="154305" cy="913130"/>
            </a:xfrm>
            <a:custGeom>
              <a:avLst/>
              <a:gdLst/>
              <a:ahLst/>
              <a:cxnLst/>
              <a:rect l="l" t="t" r="r" b="b"/>
              <a:pathLst>
                <a:path w="154304" h="913129">
                  <a:moveTo>
                    <a:pt x="33413" y="454164"/>
                  </a:moveTo>
                  <a:lnTo>
                    <a:pt x="27406" y="438899"/>
                  </a:lnTo>
                  <a:lnTo>
                    <a:pt x="27406" y="455320"/>
                  </a:lnTo>
                  <a:lnTo>
                    <a:pt x="27406" y="463169"/>
                  </a:lnTo>
                  <a:lnTo>
                    <a:pt x="18935" y="478409"/>
                  </a:lnTo>
                  <a:lnTo>
                    <a:pt x="14528" y="478409"/>
                  </a:lnTo>
                  <a:lnTo>
                    <a:pt x="12636" y="477621"/>
                  </a:lnTo>
                  <a:lnTo>
                    <a:pt x="11366" y="476402"/>
                  </a:lnTo>
                  <a:lnTo>
                    <a:pt x="10490" y="475551"/>
                  </a:lnTo>
                  <a:lnTo>
                    <a:pt x="25730" y="447802"/>
                  </a:lnTo>
                  <a:lnTo>
                    <a:pt x="26962" y="451904"/>
                  </a:lnTo>
                  <a:lnTo>
                    <a:pt x="27406" y="455320"/>
                  </a:lnTo>
                  <a:lnTo>
                    <a:pt x="27406" y="438899"/>
                  </a:lnTo>
                  <a:lnTo>
                    <a:pt x="23164" y="435444"/>
                  </a:lnTo>
                  <a:lnTo>
                    <a:pt x="22936" y="435368"/>
                  </a:lnTo>
                  <a:lnTo>
                    <a:pt x="22936" y="442887"/>
                  </a:lnTo>
                  <a:lnTo>
                    <a:pt x="7683" y="470649"/>
                  </a:lnTo>
                  <a:lnTo>
                    <a:pt x="6451" y="466547"/>
                  </a:lnTo>
                  <a:lnTo>
                    <a:pt x="6019" y="463169"/>
                  </a:lnTo>
                  <a:lnTo>
                    <a:pt x="6019" y="455320"/>
                  </a:lnTo>
                  <a:lnTo>
                    <a:pt x="14528" y="440042"/>
                  </a:lnTo>
                  <a:lnTo>
                    <a:pt x="18935" y="440042"/>
                  </a:lnTo>
                  <a:lnTo>
                    <a:pt x="20840" y="440817"/>
                  </a:lnTo>
                  <a:lnTo>
                    <a:pt x="22936" y="442887"/>
                  </a:lnTo>
                  <a:lnTo>
                    <a:pt x="22936" y="435368"/>
                  </a:lnTo>
                  <a:lnTo>
                    <a:pt x="20180" y="434428"/>
                  </a:lnTo>
                  <a:lnTo>
                    <a:pt x="13271" y="434428"/>
                  </a:lnTo>
                  <a:lnTo>
                    <a:pt x="0" y="454164"/>
                  </a:lnTo>
                  <a:lnTo>
                    <a:pt x="0" y="464362"/>
                  </a:lnTo>
                  <a:lnTo>
                    <a:pt x="13271" y="484022"/>
                  </a:lnTo>
                  <a:lnTo>
                    <a:pt x="20180" y="484022"/>
                  </a:lnTo>
                  <a:lnTo>
                    <a:pt x="33413" y="464362"/>
                  </a:lnTo>
                  <a:lnTo>
                    <a:pt x="33413" y="454164"/>
                  </a:lnTo>
                  <a:close/>
                </a:path>
                <a:path w="154304" h="913129">
                  <a:moveTo>
                    <a:pt x="33413" y="19748"/>
                  </a:moveTo>
                  <a:lnTo>
                    <a:pt x="32753" y="15328"/>
                  </a:lnTo>
                  <a:lnTo>
                    <a:pt x="30073" y="7937"/>
                  </a:lnTo>
                  <a:lnTo>
                    <a:pt x="29870" y="7620"/>
                  </a:lnTo>
                  <a:lnTo>
                    <a:pt x="28524" y="5626"/>
                  </a:lnTo>
                  <a:lnTo>
                    <a:pt x="28155" y="5080"/>
                  </a:lnTo>
                  <a:lnTo>
                    <a:pt x="27406" y="4470"/>
                  </a:lnTo>
                  <a:lnTo>
                    <a:pt x="27406" y="20904"/>
                  </a:lnTo>
                  <a:lnTo>
                    <a:pt x="27406" y="28740"/>
                  </a:lnTo>
                  <a:lnTo>
                    <a:pt x="18935" y="43980"/>
                  </a:lnTo>
                  <a:lnTo>
                    <a:pt x="14528" y="43980"/>
                  </a:lnTo>
                  <a:lnTo>
                    <a:pt x="12636" y="43205"/>
                  </a:lnTo>
                  <a:lnTo>
                    <a:pt x="11366" y="41973"/>
                  </a:lnTo>
                  <a:lnTo>
                    <a:pt x="10490" y="41122"/>
                  </a:lnTo>
                  <a:lnTo>
                    <a:pt x="25730" y="13373"/>
                  </a:lnTo>
                  <a:lnTo>
                    <a:pt x="26962" y="17487"/>
                  </a:lnTo>
                  <a:lnTo>
                    <a:pt x="27406" y="20904"/>
                  </a:lnTo>
                  <a:lnTo>
                    <a:pt x="27406" y="4470"/>
                  </a:lnTo>
                  <a:lnTo>
                    <a:pt x="23164" y="1016"/>
                  </a:lnTo>
                  <a:lnTo>
                    <a:pt x="22936" y="939"/>
                  </a:lnTo>
                  <a:lnTo>
                    <a:pt x="22936" y="8458"/>
                  </a:lnTo>
                  <a:lnTo>
                    <a:pt x="7683" y="36220"/>
                  </a:lnTo>
                  <a:lnTo>
                    <a:pt x="6451" y="32118"/>
                  </a:lnTo>
                  <a:lnTo>
                    <a:pt x="6019" y="28740"/>
                  </a:lnTo>
                  <a:lnTo>
                    <a:pt x="6019" y="20904"/>
                  </a:lnTo>
                  <a:lnTo>
                    <a:pt x="14528" y="5626"/>
                  </a:lnTo>
                  <a:lnTo>
                    <a:pt x="18935" y="5626"/>
                  </a:lnTo>
                  <a:lnTo>
                    <a:pt x="20840" y="6400"/>
                  </a:lnTo>
                  <a:lnTo>
                    <a:pt x="22936" y="8458"/>
                  </a:lnTo>
                  <a:lnTo>
                    <a:pt x="22936" y="939"/>
                  </a:lnTo>
                  <a:lnTo>
                    <a:pt x="20180" y="0"/>
                  </a:lnTo>
                  <a:lnTo>
                    <a:pt x="13271" y="0"/>
                  </a:lnTo>
                  <a:lnTo>
                    <a:pt x="0" y="19748"/>
                  </a:lnTo>
                  <a:lnTo>
                    <a:pt x="0" y="29946"/>
                  </a:lnTo>
                  <a:lnTo>
                    <a:pt x="13271" y="49593"/>
                  </a:lnTo>
                  <a:lnTo>
                    <a:pt x="20180" y="49593"/>
                  </a:lnTo>
                  <a:lnTo>
                    <a:pt x="23164" y="48590"/>
                  </a:lnTo>
                  <a:lnTo>
                    <a:pt x="28155" y="44589"/>
                  </a:lnTo>
                  <a:lnTo>
                    <a:pt x="28562" y="43980"/>
                  </a:lnTo>
                  <a:lnTo>
                    <a:pt x="30073" y="41732"/>
                  </a:lnTo>
                  <a:lnTo>
                    <a:pt x="32753" y="34340"/>
                  </a:lnTo>
                  <a:lnTo>
                    <a:pt x="33413" y="29946"/>
                  </a:lnTo>
                  <a:lnTo>
                    <a:pt x="33413" y="19748"/>
                  </a:lnTo>
                  <a:close/>
                </a:path>
                <a:path w="154304" h="913129">
                  <a:moveTo>
                    <a:pt x="60947" y="474789"/>
                  </a:moveTo>
                  <a:lnTo>
                    <a:pt x="52666" y="474789"/>
                  </a:lnTo>
                  <a:lnTo>
                    <a:pt x="52666" y="482942"/>
                  </a:lnTo>
                  <a:lnTo>
                    <a:pt x="60947" y="482942"/>
                  </a:lnTo>
                  <a:lnTo>
                    <a:pt x="60947" y="474789"/>
                  </a:lnTo>
                  <a:close/>
                </a:path>
                <a:path w="154304" h="913129">
                  <a:moveTo>
                    <a:pt x="60947" y="40373"/>
                  </a:moveTo>
                  <a:lnTo>
                    <a:pt x="52666" y="40373"/>
                  </a:lnTo>
                  <a:lnTo>
                    <a:pt x="52666" y="48526"/>
                  </a:lnTo>
                  <a:lnTo>
                    <a:pt x="60947" y="48526"/>
                  </a:lnTo>
                  <a:lnTo>
                    <a:pt x="60947" y="40373"/>
                  </a:lnTo>
                  <a:close/>
                </a:path>
                <a:path w="154304" h="913129">
                  <a:moveTo>
                    <a:pt x="73533" y="883018"/>
                  </a:moveTo>
                  <a:lnTo>
                    <a:pt x="72859" y="878611"/>
                  </a:lnTo>
                  <a:lnTo>
                    <a:pt x="70192" y="871207"/>
                  </a:lnTo>
                  <a:lnTo>
                    <a:pt x="69977" y="870902"/>
                  </a:lnTo>
                  <a:lnTo>
                    <a:pt x="68643" y="868895"/>
                  </a:lnTo>
                  <a:lnTo>
                    <a:pt x="68275" y="868349"/>
                  </a:lnTo>
                  <a:lnTo>
                    <a:pt x="67513" y="867740"/>
                  </a:lnTo>
                  <a:lnTo>
                    <a:pt x="67513" y="884174"/>
                  </a:lnTo>
                  <a:lnTo>
                    <a:pt x="67513" y="892022"/>
                  </a:lnTo>
                  <a:lnTo>
                    <a:pt x="59055" y="907249"/>
                  </a:lnTo>
                  <a:lnTo>
                    <a:pt x="54648" y="907249"/>
                  </a:lnTo>
                  <a:lnTo>
                    <a:pt x="52743" y="906475"/>
                  </a:lnTo>
                  <a:lnTo>
                    <a:pt x="51485" y="905256"/>
                  </a:lnTo>
                  <a:lnTo>
                    <a:pt x="50609" y="904392"/>
                  </a:lnTo>
                  <a:lnTo>
                    <a:pt x="65836" y="876655"/>
                  </a:lnTo>
                  <a:lnTo>
                    <a:pt x="67081" y="880757"/>
                  </a:lnTo>
                  <a:lnTo>
                    <a:pt x="67513" y="884174"/>
                  </a:lnTo>
                  <a:lnTo>
                    <a:pt x="67513" y="867740"/>
                  </a:lnTo>
                  <a:lnTo>
                    <a:pt x="63284" y="864298"/>
                  </a:lnTo>
                  <a:lnTo>
                    <a:pt x="63042" y="864222"/>
                  </a:lnTo>
                  <a:lnTo>
                    <a:pt x="63042" y="871740"/>
                  </a:lnTo>
                  <a:lnTo>
                    <a:pt x="47802" y="899502"/>
                  </a:lnTo>
                  <a:lnTo>
                    <a:pt x="46570" y="895388"/>
                  </a:lnTo>
                  <a:lnTo>
                    <a:pt x="46126" y="892022"/>
                  </a:lnTo>
                  <a:lnTo>
                    <a:pt x="46126" y="884174"/>
                  </a:lnTo>
                  <a:lnTo>
                    <a:pt x="54648" y="868895"/>
                  </a:lnTo>
                  <a:lnTo>
                    <a:pt x="59055" y="868895"/>
                  </a:lnTo>
                  <a:lnTo>
                    <a:pt x="60960" y="869670"/>
                  </a:lnTo>
                  <a:lnTo>
                    <a:pt x="63042" y="871740"/>
                  </a:lnTo>
                  <a:lnTo>
                    <a:pt x="63042" y="864222"/>
                  </a:lnTo>
                  <a:lnTo>
                    <a:pt x="60299" y="863282"/>
                  </a:lnTo>
                  <a:lnTo>
                    <a:pt x="53390" y="863282"/>
                  </a:lnTo>
                  <a:lnTo>
                    <a:pt x="40119" y="883018"/>
                  </a:lnTo>
                  <a:lnTo>
                    <a:pt x="40119" y="893216"/>
                  </a:lnTo>
                  <a:lnTo>
                    <a:pt x="53390" y="912876"/>
                  </a:lnTo>
                  <a:lnTo>
                    <a:pt x="60299" y="912876"/>
                  </a:lnTo>
                  <a:lnTo>
                    <a:pt x="63284" y="911872"/>
                  </a:lnTo>
                  <a:lnTo>
                    <a:pt x="68275" y="907859"/>
                  </a:lnTo>
                  <a:lnTo>
                    <a:pt x="68681" y="907249"/>
                  </a:lnTo>
                  <a:lnTo>
                    <a:pt x="70192" y="905002"/>
                  </a:lnTo>
                  <a:lnTo>
                    <a:pt x="72859" y="897610"/>
                  </a:lnTo>
                  <a:lnTo>
                    <a:pt x="73533" y="893216"/>
                  </a:lnTo>
                  <a:lnTo>
                    <a:pt x="73533" y="883018"/>
                  </a:lnTo>
                  <a:close/>
                </a:path>
                <a:path w="154304" h="913129">
                  <a:moveTo>
                    <a:pt x="101066" y="903643"/>
                  </a:moveTo>
                  <a:lnTo>
                    <a:pt x="92786" y="903643"/>
                  </a:lnTo>
                  <a:lnTo>
                    <a:pt x="92786" y="911796"/>
                  </a:lnTo>
                  <a:lnTo>
                    <a:pt x="101066" y="911796"/>
                  </a:lnTo>
                  <a:lnTo>
                    <a:pt x="101066" y="903643"/>
                  </a:lnTo>
                  <a:close/>
                </a:path>
                <a:path w="154304" h="913129">
                  <a:moveTo>
                    <a:pt x="112953" y="30124"/>
                  </a:moveTo>
                  <a:lnTo>
                    <a:pt x="112407" y="27736"/>
                  </a:lnTo>
                  <a:lnTo>
                    <a:pt x="112318" y="27317"/>
                  </a:lnTo>
                  <a:lnTo>
                    <a:pt x="109791" y="22466"/>
                  </a:lnTo>
                  <a:lnTo>
                    <a:pt x="108102" y="20612"/>
                  </a:lnTo>
                  <a:lnTo>
                    <a:pt x="105283" y="18834"/>
                  </a:lnTo>
                  <a:lnTo>
                    <a:pt x="103403" y="17678"/>
                  </a:lnTo>
                  <a:lnTo>
                    <a:pt x="100736" y="16979"/>
                  </a:lnTo>
                  <a:lnTo>
                    <a:pt x="96329" y="16979"/>
                  </a:lnTo>
                  <a:lnTo>
                    <a:pt x="88366" y="20815"/>
                  </a:lnTo>
                  <a:lnTo>
                    <a:pt x="90093" y="6692"/>
                  </a:lnTo>
                  <a:lnTo>
                    <a:pt x="110070" y="6692"/>
                  </a:lnTo>
                  <a:lnTo>
                    <a:pt x="110070" y="1079"/>
                  </a:lnTo>
                  <a:lnTo>
                    <a:pt x="87591" y="1079"/>
                  </a:lnTo>
                  <a:lnTo>
                    <a:pt x="87591" y="21755"/>
                  </a:lnTo>
                  <a:lnTo>
                    <a:pt x="86995" y="22923"/>
                  </a:lnTo>
                  <a:lnTo>
                    <a:pt x="86880" y="23126"/>
                  </a:lnTo>
                  <a:lnTo>
                    <a:pt x="87591" y="21755"/>
                  </a:lnTo>
                  <a:lnTo>
                    <a:pt x="87591" y="1079"/>
                  </a:lnTo>
                  <a:lnTo>
                    <a:pt x="84810" y="1079"/>
                  </a:lnTo>
                  <a:lnTo>
                    <a:pt x="81724" y="27317"/>
                  </a:lnTo>
                  <a:lnTo>
                    <a:pt x="81673" y="27736"/>
                  </a:lnTo>
                  <a:lnTo>
                    <a:pt x="87820" y="27736"/>
                  </a:lnTo>
                  <a:lnTo>
                    <a:pt x="88582" y="26047"/>
                  </a:lnTo>
                  <a:lnTo>
                    <a:pt x="89814" y="24739"/>
                  </a:lnTo>
                  <a:lnTo>
                    <a:pt x="90843" y="24193"/>
                  </a:lnTo>
                  <a:lnTo>
                    <a:pt x="93243" y="22923"/>
                  </a:lnTo>
                  <a:lnTo>
                    <a:pt x="95034" y="22466"/>
                  </a:lnTo>
                  <a:lnTo>
                    <a:pt x="98996" y="22466"/>
                  </a:lnTo>
                  <a:lnTo>
                    <a:pt x="106934" y="31064"/>
                  </a:lnTo>
                  <a:lnTo>
                    <a:pt x="106934" y="36626"/>
                  </a:lnTo>
                  <a:lnTo>
                    <a:pt x="105981" y="39268"/>
                  </a:lnTo>
                  <a:lnTo>
                    <a:pt x="102311" y="43040"/>
                  </a:lnTo>
                  <a:lnTo>
                    <a:pt x="99847" y="43980"/>
                  </a:lnTo>
                  <a:lnTo>
                    <a:pt x="94056" y="43980"/>
                  </a:lnTo>
                  <a:lnTo>
                    <a:pt x="91821" y="43307"/>
                  </a:lnTo>
                  <a:lnTo>
                    <a:pt x="88303" y="40589"/>
                  </a:lnTo>
                  <a:lnTo>
                    <a:pt x="87236" y="38569"/>
                  </a:lnTo>
                  <a:lnTo>
                    <a:pt x="86982" y="36626"/>
                  </a:lnTo>
                  <a:lnTo>
                    <a:pt x="86880" y="35890"/>
                  </a:lnTo>
                  <a:lnTo>
                    <a:pt x="80873" y="36296"/>
                  </a:lnTo>
                  <a:lnTo>
                    <a:pt x="81064" y="38569"/>
                  </a:lnTo>
                  <a:lnTo>
                    <a:pt x="81089" y="38925"/>
                  </a:lnTo>
                  <a:lnTo>
                    <a:pt x="93700" y="49593"/>
                  </a:lnTo>
                  <a:lnTo>
                    <a:pt x="99936" y="49593"/>
                  </a:lnTo>
                  <a:lnTo>
                    <a:pt x="102730" y="48907"/>
                  </a:lnTo>
                  <a:lnTo>
                    <a:pt x="107594" y="46139"/>
                  </a:lnTo>
                  <a:lnTo>
                    <a:pt x="109499" y="44221"/>
                  </a:lnTo>
                  <a:lnTo>
                    <a:pt x="109626" y="43980"/>
                  </a:lnTo>
                  <a:lnTo>
                    <a:pt x="112255" y="39268"/>
                  </a:lnTo>
                  <a:lnTo>
                    <a:pt x="112903" y="36626"/>
                  </a:lnTo>
                  <a:lnTo>
                    <a:pt x="112953" y="30124"/>
                  </a:lnTo>
                  <a:close/>
                </a:path>
                <a:path w="154304" h="913129">
                  <a:moveTo>
                    <a:pt x="113614" y="477329"/>
                  </a:moveTo>
                  <a:lnTo>
                    <a:pt x="87287" y="477329"/>
                  </a:lnTo>
                  <a:lnTo>
                    <a:pt x="87376" y="476135"/>
                  </a:lnTo>
                  <a:lnTo>
                    <a:pt x="103809" y="462495"/>
                  </a:lnTo>
                  <a:lnTo>
                    <a:pt x="106413" y="460870"/>
                  </a:lnTo>
                  <a:lnTo>
                    <a:pt x="110197" y="457847"/>
                  </a:lnTo>
                  <a:lnTo>
                    <a:pt x="111544" y="456209"/>
                  </a:lnTo>
                  <a:lnTo>
                    <a:pt x="113144" y="452678"/>
                  </a:lnTo>
                  <a:lnTo>
                    <a:pt x="113550" y="450596"/>
                  </a:lnTo>
                  <a:lnTo>
                    <a:pt x="113550" y="445477"/>
                  </a:lnTo>
                  <a:lnTo>
                    <a:pt x="101295" y="434428"/>
                  </a:lnTo>
                  <a:lnTo>
                    <a:pt x="92925" y="434428"/>
                  </a:lnTo>
                  <a:lnTo>
                    <a:pt x="88849" y="435813"/>
                  </a:lnTo>
                  <a:lnTo>
                    <a:pt x="82778" y="441337"/>
                  </a:lnTo>
                  <a:lnTo>
                    <a:pt x="81000" y="445033"/>
                  </a:lnTo>
                  <a:lnTo>
                    <a:pt x="80467" y="449668"/>
                  </a:lnTo>
                  <a:lnTo>
                    <a:pt x="86487" y="450062"/>
                  </a:lnTo>
                  <a:lnTo>
                    <a:pt x="86969" y="446862"/>
                  </a:lnTo>
                  <a:lnTo>
                    <a:pt x="88188" y="444385"/>
                  </a:lnTo>
                  <a:lnTo>
                    <a:pt x="92062" y="440905"/>
                  </a:lnTo>
                  <a:lnTo>
                    <a:pt x="94703" y="440042"/>
                  </a:lnTo>
                  <a:lnTo>
                    <a:pt x="100139" y="440042"/>
                  </a:lnTo>
                  <a:lnTo>
                    <a:pt x="107530" y="446684"/>
                  </a:lnTo>
                  <a:lnTo>
                    <a:pt x="107530" y="449935"/>
                  </a:lnTo>
                  <a:lnTo>
                    <a:pt x="93649" y="461251"/>
                  </a:lnTo>
                  <a:lnTo>
                    <a:pt x="89966" y="463727"/>
                  </a:lnTo>
                  <a:lnTo>
                    <a:pt x="84670" y="468630"/>
                  </a:lnTo>
                  <a:lnTo>
                    <a:pt x="82816" y="471195"/>
                  </a:lnTo>
                  <a:lnTo>
                    <a:pt x="80721" y="476592"/>
                  </a:lnTo>
                  <a:lnTo>
                    <a:pt x="80200" y="479602"/>
                  </a:lnTo>
                  <a:lnTo>
                    <a:pt x="80200" y="482942"/>
                  </a:lnTo>
                  <a:lnTo>
                    <a:pt x="113614" y="482942"/>
                  </a:lnTo>
                  <a:lnTo>
                    <a:pt x="113614" y="477329"/>
                  </a:lnTo>
                  <a:close/>
                </a:path>
                <a:path w="154304" h="913129">
                  <a:moveTo>
                    <a:pt x="153047" y="464553"/>
                  </a:moveTo>
                  <a:lnTo>
                    <a:pt x="140843" y="451408"/>
                  </a:lnTo>
                  <a:lnTo>
                    <a:pt x="136423" y="451408"/>
                  </a:lnTo>
                  <a:lnTo>
                    <a:pt x="128460" y="455231"/>
                  </a:lnTo>
                  <a:lnTo>
                    <a:pt x="130187" y="441109"/>
                  </a:lnTo>
                  <a:lnTo>
                    <a:pt x="150177" y="441109"/>
                  </a:lnTo>
                  <a:lnTo>
                    <a:pt x="150177" y="435495"/>
                  </a:lnTo>
                  <a:lnTo>
                    <a:pt x="124917" y="435495"/>
                  </a:lnTo>
                  <a:lnTo>
                    <a:pt x="121818" y="461733"/>
                  </a:lnTo>
                  <a:lnTo>
                    <a:pt x="121767" y="462165"/>
                  </a:lnTo>
                  <a:lnTo>
                    <a:pt x="127914" y="462165"/>
                  </a:lnTo>
                  <a:lnTo>
                    <a:pt x="128676" y="460463"/>
                  </a:lnTo>
                  <a:lnTo>
                    <a:pt x="129908" y="459168"/>
                  </a:lnTo>
                  <a:lnTo>
                    <a:pt x="130937" y="458622"/>
                  </a:lnTo>
                  <a:lnTo>
                    <a:pt x="133350" y="457339"/>
                  </a:lnTo>
                  <a:lnTo>
                    <a:pt x="135140" y="456882"/>
                  </a:lnTo>
                  <a:lnTo>
                    <a:pt x="139103" y="456882"/>
                  </a:lnTo>
                  <a:lnTo>
                    <a:pt x="140931" y="457339"/>
                  </a:lnTo>
                  <a:lnTo>
                    <a:pt x="147027" y="465480"/>
                  </a:lnTo>
                  <a:lnTo>
                    <a:pt x="147027" y="471055"/>
                  </a:lnTo>
                  <a:lnTo>
                    <a:pt x="146088" y="473697"/>
                  </a:lnTo>
                  <a:lnTo>
                    <a:pt x="142405" y="477456"/>
                  </a:lnTo>
                  <a:lnTo>
                    <a:pt x="139954" y="478409"/>
                  </a:lnTo>
                  <a:lnTo>
                    <a:pt x="134162" y="478409"/>
                  </a:lnTo>
                  <a:lnTo>
                    <a:pt x="126987" y="470319"/>
                  </a:lnTo>
                  <a:lnTo>
                    <a:pt x="120967" y="470712"/>
                  </a:lnTo>
                  <a:lnTo>
                    <a:pt x="133794" y="484022"/>
                  </a:lnTo>
                  <a:lnTo>
                    <a:pt x="140042" y="484022"/>
                  </a:lnTo>
                  <a:lnTo>
                    <a:pt x="142836" y="483323"/>
                  </a:lnTo>
                  <a:lnTo>
                    <a:pt x="147688" y="480568"/>
                  </a:lnTo>
                  <a:lnTo>
                    <a:pt x="149593" y="478637"/>
                  </a:lnTo>
                  <a:lnTo>
                    <a:pt x="149720" y="478409"/>
                  </a:lnTo>
                  <a:lnTo>
                    <a:pt x="152361" y="473697"/>
                  </a:lnTo>
                  <a:lnTo>
                    <a:pt x="153009" y="471055"/>
                  </a:lnTo>
                  <a:lnTo>
                    <a:pt x="153047" y="464553"/>
                  </a:lnTo>
                  <a:close/>
                </a:path>
                <a:path w="154304" h="913129">
                  <a:moveTo>
                    <a:pt x="153720" y="19748"/>
                  </a:moveTo>
                  <a:lnTo>
                    <a:pt x="153047" y="15328"/>
                  </a:lnTo>
                  <a:lnTo>
                    <a:pt x="150380" y="7937"/>
                  </a:lnTo>
                  <a:lnTo>
                    <a:pt x="150164" y="7620"/>
                  </a:lnTo>
                  <a:lnTo>
                    <a:pt x="148818" y="5626"/>
                  </a:lnTo>
                  <a:lnTo>
                    <a:pt x="148463" y="5080"/>
                  </a:lnTo>
                  <a:lnTo>
                    <a:pt x="147701" y="4470"/>
                  </a:lnTo>
                  <a:lnTo>
                    <a:pt x="147701" y="20904"/>
                  </a:lnTo>
                  <a:lnTo>
                    <a:pt x="147701" y="28740"/>
                  </a:lnTo>
                  <a:lnTo>
                    <a:pt x="139230" y="43980"/>
                  </a:lnTo>
                  <a:lnTo>
                    <a:pt x="134823" y="43980"/>
                  </a:lnTo>
                  <a:lnTo>
                    <a:pt x="132930" y="43205"/>
                  </a:lnTo>
                  <a:lnTo>
                    <a:pt x="131673" y="41973"/>
                  </a:lnTo>
                  <a:lnTo>
                    <a:pt x="130797" y="41122"/>
                  </a:lnTo>
                  <a:lnTo>
                    <a:pt x="146024" y="13385"/>
                  </a:lnTo>
                  <a:lnTo>
                    <a:pt x="147269" y="17487"/>
                  </a:lnTo>
                  <a:lnTo>
                    <a:pt x="147701" y="20904"/>
                  </a:lnTo>
                  <a:lnTo>
                    <a:pt x="147701" y="4470"/>
                  </a:lnTo>
                  <a:lnTo>
                    <a:pt x="143471" y="1016"/>
                  </a:lnTo>
                  <a:lnTo>
                    <a:pt x="143230" y="939"/>
                  </a:lnTo>
                  <a:lnTo>
                    <a:pt x="143230" y="8458"/>
                  </a:lnTo>
                  <a:lnTo>
                    <a:pt x="127990" y="36220"/>
                  </a:lnTo>
                  <a:lnTo>
                    <a:pt x="126746" y="32118"/>
                  </a:lnTo>
                  <a:lnTo>
                    <a:pt x="126314" y="28740"/>
                  </a:lnTo>
                  <a:lnTo>
                    <a:pt x="126314" y="20904"/>
                  </a:lnTo>
                  <a:lnTo>
                    <a:pt x="134823" y="5626"/>
                  </a:lnTo>
                  <a:lnTo>
                    <a:pt x="139230" y="5626"/>
                  </a:lnTo>
                  <a:lnTo>
                    <a:pt x="141135" y="6400"/>
                  </a:lnTo>
                  <a:lnTo>
                    <a:pt x="143230" y="8458"/>
                  </a:lnTo>
                  <a:lnTo>
                    <a:pt x="143230" y="939"/>
                  </a:lnTo>
                  <a:lnTo>
                    <a:pt x="140487" y="0"/>
                  </a:lnTo>
                  <a:lnTo>
                    <a:pt x="133578" y="0"/>
                  </a:lnTo>
                  <a:lnTo>
                    <a:pt x="120294" y="19748"/>
                  </a:lnTo>
                  <a:lnTo>
                    <a:pt x="120294" y="29946"/>
                  </a:lnTo>
                  <a:lnTo>
                    <a:pt x="133578" y="49593"/>
                  </a:lnTo>
                  <a:lnTo>
                    <a:pt x="140487" y="49593"/>
                  </a:lnTo>
                  <a:lnTo>
                    <a:pt x="143471" y="48590"/>
                  </a:lnTo>
                  <a:lnTo>
                    <a:pt x="148463" y="44589"/>
                  </a:lnTo>
                  <a:lnTo>
                    <a:pt x="148869" y="43980"/>
                  </a:lnTo>
                  <a:lnTo>
                    <a:pt x="150380" y="41732"/>
                  </a:lnTo>
                  <a:lnTo>
                    <a:pt x="153047" y="34340"/>
                  </a:lnTo>
                  <a:lnTo>
                    <a:pt x="153720" y="29946"/>
                  </a:lnTo>
                  <a:lnTo>
                    <a:pt x="153720" y="19748"/>
                  </a:lnTo>
                  <a:close/>
                </a:path>
                <a:path w="154304" h="913129">
                  <a:moveTo>
                    <a:pt x="153733" y="883018"/>
                  </a:moveTo>
                  <a:lnTo>
                    <a:pt x="153060" y="878611"/>
                  </a:lnTo>
                  <a:lnTo>
                    <a:pt x="150393" y="871207"/>
                  </a:lnTo>
                  <a:lnTo>
                    <a:pt x="150177" y="870902"/>
                  </a:lnTo>
                  <a:lnTo>
                    <a:pt x="148844" y="868895"/>
                  </a:lnTo>
                  <a:lnTo>
                    <a:pt x="148475" y="868349"/>
                  </a:lnTo>
                  <a:lnTo>
                    <a:pt x="147713" y="867740"/>
                  </a:lnTo>
                  <a:lnTo>
                    <a:pt x="147713" y="884174"/>
                  </a:lnTo>
                  <a:lnTo>
                    <a:pt x="147713" y="892022"/>
                  </a:lnTo>
                  <a:lnTo>
                    <a:pt x="139255" y="907249"/>
                  </a:lnTo>
                  <a:lnTo>
                    <a:pt x="134848" y="907249"/>
                  </a:lnTo>
                  <a:lnTo>
                    <a:pt x="132943" y="906475"/>
                  </a:lnTo>
                  <a:lnTo>
                    <a:pt x="131686" y="905256"/>
                  </a:lnTo>
                  <a:lnTo>
                    <a:pt x="130810" y="904392"/>
                  </a:lnTo>
                  <a:lnTo>
                    <a:pt x="146050" y="876655"/>
                  </a:lnTo>
                  <a:lnTo>
                    <a:pt x="147281" y="880757"/>
                  </a:lnTo>
                  <a:lnTo>
                    <a:pt x="147713" y="884174"/>
                  </a:lnTo>
                  <a:lnTo>
                    <a:pt x="147713" y="867740"/>
                  </a:lnTo>
                  <a:lnTo>
                    <a:pt x="143484" y="864298"/>
                  </a:lnTo>
                  <a:lnTo>
                    <a:pt x="143256" y="864222"/>
                  </a:lnTo>
                  <a:lnTo>
                    <a:pt x="143256" y="871740"/>
                  </a:lnTo>
                  <a:lnTo>
                    <a:pt x="128003" y="899502"/>
                  </a:lnTo>
                  <a:lnTo>
                    <a:pt x="126771" y="895388"/>
                  </a:lnTo>
                  <a:lnTo>
                    <a:pt x="126326" y="892022"/>
                  </a:lnTo>
                  <a:lnTo>
                    <a:pt x="126326" y="884174"/>
                  </a:lnTo>
                  <a:lnTo>
                    <a:pt x="134848" y="868895"/>
                  </a:lnTo>
                  <a:lnTo>
                    <a:pt x="139255" y="868895"/>
                  </a:lnTo>
                  <a:lnTo>
                    <a:pt x="141160" y="869670"/>
                  </a:lnTo>
                  <a:lnTo>
                    <a:pt x="143256" y="871740"/>
                  </a:lnTo>
                  <a:lnTo>
                    <a:pt x="143256" y="864222"/>
                  </a:lnTo>
                  <a:lnTo>
                    <a:pt x="140500" y="863282"/>
                  </a:lnTo>
                  <a:lnTo>
                    <a:pt x="133591" y="863282"/>
                  </a:lnTo>
                  <a:lnTo>
                    <a:pt x="120319" y="883018"/>
                  </a:lnTo>
                  <a:lnTo>
                    <a:pt x="120319" y="893216"/>
                  </a:lnTo>
                  <a:lnTo>
                    <a:pt x="133591" y="912876"/>
                  </a:lnTo>
                  <a:lnTo>
                    <a:pt x="140500" y="912876"/>
                  </a:lnTo>
                  <a:lnTo>
                    <a:pt x="143484" y="911872"/>
                  </a:lnTo>
                  <a:lnTo>
                    <a:pt x="148475" y="907859"/>
                  </a:lnTo>
                  <a:lnTo>
                    <a:pt x="148882" y="907249"/>
                  </a:lnTo>
                  <a:lnTo>
                    <a:pt x="150393" y="905002"/>
                  </a:lnTo>
                  <a:lnTo>
                    <a:pt x="153060" y="897610"/>
                  </a:lnTo>
                  <a:lnTo>
                    <a:pt x="153733" y="893216"/>
                  </a:lnTo>
                  <a:lnTo>
                    <a:pt x="153733" y="883018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572016" y="4163357"/>
              <a:ext cx="144806" cy="167085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744670" y="4196774"/>
              <a:ext cx="144806" cy="133667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6917325" y="3901589"/>
              <a:ext cx="145415" cy="429259"/>
            </a:xfrm>
            <a:custGeom>
              <a:avLst/>
              <a:gdLst/>
              <a:ahLst/>
              <a:cxnLst/>
              <a:rect l="l" t="t" r="r" b="b"/>
              <a:pathLst>
                <a:path w="145415" h="429260">
                  <a:moveTo>
                    <a:pt x="136743" y="0"/>
                  </a:moveTo>
                  <a:lnTo>
                    <a:pt x="11139" y="0"/>
                  </a:lnTo>
                  <a:lnTo>
                    <a:pt x="8063" y="0"/>
                  </a:lnTo>
                  <a:lnTo>
                    <a:pt x="5436" y="1088"/>
                  </a:lnTo>
                  <a:lnTo>
                    <a:pt x="1087" y="5438"/>
                  </a:lnTo>
                  <a:lnTo>
                    <a:pt x="0" y="8063"/>
                  </a:lnTo>
                  <a:lnTo>
                    <a:pt x="0" y="420789"/>
                  </a:lnTo>
                  <a:lnTo>
                    <a:pt x="1087" y="423414"/>
                  </a:lnTo>
                  <a:lnTo>
                    <a:pt x="5436" y="427765"/>
                  </a:lnTo>
                  <a:lnTo>
                    <a:pt x="8063" y="428852"/>
                  </a:lnTo>
                  <a:lnTo>
                    <a:pt x="136743" y="428852"/>
                  </a:lnTo>
                  <a:lnTo>
                    <a:pt x="139368" y="427765"/>
                  </a:lnTo>
                  <a:lnTo>
                    <a:pt x="143719" y="423414"/>
                  </a:lnTo>
                  <a:lnTo>
                    <a:pt x="144806" y="420789"/>
                  </a:lnTo>
                  <a:lnTo>
                    <a:pt x="144806" y="8063"/>
                  </a:lnTo>
                  <a:lnTo>
                    <a:pt x="143719" y="5438"/>
                  </a:lnTo>
                  <a:lnTo>
                    <a:pt x="139368" y="1088"/>
                  </a:lnTo>
                  <a:lnTo>
                    <a:pt x="136743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0" name="object 250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7240356" y="4118800"/>
              <a:ext cx="144806" cy="211641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7413011" y="4135509"/>
              <a:ext cx="144806" cy="194932"/>
            </a:xfrm>
            <a:prstGeom prst="rect">
              <a:avLst/>
            </a:prstGeom>
          </p:spPr>
        </p:pic>
        <p:sp>
          <p:nvSpPr>
            <p:cNvPr id="252" name="object 252"/>
            <p:cNvSpPr/>
            <p:nvPr/>
          </p:nvSpPr>
          <p:spPr>
            <a:xfrm>
              <a:off x="7585665" y="4007411"/>
              <a:ext cx="145415" cy="323215"/>
            </a:xfrm>
            <a:custGeom>
              <a:avLst/>
              <a:gdLst/>
              <a:ahLst/>
              <a:cxnLst/>
              <a:rect l="l" t="t" r="r" b="b"/>
              <a:pathLst>
                <a:path w="145415" h="323214">
                  <a:moveTo>
                    <a:pt x="136744" y="0"/>
                  </a:moveTo>
                  <a:lnTo>
                    <a:pt x="11139" y="0"/>
                  </a:lnTo>
                  <a:lnTo>
                    <a:pt x="8063" y="0"/>
                  </a:lnTo>
                  <a:lnTo>
                    <a:pt x="5438" y="1087"/>
                  </a:lnTo>
                  <a:lnTo>
                    <a:pt x="1087" y="5436"/>
                  </a:lnTo>
                  <a:lnTo>
                    <a:pt x="0" y="8063"/>
                  </a:lnTo>
                  <a:lnTo>
                    <a:pt x="0" y="314967"/>
                  </a:lnTo>
                  <a:lnTo>
                    <a:pt x="1087" y="317592"/>
                  </a:lnTo>
                  <a:lnTo>
                    <a:pt x="5438" y="321943"/>
                  </a:lnTo>
                  <a:lnTo>
                    <a:pt x="8063" y="323030"/>
                  </a:lnTo>
                  <a:lnTo>
                    <a:pt x="136744" y="323030"/>
                  </a:lnTo>
                  <a:lnTo>
                    <a:pt x="139369" y="321943"/>
                  </a:lnTo>
                  <a:lnTo>
                    <a:pt x="143719" y="317592"/>
                  </a:lnTo>
                  <a:lnTo>
                    <a:pt x="144807" y="314967"/>
                  </a:lnTo>
                  <a:lnTo>
                    <a:pt x="144807" y="8063"/>
                  </a:lnTo>
                  <a:lnTo>
                    <a:pt x="143719" y="5436"/>
                  </a:lnTo>
                  <a:lnTo>
                    <a:pt x="139369" y="1087"/>
                  </a:lnTo>
                  <a:lnTo>
                    <a:pt x="136744" y="0"/>
                  </a:lnTo>
                  <a:close/>
                </a:path>
              </a:pathLst>
            </a:custGeom>
            <a:solidFill>
              <a:srgbClr val="059669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3" name="object 253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7908696" y="4174496"/>
              <a:ext cx="144807" cy="155945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8081351" y="4213482"/>
              <a:ext cx="144806" cy="116959"/>
            </a:xfrm>
            <a:prstGeom prst="rect">
              <a:avLst/>
            </a:prstGeom>
          </p:spPr>
        </p:pic>
        <p:sp>
          <p:nvSpPr>
            <p:cNvPr id="255" name="object 255"/>
            <p:cNvSpPr/>
            <p:nvPr/>
          </p:nvSpPr>
          <p:spPr>
            <a:xfrm>
              <a:off x="8254005" y="3662102"/>
              <a:ext cx="145415" cy="668655"/>
            </a:xfrm>
            <a:custGeom>
              <a:avLst/>
              <a:gdLst/>
              <a:ahLst/>
              <a:cxnLst/>
              <a:rect l="l" t="t" r="r" b="b"/>
              <a:pathLst>
                <a:path w="145415" h="668654">
                  <a:moveTo>
                    <a:pt x="136744" y="0"/>
                  </a:moveTo>
                  <a:lnTo>
                    <a:pt x="11139" y="0"/>
                  </a:lnTo>
                  <a:lnTo>
                    <a:pt x="8063" y="0"/>
                  </a:lnTo>
                  <a:lnTo>
                    <a:pt x="5438" y="1087"/>
                  </a:lnTo>
                  <a:lnTo>
                    <a:pt x="1088" y="5436"/>
                  </a:lnTo>
                  <a:lnTo>
                    <a:pt x="0" y="8061"/>
                  </a:lnTo>
                  <a:lnTo>
                    <a:pt x="0" y="660276"/>
                  </a:lnTo>
                  <a:lnTo>
                    <a:pt x="1088" y="662901"/>
                  </a:lnTo>
                  <a:lnTo>
                    <a:pt x="5438" y="667252"/>
                  </a:lnTo>
                  <a:lnTo>
                    <a:pt x="8063" y="668340"/>
                  </a:lnTo>
                  <a:lnTo>
                    <a:pt x="136744" y="668340"/>
                  </a:lnTo>
                  <a:lnTo>
                    <a:pt x="139369" y="667252"/>
                  </a:lnTo>
                  <a:lnTo>
                    <a:pt x="143720" y="662901"/>
                  </a:lnTo>
                  <a:lnTo>
                    <a:pt x="144807" y="660276"/>
                  </a:lnTo>
                  <a:lnTo>
                    <a:pt x="144807" y="8061"/>
                  </a:lnTo>
                  <a:lnTo>
                    <a:pt x="143720" y="5436"/>
                  </a:lnTo>
                  <a:lnTo>
                    <a:pt x="139369" y="1087"/>
                  </a:lnTo>
                  <a:lnTo>
                    <a:pt x="136744" y="0"/>
                  </a:lnTo>
                  <a:close/>
                </a:path>
              </a:pathLst>
            </a:custGeom>
            <a:solidFill>
              <a:srgbClr val="EF444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6704774" y="4350283"/>
              <a:ext cx="80010" cy="53975"/>
            </a:xfrm>
            <a:custGeom>
              <a:avLst/>
              <a:gdLst/>
              <a:ahLst/>
              <a:cxnLst/>
              <a:rect l="l" t="t" r="r" b="b"/>
              <a:pathLst>
                <a:path w="80009" h="53975">
                  <a:moveTo>
                    <a:pt x="36195" y="14198"/>
                  </a:moveTo>
                  <a:lnTo>
                    <a:pt x="29540" y="14198"/>
                  </a:lnTo>
                  <a:lnTo>
                    <a:pt x="18097" y="46342"/>
                  </a:lnTo>
                  <a:lnTo>
                    <a:pt x="6654" y="14198"/>
                  </a:lnTo>
                  <a:lnTo>
                    <a:pt x="0" y="14198"/>
                  </a:lnTo>
                  <a:lnTo>
                    <a:pt x="14262" y="52565"/>
                  </a:lnTo>
                  <a:lnTo>
                    <a:pt x="21932" y="52565"/>
                  </a:lnTo>
                  <a:lnTo>
                    <a:pt x="36195" y="14198"/>
                  </a:lnTo>
                  <a:close/>
                </a:path>
                <a:path w="80009" h="53975">
                  <a:moveTo>
                    <a:pt x="79641" y="34467"/>
                  </a:moveTo>
                  <a:lnTo>
                    <a:pt x="78409" y="31330"/>
                  </a:lnTo>
                  <a:lnTo>
                    <a:pt x="73482" y="26314"/>
                  </a:lnTo>
                  <a:lnTo>
                    <a:pt x="71983" y="25628"/>
                  </a:lnTo>
                  <a:lnTo>
                    <a:pt x="70370" y="24904"/>
                  </a:lnTo>
                  <a:lnTo>
                    <a:pt x="69862" y="24904"/>
                  </a:lnTo>
                  <a:lnTo>
                    <a:pt x="70091" y="24803"/>
                  </a:lnTo>
                  <a:lnTo>
                    <a:pt x="71145" y="24333"/>
                  </a:lnTo>
                  <a:lnTo>
                    <a:pt x="72821" y="23571"/>
                  </a:lnTo>
                  <a:lnTo>
                    <a:pt x="76835" y="19659"/>
                  </a:lnTo>
                  <a:lnTo>
                    <a:pt x="77838" y="17094"/>
                  </a:lnTo>
                  <a:lnTo>
                    <a:pt x="77838" y="11125"/>
                  </a:lnTo>
                  <a:lnTo>
                    <a:pt x="64795" y="0"/>
                  </a:lnTo>
                  <a:lnTo>
                    <a:pt x="56502" y="0"/>
                  </a:lnTo>
                  <a:lnTo>
                    <a:pt x="44602" y="12966"/>
                  </a:lnTo>
                  <a:lnTo>
                    <a:pt x="51117" y="13398"/>
                  </a:lnTo>
                  <a:lnTo>
                    <a:pt x="51396" y="11544"/>
                  </a:lnTo>
                  <a:lnTo>
                    <a:pt x="51447" y="11125"/>
                  </a:lnTo>
                  <a:lnTo>
                    <a:pt x="52349" y="9525"/>
                  </a:lnTo>
                  <a:lnTo>
                    <a:pt x="52451" y="9347"/>
                  </a:lnTo>
                  <a:lnTo>
                    <a:pt x="55740" y="6769"/>
                  </a:lnTo>
                  <a:lnTo>
                    <a:pt x="58229" y="6083"/>
                  </a:lnTo>
                  <a:lnTo>
                    <a:pt x="64655" y="6083"/>
                  </a:lnTo>
                  <a:lnTo>
                    <a:pt x="67094" y="6769"/>
                  </a:lnTo>
                  <a:lnTo>
                    <a:pt x="70472" y="9525"/>
                  </a:lnTo>
                  <a:lnTo>
                    <a:pt x="71310" y="11544"/>
                  </a:lnTo>
                  <a:lnTo>
                    <a:pt x="71310" y="16129"/>
                  </a:lnTo>
                  <a:lnTo>
                    <a:pt x="63258" y="22225"/>
                  </a:lnTo>
                  <a:lnTo>
                    <a:pt x="57416" y="22225"/>
                  </a:lnTo>
                  <a:lnTo>
                    <a:pt x="57416" y="28308"/>
                  </a:lnTo>
                  <a:lnTo>
                    <a:pt x="63690" y="28308"/>
                  </a:lnTo>
                  <a:lnTo>
                    <a:pt x="65684" y="28663"/>
                  </a:lnTo>
                  <a:lnTo>
                    <a:pt x="69202" y="30060"/>
                  </a:lnTo>
                  <a:lnTo>
                    <a:pt x="70586" y="31153"/>
                  </a:lnTo>
                  <a:lnTo>
                    <a:pt x="72618" y="34086"/>
                  </a:lnTo>
                  <a:lnTo>
                    <a:pt x="73126" y="35966"/>
                  </a:lnTo>
                  <a:lnTo>
                    <a:pt x="73126" y="40551"/>
                  </a:lnTo>
                  <a:lnTo>
                    <a:pt x="72669" y="42024"/>
                  </a:lnTo>
                  <a:lnTo>
                    <a:pt x="72555" y="42392"/>
                  </a:lnTo>
                  <a:lnTo>
                    <a:pt x="70294" y="45148"/>
                  </a:lnTo>
                  <a:lnTo>
                    <a:pt x="68808" y="46139"/>
                  </a:lnTo>
                  <a:lnTo>
                    <a:pt x="65138" y="47345"/>
                  </a:lnTo>
                  <a:lnTo>
                    <a:pt x="63182" y="47650"/>
                  </a:lnTo>
                  <a:lnTo>
                    <a:pt x="58013" y="47650"/>
                  </a:lnTo>
                  <a:lnTo>
                    <a:pt x="55676" y="47028"/>
                  </a:lnTo>
                  <a:lnTo>
                    <a:pt x="55537" y="47028"/>
                  </a:lnTo>
                  <a:lnTo>
                    <a:pt x="50038" y="40551"/>
                  </a:lnTo>
                  <a:lnTo>
                    <a:pt x="49923" y="39319"/>
                  </a:lnTo>
                  <a:lnTo>
                    <a:pt x="49885" y="38887"/>
                  </a:lnTo>
                  <a:lnTo>
                    <a:pt x="43446" y="39319"/>
                  </a:lnTo>
                  <a:lnTo>
                    <a:pt x="43561" y="41516"/>
                  </a:lnTo>
                  <a:lnTo>
                    <a:pt x="43688" y="43561"/>
                  </a:lnTo>
                  <a:lnTo>
                    <a:pt x="45300" y="47028"/>
                  </a:lnTo>
                  <a:lnTo>
                    <a:pt x="51282" y="52387"/>
                  </a:lnTo>
                  <a:lnTo>
                    <a:pt x="55562" y="53721"/>
                  </a:lnTo>
                  <a:lnTo>
                    <a:pt x="64681" y="53721"/>
                  </a:lnTo>
                  <a:lnTo>
                    <a:pt x="79641" y="41516"/>
                  </a:lnTo>
                  <a:lnTo>
                    <a:pt x="79641" y="34467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7350315" y="4351438"/>
              <a:ext cx="82550" cy="51435"/>
            </a:xfrm>
            <a:custGeom>
              <a:avLst/>
              <a:gdLst/>
              <a:ahLst/>
              <a:cxnLst/>
              <a:rect l="l" t="t" r="r" b="b"/>
              <a:pathLst>
                <a:path w="82550" h="51435">
                  <a:moveTo>
                    <a:pt x="38290" y="12598"/>
                  </a:moveTo>
                  <a:lnTo>
                    <a:pt x="27889" y="12598"/>
                  </a:lnTo>
                  <a:lnTo>
                    <a:pt x="19138" y="40665"/>
                  </a:lnTo>
                  <a:lnTo>
                    <a:pt x="10401" y="12598"/>
                  </a:lnTo>
                  <a:lnTo>
                    <a:pt x="0" y="12598"/>
                  </a:lnTo>
                  <a:lnTo>
                    <a:pt x="13182" y="51409"/>
                  </a:lnTo>
                  <a:lnTo>
                    <a:pt x="25107" y="51409"/>
                  </a:lnTo>
                  <a:lnTo>
                    <a:pt x="38290" y="12598"/>
                  </a:lnTo>
                  <a:close/>
                </a:path>
                <a:path w="82550" h="51435">
                  <a:moveTo>
                    <a:pt x="82283" y="32181"/>
                  </a:moveTo>
                  <a:lnTo>
                    <a:pt x="76187" y="32181"/>
                  </a:lnTo>
                  <a:lnTo>
                    <a:pt x="76187" y="12954"/>
                  </a:lnTo>
                  <a:lnTo>
                    <a:pt x="76187" y="0"/>
                  </a:lnTo>
                  <a:lnTo>
                    <a:pt x="65874" y="0"/>
                  </a:lnTo>
                  <a:lnTo>
                    <a:pt x="65874" y="12954"/>
                  </a:lnTo>
                  <a:lnTo>
                    <a:pt x="65874" y="32181"/>
                  </a:lnTo>
                  <a:lnTo>
                    <a:pt x="52565" y="32181"/>
                  </a:lnTo>
                  <a:lnTo>
                    <a:pt x="65874" y="12954"/>
                  </a:lnTo>
                  <a:lnTo>
                    <a:pt x="65874" y="0"/>
                  </a:lnTo>
                  <a:lnTo>
                    <a:pt x="64439" y="0"/>
                  </a:lnTo>
                  <a:lnTo>
                    <a:pt x="42887" y="32664"/>
                  </a:lnTo>
                  <a:lnTo>
                    <a:pt x="42887" y="41135"/>
                  </a:lnTo>
                  <a:lnTo>
                    <a:pt x="65874" y="41135"/>
                  </a:lnTo>
                  <a:lnTo>
                    <a:pt x="65874" y="51409"/>
                  </a:lnTo>
                  <a:lnTo>
                    <a:pt x="76187" y="51409"/>
                  </a:lnTo>
                  <a:lnTo>
                    <a:pt x="76187" y="41135"/>
                  </a:lnTo>
                  <a:lnTo>
                    <a:pt x="82283" y="41135"/>
                  </a:lnTo>
                  <a:lnTo>
                    <a:pt x="82283" y="32181"/>
                  </a:lnTo>
                  <a:close/>
                </a:path>
              </a:pathLst>
            </a:custGeom>
            <a:solidFill>
              <a:srgbClr val="1D4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8" name="object 258"/>
          <p:cNvSpPr txBox="1"/>
          <p:nvPr/>
        </p:nvSpPr>
        <p:spPr>
          <a:xfrm>
            <a:off x="7421926" y="4317742"/>
            <a:ext cx="69215" cy="112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spc="-155" dirty="0">
                <a:solidFill>
                  <a:srgbClr val="1D4ED8"/>
                </a:solidFill>
                <a:latin typeface="HGGothicE"/>
                <a:cs typeface="HGGothicE"/>
              </a:rPr>
              <a:t>★</a:t>
            </a:r>
            <a:endParaRPr sz="550">
              <a:latin typeface="HGGothicE"/>
              <a:cs typeface="HGGothicE"/>
            </a:endParaRPr>
          </a:p>
        </p:txBody>
      </p:sp>
      <p:grpSp>
        <p:nvGrpSpPr>
          <p:cNvPr id="259" name="object 259"/>
          <p:cNvGrpSpPr/>
          <p:nvPr/>
        </p:nvGrpSpPr>
        <p:grpSpPr>
          <a:xfrm>
            <a:off x="6572016" y="4274825"/>
            <a:ext cx="1569085" cy="129539"/>
            <a:chOff x="6572016" y="4274825"/>
            <a:chExt cx="1569085" cy="129539"/>
          </a:xfrm>
        </p:grpSpPr>
        <p:sp>
          <p:nvSpPr>
            <p:cNvPr id="260" name="object 260"/>
            <p:cNvSpPr/>
            <p:nvPr/>
          </p:nvSpPr>
          <p:spPr>
            <a:xfrm>
              <a:off x="8019784" y="4351438"/>
              <a:ext cx="121285" cy="52705"/>
            </a:xfrm>
            <a:custGeom>
              <a:avLst/>
              <a:gdLst/>
              <a:ahLst/>
              <a:cxnLst/>
              <a:rect l="l" t="t" r="r" b="b"/>
              <a:pathLst>
                <a:path w="121284" h="52704">
                  <a:moveTo>
                    <a:pt x="36207" y="13042"/>
                  </a:moveTo>
                  <a:lnTo>
                    <a:pt x="29540" y="13042"/>
                  </a:lnTo>
                  <a:lnTo>
                    <a:pt x="18097" y="45186"/>
                  </a:lnTo>
                  <a:lnTo>
                    <a:pt x="6667" y="13042"/>
                  </a:lnTo>
                  <a:lnTo>
                    <a:pt x="0" y="13042"/>
                  </a:lnTo>
                  <a:lnTo>
                    <a:pt x="14262" y="51409"/>
                  </a:lnTo>
                  <a:lnTo>
                    <a:pt x="21945" y="51409"/>
                  </a:lnTo>
                  <a:lnTo>
                    <a:pt x="36207" y="13042"/>
                  </a:lnTo>
                  <a:close/>
                </a:path>
                <a:path w="121284" h="52704">
                  <a:moveTo>
                    <a:pt x="78917" y="31483"/>
                  </a:moveTo>
                  <a:lnTo>
                    <a:pt x="78333" y="28892"/>
                  </a:lnTo>
                  <a:lnTo>
                    <a:pt x="78232" y="28435"/>
                  </a:lnTo>
                  <a:lnTo>
                    <a:pt x="75501" y="23177"/>
                  </a:lnTo>
                  <a:lnTo>
                    <a:pt x="73672" y="21170"/>
                  </a:lnTo>
                  <a:lnTo>
                    <a:pt x="73558" y="21043"/>
                  </a:lnTo>
                  <a:lnTo>
                    <a:pt x="68580" y="17995"/>
                  </a:lnTo>
                  <a:lnTo>
                    <a:pt x="65697" y="17233"/>
                  </a:lnTo>
                  <a:lnTo>
                    <a:pt x="60921" y="17233"/>
                  </a:lnTo>
                  <a:lnTo>
                    <a:pt x="52285" y="21386"/>
                  </a:lnTo>
                  <a:lnTo>
                    <a:pt x="54165" y="6083"/>
                  </a:lnTo>
                  <a:lnTo>
                    <a:pt x="75806" y="6083"/>
                  </a:lnTo>
                  <a:lnTo>
                    <a:pt x="75806" y="0"/>
                  </a:lnTo>
                  <a:lnTo>
                    <a:pt x="48437" y="0"/>
                  </a:lnTo>
                  <a:lnTo>
                    <a:pt x="45085" y="28435"/>
                  </a:lnTo>
                  <a:lnTo>
                    <a:pt x="45034" y="28892"/>
                  </a:lnTo>
                  <a:lnTo>
                    <a:pt x="51701" y="28892"/>
                  </a:lnTo>
                  <a:lnTo>
                    <a:pt x="52514" y="27063"/>
                  </a:lnTo>
                  <a:lnTo>
                    <a:pt x="53860" y="25654"/>
                  </a:lnTo>
                  <a:lnTo>
                    <a:pt x="54965" y="25057"/>
                  </a:lnTo>
                  <a:lnTo>
                    <a:pt x="57569" y="23672"/>
                  </a:lnTo>
                  <a:lnTo>
                    <a:pt x="59512" y="23177"/>
                  </a:lnTo>
                  <a:lnTo>
                    <a:pt x="63817" y="23177"/>
                  </a:lnTo>
                  <a:lnTo>
                    <a:pt x="72402" y="32486"/>
                  </a:lnTo>
                  <a:lnTo>
                    <a:pt x="72402" y="38519"/>
                  </a:lnTo>
                  <a:lnTo>
                    <a:pt x="71374" y="41389"/>
                  </a:lnTo>
                  <a:lnTo>
                    <a:pt x="67398" y="45466"/>
                  </a:lnTo>
                  <a:lnTo>
                    <a:pt x="64731" y="46494"/>
                  </a:lnTo>
                  <a:lnTo>
                    <a:pt x="58458" y="46494"/>
                  </a:lnTo>
                  <a:lnTo>
                    <a:pt x="50685" y="37731"/>
                  </a:lnTo>
                  <a:lnTo>
                    <a:pt x="44170" y="38163"/>
                  </a:lnTo>
                  <a:lnTo>
                    <a:pt x="58064" y="52565"/>
                  </a:lnTo>
                  <a:lnTo>
                    <a:pt x="64833" y="52565"/>
                  </a:lnTo>
                  <a:lnTo>
                    <a:pt x="78879" y="38519"/>
                  </a:lnTo>
                  <a:lnTo>
                    <a:pt x="78917" y="31483"/>
                  </a:lnTo>
                  <a:close/>
                </a:path>
                <a:path w="121284" h="52704">
                  <a:moveTo>
                    <a:pt x="120916" y="12750"/>
                  </a:moveTo>
                  <a:lnTo>
                    <a:pt x="109626" y="12750"/>
                  </a:lnTo>
                  <a:lnTo>
                    <a:pt x="116789" y="2908"/>
                  </a:lnTo>
                  <a:lnTo>
                    <a:pt x="112445" y="0"/>
                  </a:lnTo>
                  <a:lnTo>
                    <a:pt x="104990" y="10579"/>
                  </a:lnTo>
                  <a:lnTo>
                    <a:pt x="97599" y="0"/>
                  </a:lnTo>
                  <a:lnTo>
                    <a:pt x="93256" y="2908"/>
                  </a:lnTo>
                  <a:lnTo>
                    <a:pt x="100355" y="12750"/>
                  </a:lnTo>
                  <a:lnTo>
                    <a:pt x="89052" y="12750"/>
                  </a:lnTo>
                  <a:lnTo>
                    <a:pt x="89052" y="18110"/>
                  </a:lnTo>
                  <a:lnTo>
                    <a:pt x="100355" y="18110"/>
                  </a:lnTo>
                  <a:lnTo>
                    <a:pt x="93256" y="27952"/>
                  </a:lnTo>
                  <a:lnTo>
                    <a:pt x="97599" y="30848"/>
                  </a:lnTo>
                  <a:lnTo>
                    <a:pt x="104990" y="20281"/>
                  </a:lnTo>
                  <a:lnTo>
                    <a:pt x="112445" y="30848"/>
                  </a:lnTo>
                  <a:lnTo>
                    <a:pt x="116789" y="27952"/>
                  </a:lnTo>
                  <a:lnTo>
                    <a:pt x="109626" y="18110"/>
                  </a:lnTo>
                  <a:lnTo>
                    <a:pt x="120916" y="18110"/>
                  </a:lnTo>
                  <a:lnTo>
                    <a:pt x="120916" y="1275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6572009" y="4275810"/>
              <a:ext cx="173990" cy="49530"/>
            </a:xfrm>
            <a:custGeom>
              <a:avLst/>
              <a:gdLst/>
              <a:ahLst/>
              <a:cxnLst/>
              <a:rect l="l" t="t" r="r" b="b"/>
              <a:pathLst>
                <a:path w="173990" h="49529">
                  <a:moveTo>
                    <a:pt x="44551" y="8547"/>
                  </a:moveTo>
                  <a:lnTo>
                    <a:pt x="44018" y="7226"/>
                  </a:lnTo>
                  <a:lnTo>
                    <a:pt x="41833" y="5054"/>
                  </a:lnTo>
                  <a:lnTo>
                    <a:pt x="40525" y="4508"/>
                  </a:lnTo>
                  <a:lnTo>
                    <a:pt x="5575" y="4508"/>
                  </a:lnTo>
                  <a:lnTo>
                    <a:pt x="4038" y="4508"/>
                  </a:lnTo>
                  <a:lnTo>
                    <a:pt x="2717" y="5054"/>
                  </a:lnTo>
                  <a:lnTo>
                    <a:pt x="546" y="7226"/>
                  </a:lnTo>
                  <a:lnTo>
                    <a:pt x="0" y="8547"/>
                  </a:lnTo>
                  <a:lnTo>
                    <a:pt x="0" y="45034"/>
                  </a:lnTo>
                  <a:lnTo>
                    <a:pt x="546" y="46355"/>
                  </a:lnTo>
                  <a:lnTo>
                    <a:pt x="2717" y="48526"/>
                  </a:lnTo>
                  <a:lnTo>
                    <a:pt x="4038" y="49072"/>
                  </a:lnTo>
                  <a:lnTo>
                    <a:pt x="40525" y="49072"/>
                  </a:lnTo>
                  <a:lnTo>
                    <a:pt x="41833" y="48526"/>
                  </a:lnTo>
                  <a:lnTo>
                    <a:pt x="44018" y="46355"/>
                  </a:lnTo>
                  <a:lnTo>
                    <a:pt x="44551" y="45034"/>
                  </a:lnTo>
                  <a:lnTo>
                    <a:pt x="44551" y="8547"/>
                  </a:lnTo>
                  <a:close/>
                </a:path>
                <a:path w="173990" h="49529">
                  <a:moveTo>
                    <a:pt x="99555" y="43497"/>
                  </a:moveTo>
                  <a:lnTo>
                    <a:pt x="98501" y="31673"/>
                  </a:lnTo>
                  <a:lnTo>
                    <a:pt x="98386" y="30327"/>
                  </a:lnTo>
                  <a:lnTo>
                    <a:pt x="98298" y="29235"/>
                  </a:lnTo>
                  <a:lnTo>
                    <a:pt x="98209" y="28219"/>
                  </a:lnTo>
                  <a:lnTo>
                    <a:pt x="97358" y="26225"/>
                  </a:lnTo>
                  <a:lnTo>
                    <a:pt x="97066" y="25971"/>
                  </a:lnTo>
                  <a:lnTo>
                    <a:pt x="94449" y="23774"/>
                  </a:lnTo>
                  <a:lnTo>
                    <a:pt x="92303" y="23152"/>
                  </a:lnTo>
                  <a:lnTo>
                    <a:pt x="92481" y="23152"/>
                  </a:lnTo>
                  <a:lnTo>
                    <a:pt x="95631" y="21221"/>
                  </a:lnTo>
                  <a:lnTo>
                    <a:pt x="96012" y="20828"/>
                  </a:lnTo>
                  <a:lnTo>
                    <a:pt x="96837" y="19977"/>
                  </a:lnTo>
                  <a:lnTo>
                    <a:pt x="98717" y="16840"/>
                  </a:lnTo>
                  <a:lnTo>
                    <a:pt x="99060" y="15481"/>
                  </a:lnTo>
                  <a:lnTo>
                    <a:pt x="99187" y="8940"/>
                  </a:lnTo>
                  <a:lnTo>
                    <a:pt x="97878" y="5816"/>
                  </a:lnTo>
                  <a:lnTo>
                    <a:pt x="97142" y="5143"/>
                  </a:lnTo>
                  <a:lnTo>
                    <a:pt x="93675" y="2146"/>
                  </a:lnTo>
                  <a:lnTo>
                    <a:pt x="93675" y="10452"/>
                  </a:lnTo>
                  <a:lnTo>
                    <a:pt x="93675" y="15481"/>
                  </a:lnTo>
                  <a:lnTo>
                    <a:pt x="92875" y="17411"/>
                  </a:lnTo>
                  <a:lnTo>
                    <a:pt x="89687" y="20142"/>
                  </a:lnTo>
                  <a:lnTo>
                    <a:pt x="87376" y="20828"/>
                  </a:lnTo>
                  <a:lnTo>
                    <a:pt x="76390" y="20828"/>
                  </a:lnTo>
                  <a:lnTo>
                    <a:pt x="76390" y="5143"/>
                  </a:lnTo>
                  <a:lnTo>
                    <a:pt x="87376" y="5143"/>
                  </a:lnTo>
                  <a:lnTo>
                    <a:pt x="89687" y="5816"/>
                  </a:lnTo>
                  <a:lnTo>
                    <a:pt x="92875" y="8521"/>
                  </a:lnTo>
                  <a:lnTo>
                    <a:pt x="93675" y="10452"/>
                  </a:lnTo>
                  <a:lnTo>
                    <a:pt x="93675" y="2146"/>
                  </a:lnTo>
                  <a:lnTo>
                    <a:pt x="92544" y="1155"/>
                  </a:lnTo>
                  <a:lnTo>
                    <a:pt x="88925" y="0"/>
                  </a:lnTo>
                  <a:lnTo>
                    <a:pt x="71120" y="0"/>
                  </a:lnTo>
                  <a:lnTo>
                    <a:pt x="71120" y="43497"/>
                  </a:lnTo>
                  <a:lnTo>
                    <a:pt x="76390" y="43497"/>
                  </a:lnTo>
                  <a:lnTo>
                    <a:pt x="76390" y="25971"/>
                  </a:lnTo>
                  <a:lnTo>
                    <a:pt x="87337" y="25971"/>
                  </a:lnTo>
                  <a:lnTo>
                    <a:pt x="89217" y="26225"/>
                  </a:lnTo>
                  <a:lnTo>
                    <a:pt x="88963" y="26225"/>
                  </a:lnTo>
                  <a:lnTo>
                    <a:pt x="90982" y="26949"/>
                  </a:lnTo>
                  <a:lnTo>
                    <a:pt x="91782" y="27559"/>
                  </a:lnTo>
                  <a:lnTo>
                    <a:pt x="92798" y="29235"/>
                  </a:lnTo>
                  <a:lnTo>
                    <a:pt x="93116" y="30327"/>
                  </a:lnTo>
                  <a:lnTo>
                    <a:pt x="94284" y="43497"/>
                  </a:lnTo>
                  <a:lnTo>
                    <a:pt x="99555" y="43497"/>
                  </a:lnTo>
                  <a:close/>
                </a:path>
                <a:path w="173990" h="49529">
                  <a:moveTo>
                    <a:pt x="136486" y="23685"/>
                  </a:moveTo>
                  <a:lnTo>
                    <a:pt x="136017" y="21297"/>
                  </a:lnTo>
                  <a:lnTo>
                    <a:pt x="135928" y="20853"/>
                  </a:lnTo>
                  <a:lnTo>
                    <a:pt x="135877" y="20612"/>
                  </a:lnTo>
                  <a:lnTo>
                    <a:pt x="133629" y="15963"/>
                  </a:lnTo>
                  <a:lnTo>
                    <a:pt x="133553" y="15786"/>
                  </a:lnTo>
                  <a:lnTo>
                    <a:pt x="133426" y="15544"/>
                  </a:lnTo>
                  <a:lnTo>
                    <a:pt x="133121" y="15189"/>
                  </a:lnTo>
                  <a:lnTo>
                    <a:pt x="131737" y="13614"/>
                  </a:lnTo>
                  <a:lnTo>
                    <a:pt x="130860" y="13081"/>
                  </a:lnTo>
                  <a:lnTo>
                    <a:pt x="130860" y="24320"/>
                  </a:lnTo>
                  <a:lnTo>
                    <a:pt x="112839" y="24320"/>
                  </a:lnTo>
                  <a:lnTo>
                    <a:pt x="113296" y="21297"/>
                  </a:lnTo>
                  <a:lnTo>
                    <a:pt x="114325" y="19024"/>
                  </a:lnTo>
                  <a:lnTo>
                    <a:pt x="117551" y="15963"/>
                  </a:lnTo>
                  <a:lnTo>
                    <a:pt x="119608" y="15189"/>
                  </a:lnTo>
                  <a:lnTo>
                    <a:pt x="124510" y="15189"/>
                  </a:lnTo>
                  <a:lnTo>
                    <a:pt x="126123" y="15786"/>
                  </a:lnTo>
                  <a:lnTo>
                    <a:pt x="126542" y="15963"/>
                  </a:lnTo>
                  <a:lnTo>
                    <a:pt x="129692" y="18872"/>
                  </a:lnTo>
                  <a:lnTo>
                    <a:pt x="130378" y="20612"/>
                  </a:lnTo>
                  <a:lnTo>
                    <a:pt x="130479" y="20853"/>
                  </a:lnTo>
                  <a:lnTo>
                    <a:pt x="130619" y="21297"/>
                  </a:lnTo>
                  <a:lnTo>
                    <a:pt x="130810" y="23685"/>
                  </a:lnTo>
                  <a:lnTo>
                    <a:pt x="130860" y="24320"/>
                  </a:lnTo>
                  <a:lnTo>
                    <a:pt x="130860" y="13081"/>
                  </a:lnTo>
                  <a:lnTo>
                    <a:pt x="127469" y="10998"/>
                  </a:lnTo>
                  <a:lnTo>
                    <a:pt x="124917" y="10287"/>
                  </a:lnTo>
                  <a:lnTo>
                    <a:pt x="119113" y="10287"/>
                  </a:lnTo>
                  <a:lnTo>
                    <a:pt x="107454" y="30695"/>
                  </a:lnTo>
                  <a:lnTo>
                    <a:pt x="108051" y="33680"/>
                  </a:lnTo>
                  <a:lnTo>
                    <a:pt x="119278" y="44234"/>
                  </a:lnTo>
                  <a:lnTo>
                    <a:pt x="125768" y="44234"/>
                  </a:lnTo>
                  <a:lnTo>
                    <a:pt x="128676" y="43307"/>
                  </a:lnTo>
                  <a:lnTo>
                    <a:pt x="133464" y="39585"/>
                  </a:lnTo>
                  <a:lnTo>
                    <a:pt x="133629" y="39331"/>
                  </a:lnTo>
                  <a:lnTo>
                    <a:pt x="135089" y="37211"/>
                  </a:lnTo>
                  <a:lnTo>
                    <a:pt x="135940" y="34302"/>
                  </a:lnTo>
                  <a:lnTo>
                    <a:pt x="130429" y="33883"/>
                  </a:lnTo>
                  <a:lnTo>
                    <a:pt x="129895" y="35509"/>
                  </a:lnTo>
                  <a:lnTo>
                    <a:pt x="128943" y="36830"/>
                  </a:lnTo>
                  <a:lnTo>
                    <a:pt x="126212" y="38836"/>
                  </a:lnTo>
                  <a:lnTo>
                    <a:pt x="124460" y="39331"/>
                  </a:lnTo>
                  <a:lnTo>
                    <a:pt x="119519" y="39331"/>
                  </a:lnTo>
                  <a:lnTo>
                    <a:pt x="112839" y="28854"/>
                  </a:lnTo>
                  <a:lnTo>
                    <a:pt x="136486" y="28854"/>
                  </a:lnTo>
                  <a:lnTo>
                    <a:pt x="136486" y="24320"/>
                  </a:lnTo>
                  <a:lnTo>
                    <a:pt x="136486" y="23685"/>
                  </a:lnTo>
                  <a:close/>
                </a:path>
                <a:path w="173990" h="49529">
                  <a:moveTo>
                    <a:pt x="173431" y="38963"/>
                  </a:moveTo>
                  <a:lnTo>
                    <a:pt x="162229" y="38963"/>
                  </a:lnTo>
                  <a:lnTo>
                    <a:pt x="162229" y="6083"/>
                  </a:lnTo>
                  <a:lnTo>
                    <a:pt x="161455" y="3835"/>
                  </a:lnTo>
                  <a:lnTo>
                    <a:pt x="158394" y="762"/>
                  </a:lnTo>
                  <a:lnTo>
                    <a:pt x="156133" y="0"/>
                  </a:lnTo>
                  <a:lnTo>
                    <a:pt x="145249" y="0"/>
                  </a:lnTo>
                  <a:lnTo>
                    <a:pt x="145249" y="4533"/>
                  </a:lnTo>
                  <a:lnTo>
                    <a:pt x="154216" y="4533"/>
                  </a:lnTo>
                  <a:lnTo>
                    <a:pt x="155244" y="4902"/>
                  </a:lnTo>
                  <a:lnTo>
                    <a:pt x="156705" y="6375"/>
                  </a:lnTo>
                  <a:lnTo>
                    <a:pt x="157073" y="7391"/>
                  </a:lnTo>
                  <a:lnTo>
                    <a:pt x="157073" y="38963"/>
                  </a:lnTo>
                  <a:lnTo>
                    <a:pt x="144030" y="38963"/>
                  </a:lnTo>
                  <a:lnTo>
                    <a:pt x="144030" y="43497"/>
                  </a:lnTo>
                  <a:lnTo>
                    <a:pt x="173431" y="43497"/>
                  </a:lnTo>
                  <a:lnTo>
                    <a:pt x="173431" y="41656"/>
                  </a:lnTo>
                  <a:lnTo>
                    <a:pt x="173431" y="38963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6822643" y="4275746"/>
              <a:ext cx="210185" cy="49530"/>
            </a:xfrm>
            <a:custGeom>
              <a:avLst/>
              <a:gdLst/>
              <a:ahLst/>
              <a:cxnLst/>
              <a:rect l="l" t="t" r="r" b="b"/>
              <a:pathLst>
                <a:path w="210184" h="49529">
                  <a:moveTo>
                    <a:pt x="44551" y="8610"/>
                  </a:moveTo>
                  <a:lnTo>
                    <a:pt x="44005" y="7289"/>
                  </a:lnTo>
                  <a:lnTo>
                    <a:pt x="41833" y="5118"/>
                  </a:lnTo>
                  <a:lnTo>
                    <a:pt x="40513" y="4572"/>
                  </a:lnTo>
                  <a:lnTo>
                    <a:pt x="5562" y="4572"/>
                  </a:lnTo>
                  <a:lnTo>
                    <a:pt x="4025" y="4572"/>
                  </a:lnTo>
                  <a:lnTo>
                    <a:pt x="2717" y="5118"/>
                  </a:lnTo>
                  <a:lnTo>
                    <a:pt x="533" y="7289"/>
                  </a:lnTo>
                  <a:lnTo>
                    <a:pt x="0" y="8610"/>
                  </a:lnTo>
                  <a:lnTo>
                    <a:pt x="0" y="45097"/>
                  </a:lnTo>
                  <a:lnTo>
                    <a:pt x="533" y="46418"/>
                  </a:lnTo>
                  <a:lnTo>
                    <a:pt x="2717" y="48590"/>
                  </a:lnTo>
                  <a:lnTo>
                    <a:pt x="4025" y="49136"/>
                  </a:lnTo>
                  <a:lnTo>
                    <a:pt x="40513" y="49136"/>
                  </a:lnTo>
                  <a:lnTo>
                    <a:pt x="41833" y="48590"/>
                  </a:lnTo>
                  <a:lnTo>
                    <a:pt x="44005" y="46418"/>
                  </a:lnTo>
                  <a:lnTo>
                    <a:pt x="44551" y="45097"/>
                  </a:lnTo>
                  <a:lnTo>
                    <a:pt x="44551" y="8610"/>
                  </a:lnTo>
                  <a:close/>
                </a:path>
                <a:path w="210184" h="49529">
                  <a:moveTo>
                    <a:pt x="99910" y="63"/>
                  </a:moveTo>
                  <a:lnTo>
                    <a:pt x="94640" y="63"/>
                  </a:lnTo>
                  <a:lnTo>
                    <a:pt x="94640" y="31965"/>
                  </a:lnTo>
                  <a:lnTo>
                    <a:pt x="93840" y="34696"/>
                  </a:lnTo>
                  <a:lnTo>
                    <a:pt x="90614" y="38455"/>
                  </a:lnTo>
                  <a:lnTo>
                    <a:pt x="88265" y="39395"/>
                  </a:lnTo>
                  <a:lnTo>
                    <a:pt x="82143" y="39395"/>
                  </a:lnTo>
                  <a:lnTo>
                    <a:pt x="79806" y="38455"/>
                  </a:lnTo>
                  <a:lnTo>
                    <a:pt x="76581" y="34696"/>
                  </a:lnTo>
                  <a:lnTo>
                    <a:pt x="75768" y="31965"/>
                  </a:lnTo>
                  <a:lnTo>
                    <a:pt x="75768" y="63"/>
                  </a:lnTo>
                  <a:lnTo>
                    <a:pt x="70510" y="63"/>
                  </a:lnTo>
                  <a:lnTo>
                    <a:pt x="70510" y="33350"/>
                  </a:lnTo>
                  <a:lnTo>
                    <a:pt x="71805" y="37287"/>
                  </a:lnTo>
                  <a:lnTo>
                    <a:pt x="77038" y="43091"/>
                  </a:lnTo>
                  <a:lnTo>
                    <a:pt x="80632" y="44538"/>
                  </a:lnTo>
                  <a:lnTo>
                    <a:pt x="85204" y="44538"/>
                  </a:lnTo>
                  <a:lnTo>
                    <a:pt x="89776" y="44538"/>
                  </a:lnTo>
                  <a:lnTo>
                    <a:pt x="93370" y="43091"/>
                  </a:lnTo>
                  <a:lnTo>
                    <a:pt x="98602" y="37287"/>
                  </a:lnTo>
                  <a:lnTo>
                    <a:pt x="99910" y="33350"/>
                  </a:lnTo>
                  <a:lnTo>
                    <a:pt x="99910" y="63"/>
                  </a:lnTo>
                  <a:close/>
                </a:path>
                <a:path w="210184" h="49529">
                  <a:moveTo>
                    <a:pt x="135445" y="11087"/>
                  </a:moveTo>
                  <a:lnTo>
                    <a:pt x="122516" y="11087"/>
                  </a:lnTo>
                  <a:lnTo>
                    <a:pt x="122516" y="3492"/>
                  </a:lnTo>
                  <a:lnTo>
                    <a:pt x="117373" y="3492"/>
                  </a:lnTo>
                  <a:lnTo>
                    <a:pt x="117373" y="11087"/>
                  </a:lnTo>
                  <a:lnTo>
                    <a:pt x="106654" y="11087"/>
                  </a:lnTo>
                  <a:lnTo>
                    <a:pt x="106654" y="15621"/>
                  </a:lnTo>
                  <a:lnTo>
                    <a:pt x="117373" y="15621"/>
                  </a:lnTo>
                  <a:lnTo>
                    <a:pt x="117373" y="37642"/>
                  </a:lnTo>
                  <a:lnTo>
                    <a:pt x="118148" y="39890"/>
                  </a:lnTo>
                  <a:lnTo>
                    <a:pt x="121246" y="42824"/>
                  </a:lnTo>
                  <a:lnTo>
                    <a:pt x="123596" y="43561"/>
                  </a:lnTo>
                  <a:lnTo>
                    <a:pt x="135445" y="43561"/>
                  </a:lnTo>
                  <a:lnTo>
                    <a:pt x="135445" y="39027"/>
                  </a:lnTo>
                  <a:lnTo>
                    <a:pt x="125310" y="39027"/>
                  </a:lnTo>
                  <a:lnTo>
                    <a:pt x="124256" y="38671"/>
                  </a:lnTo>
                  <a:lnTo>
                    <a:pt x="122859" y="37236"/>
                  </a:lnTo>
                  <a:lnTo>
                    <a:pt x="122516" y="36131"/>
                  </a:lnTo>
                  <a:lnTo>
                    <a:pt x="122516" y="15621"/>
                  </a:lnTo>
                  <a:lnTo>
                    <a:pt x="135445" y="15621"/>
                  </a:lnTo>
                  <a:lnTo>
                    <a:pt x="135445" y="11087"/>
                  </a:lnTo>
                  <a:close/>
                </a:path>
                <a:path w="210184" h="49529">
                  <a:moveTo>
                    <a:pt x="163195" y="0"/>
                  </a:moveTo>
                  <a:lnTo>
                    <a:pt x="157810" y="0"/>
                  </a:lnTo>
                  <a:lnTo>
                    <a:pt x="157810" y="6007"/>
                  </a:lnTo>
                  <a:lnTo>
                    <a:pt x="163195" y="6007"/>
                  </a:lnTo>
                  <a:lnTo>
                    <a:pt x="163195" y="0"/>
                  </a:lnTo>
                  <a:close/>
                </a:path>
                <a:path w="210184" h="49529">
                  <a:moveTo>
                    <a:pt x="174650" y="39027"/>
                  </a:moveTo>
                  <a:lnTo>
                    <a:pt x="163449" y="39027"/>
                  </a:lnTo>
                  <a:lnTo>
                    <a:pt x="163449" y="15621"/>
                  </a:lnTo>
                  <a:lnTo>
                    <a:pt x="163449" y="13119"/>
                  </a:lnTo>
                  <a:lnTo>
                    <a:pt x="163449" y="11087"/>
                  </a:lnTo>
                  <a:lnTo>
                    <a:pt x="145859" y="11087"/>
                  </a:lnTo>
                  <a:lnTo>
                    <a:pt x="145859" y="15621"/>
                  </a:lnTo>
                  <a:lnTo>
                    <a:pt x="158292" y="15621"/>
                  </a:lnTo>
                  <a:lnTo>
                    <a:pt x="158292" y="39027"/>
                  </a:lnTo>
                  <a:lnTo>
                    <a:pt x="145249" y="39027"/>
                  </a:lnTo>
                  <a:lnTo>
                    <a:pt x="145249" y="43561"/>
                  </a:lnTo>
                  <a:lnTo>
                    <a:pt x="174650" y="43561"/>
                  </a:lnTo>
                  <a:lnTo>
                    <a:pt x="174650" y="39027"/>
                  </a:lnTo>
                  <a:close/>
                </a:path>
                <a:path w="210184" h="49529">
                  <a:moveTo>
                    <a:pt x="210185" y="39027"/>
                  </a:moveTo>
                  <a:lnTo>
                    <a:pt x="198970" y="39027"/>
                  </a:lnTo>
                  <a:lnTo>
                    <a:pt x="198970" y="6146"/>
                  </a:lnTo>
                  <a:lnTo>
                    <a:pt x="198208" y="3898"/>
                  </a:lnTo>
                  <a:lnTo>
                    <a:pt x="195148" y="825"/>
                  </a:lnTo>
                  <a:lnTo>
                    <a:pt x="192887" y="63"/>
                  </a:lnTo>
                  <a:lnTo>
                    <a:pt x="182003" y="63"/>
                  </a:lnTo>
                  <a:lnTo>
                    <a:pt x="182003" y="4597"/>
                  </a:lnTo>
                  <a:lnTo>
                    <a:pt x="190969" y="4597"/>
                  </a:lnTo>
                  <a:lnTo>
                    <a:pt x="191985" y="4965"/>
                  </a:lnTo>
                  <a:lnTo>
                    <a:pt x="193459" y="6438"/>
                  </a:lnTo>
                  <a:lnTo>
                    <a:pt x="193827" y="7454"/>
                  </a:lnTo>
                  <a:lnTo>
                    <a:pt x="193827" y="39027"/>
                  </a:lnTo>
                  <a:lnTo>
                    <a:pt x="180784" y="39027"/>
                  </a:lnTo>
                  <a:lnTo>
                    <a:pt x="180784" y="43561"/>
                  </a:lnTo>
                  <a:lnTo>
                    <a:pt x="210185" y="43561"/>
                  </a:lnTo>
                  <a:lnTo>
                    <a:pt x="210185" y="41719"/>
                  </a:lnTo>
                  <a:lnTo>
                    <a:pt x="210185" y="39027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7073265" y="4274832"/>
              <a:ext cx="210820" cy="53975"/>
            </a:xfrm>
            <a:custGeom>
              <a:avLst/>
              <a:gdLst/>
              <a:ahLst/>
              <a:cxnLst/>
              <a:rect l="l" t="t" r="r" b="b"/>
              <a:pathLst>
                <a:path w="210820" h="53975">
                  <a:moveTo>
                    <a:pt x="44551" y="9525"/>
                  </a:moveTo>
                  <a:lnTo>
                    <a:pt x="44018" y="8204"/>
                  </a:lnTo>
                  <a:lnTo>
                    <a:pt x="41833" y="6032"/>
                  </a:lnTo>
                  <a:lnTo>
                    <a:pt x="40525" y="5486"/>
                  </a:lnTo>
                  <a:lnTo>
                    <a:pt x="5575" y="5486"/>
                  </a:lnTo>
                  <a:lnTo>
                    <a:pt x="4025" y="5486"/>
                  </a:lnTo>
                  <a:lnTo>
                    <a:pt x="2717" y="6032"/>
                  </a:lnTo>
                  <a:lnTo>
                    <a:pt x="546" y="8204"/>
                  </a:lnTo>
                  <a:lnTo>
                    <a:pt x="0" y="9525"/>
                  </a:lnTo>
                  <a:lnTo>
                    <a:pt x="0" y="46012"/>
                  </a:lnTo>
                  <a:lnTo>
                    <a:pt x="546" y="47332"/>
                  </a:lnTo>
                  <a:lnTo>
                    <a:pt x="2717" y="49504"/>
                  </a:lnTo>
                  <a:lnTo>
                    <a:pt x="4025" y="50050"/>
                  </a:lnTo>
                  <a:lnTo>
                    <a:pt x="40525" y="50050"/>
                  </a:lnTo>
                  <a:lnTo>
                    <a:pt x="41833" y="49504"/>
                  </a:lnTo>
                  <a:lnTo>
                    <a:pt x="44018" y="47332"/>
                  </a:lnTo>
                  <a:lnTo>
                    <a:pt x="44551" y="46012"/>
                  </a:lnTo>
                  <a:lnTo>
                    <a:pt x="44551" y="9525"/>
                  </a:lnTo>
                  <a:close/>
                </a:path>
                <a:path w="210820" h="53975">
                  <a:moveTo>
                    <a:pt x="100901" y="30137"/>
                  </a:moveTo>
                  <a:lnTo>
                    <a:pt x="95326" y="29832"/>
                  </a:lnTo>
                  <a:lnTo>
                    <a:pt x="94703" y="33299"/>
                  </a:lnTo>
                  <a:lnTo>
                    <a:pt x="93522" y="35915"/>
                  </a:lnTo>
                  <a:lnTo>
                    <a:pt x="90017" y="39433"/>
                  </a:lnTo>
                  <a:lnTo>
                    <a:pt x="87871" y="40309"/>
                  </a:lnTo>
                  <a:lnTo>
                    <a:pt x="83007" y="40309"/>
                  </a:lnTo>
                  <a:lnTo>
                    <a:pt x="74676" y="26504"/>
                  </a:lnTo>
                  <a:lnTo>
                    <a:pt x="74676" y="19037"/>
                  </a:lnTo>
                  <a:lnTo>
                    <a:pt x="83007" y="5143"/>
                  </a:lnTo>
                  <a:lnTo>
                    <a:pt x="87630" y="5143"/>
                  </a:lnTo>
                  <a:lnTo>
                    <a:pt x="89611" y="5943"/>
                  </a:lnTo>
                  <a:lnTo>
                    <a:pt x="93002" y="9131"/>
                  </a:lnTo>
                  <a:lnTo>
                    <a:pt x="94195" y="11493"/>
                  </a:lnTo>
                  <a:lnTo>
                    <a:pt x="94894" y="14643"/>
                  </a:lnTo>
                  <a:lnTo>
                    <a:pt x="100533" y="14274"/>
                  </a:lnTo>
                  <a:lnTo>
                    <a:pt x="99631" y="9779"/>
                  </a:lnTo>
                  <a:lnTo>
                    <a:pt x="97840" y="6273"/>
                  </a:lnTo>
                  <a:lnTo>
                    <a:pt x="92443" y="1257"/>
                  </a:lnTo>
                  <a:lnTo>
                    <a:pt x="89179" y="0"/>
                  </a:lnTo>
                  <a:lnTo>
                    <a:pt x="81864" y="0"/>
                  </a:lnTo>
                  <a:lnTo>
                    <a:pt x="69164" y="18097"/>
                  </a:lnTo>
                  <a:lnTo>
                    <a:pt x="69164" y="27444"/>
                  </a:lnTo>
                  <a:lnTo>
                    <a:pt x="81864" y="45453"/>
                  </a:lnTo>
                  <a:lnTo>
                    <a:pt x="85331" y="45453"/>
                  </a:lnTo>
                  <a:lnTo>
                    <a:pt x="89458" y="45453"/>
                  </a:lnTo>
                  <a:lnTo>
                    <a:pt x="92887" y="44094"/>
                  </a:lnTo>
                  <a:lnTo>
                    <a:pt x="98361" y="38671"/>
                  </a:lnTo>
                  <a:lnTo>
                    <a:pt x="100126" y="34925"/>
                  </a:lnTo>
                  <a:lnTo>
                    <a:pt x="100901" y="30137"/>
                  </a:lnTo>
                  <a:close/>
                </a:path>
                <a:path w="210820" h="53975">
                  <a:moveTo>
                    <a:pt x="136740" y="24485"/>
                  </a:moveTo>
                  <a:lnTo>
                    <a:pt x="131406" y="14376"/>
                  </a:lnTo>
                  <a:lnTo>
                    <a:pt x="131406" y="24485"/>
                  </a:lnTo>
                  <a:lnTo>
                    <a:pt x="131406" y="32004"/>
                  </a:lnTo>
                  <a:lnTo>
                    <a:pt x="130657" y="34658"/>
                  </a:lnTo>
                  <a:lnTo>
                    <a:pt x="130581" y="34950"/>
                  </a:lnTo>
                  <a:lnTo>
                    <a:pt x="127266" y="39243"/>
                  </a:lnTo>
                  <a:lnTo>
                    <a:pt x="124955" y="40309"/>
                  </a:lnTo>
                  <a:lnTo>
                    <a:pt x="118986" y="40309"/>
                  </a:lnTo>
                  <a:lnTo>
                    <a:pt x="116674" y="39243"/>
                  </a:lnTo>
                  <a:lnTo>
                    <a:pt x="113360" y="34950"/>
                  </a:lnTo>
                  <a:lnTo>
                    <a:pt x="112534" y="32004"/>
                  </a:lnTo>
                  <a:lnTo>
                    <a:pt x="112534" y="24485"/>
                  </a:lnTo>
                  <a:lnTo>
                    <a:pt x="113296" y="21767"/>
                  </a:lnTo>
                  <a:lnTo>
                    <a:pt x="113360" y="21526"/>
                  </a:lnTo>
                  <a:lnTo>
                    <a:pt x="116674" y="17246"/>
                  </a:lnTo>
                  <a:lnTo>
                    <a:pt x="118986" y="16167"/>
                  </a:lnTo>
                  <a:lnTo>
                    <a:pt x="124955" y="16167"/>
                  </a:lnTo>
                  <a:lnTo>
                    <a:pt x="127266" y="17246"/>
                  </a:lnTo>
                  <a:lnTo>
                    <a:pt x="130581" y="21526"/>
                  </a:lnTo>
                  <a:lnTo>
                    <a:pt x="131406" y="24485"/>
                  </a:lnTo>
                  <a:lnTo>
                    <a:pt x="131406" y="14376"/>
                  </a:lnTo>
                  <a:lnTo>
                    <a:pt x="127558" y="11963"/>
                  </a:lnTo>
                  <a:lnTo>
                    <a:pt x="124955" y="11264"/>
                  </a:lnTo>
                  <a:lnTo>
                    <a:pt x="118986" y="11264"/>
                  </a:lnTo>
                  <a:lnTo>
                    <a:pt x="107200" y="24485"/>
                  </a:lnTo>
                  <a:lnTo>
                    <a:pt x="107213" y="32004"/>
                  </a:lnTo>
                  <a:lnTo>
                    <a:pt x="118986" y="45212"/>
                  </a:lnTo>
                  <a:lnTo>
                    <a:pt x="124955" y="45212"/>
                  </a:lnTo>
                  <a:lnTo>
                    <a:pt x="136728" y="32004"/>
                  </a:lnTo>
                  <a:lnTo>
                    <a:pt x="136740" y="24485"/>
                  </a:lnTo>
                  <a:close/>
                </a:path>
                <a:path w="210820" h="53975">
                  <a:moveTo>
                    <a:pt x="174663" y="18872"/>
                  </a:moveTo>
                  <a:lnTo>
                    <a:pt x="174345" y="17183"/>
                  </a:lnTo>
                  <a:lnTo>
                    <a:pt x="174269" y="16789"/>
                  </a:lnTo>
                  <a:lnTo>
                    <a:pt x="174193" y="16421"/>
                  </a:lnTo>
                  <a:lnTo>
                    <a:pt x="174078" y="15811"/>
                  </a:lnTo>
                  <a:lnTo>
                    <a:pt x="171704" y="12166"/>
                  </a:lnTo>
                  <a:lnTo>
                    <a:pt x="169799" y="11264"/>
                  </a:lnTo>
                  <a:lnTo>
                    <a:pt x="165227" y="11264"/>
                  </a:lnTo>
                  <a:lnTo>
                    <a:pt x="163601" y="12001"/>
                  </a:lnTo>
                  <a:lnTo>
                    <a:pt x="161023" y="14947"/>
                  </a:lnTo>
                  <a:lnTo>
                    <a:pt x="160426" y="16421"/>
                  </a:lnTo>
                  <a:lnTo>
                    <a:pt x="160451" y="19481"/>
                  </a:lnTo>
                  <a:lnTo>
                    <a:pt x="160388" y="18872"/>
                  </a:lnTo>
                  <a:lnTo>
                    <a:pt x="160312" y="18046"/>
                  </a:lnTo>
                  <a:lnTo>
                    <a:pt x="160235" y="17183"/>
                  </a:lnTo>
                  <a:lnTo>
                    <a:pt x="160045" y="18046"/>
                  </a:lnTo>
                  <a:lnTo>
                    <a:pt x="160172" y="17183"/>
                  </a:lnTo>
                  <a:lnTo>
                    <a:pt x="160274" y="16789"/>
                  </a:lnTo>
                  <a:lnTo>
                    <a:pt x="160083" y="16421"/>
                  </a:lnTo>
                  <a:lnTo>
                    <a:pt x="159981" y="16078"/>
                  </a:lnTo>
                  <a:lnTo>
                    <a:pt x="159893" y="15811"/>
                  </a:lnTo>
                  <a:lnTo>
                    <a:pt x="159626" y="14947"/>
                  </a:lnTo>
                  <a:lnTo>
                    <a:pt x="159575" y="14795"/>
                  </a:lnTo>
                  <a:lnTo>
                    <a:pt x="157632" y="12166"/>
                  </a:lnTo>
                  <a:lnTo>
                    <a:pt x="157505" y="12001"/>
                  </a:lnTo>
                  <a:lnTo>
                    <a:pt x="155994" y="11264"/>
                  </a:lnTo>
                  <a:lnTo>
                    <a:pt x="152196" y="11264"/>
                  </a:lnTo>
                  <a:lnTo>
                    <a:pt x="150622" y="12001"/>
                  </a:lnTo>
                  <a:lnTo>
                    <a:pt x="148247" y="14795"/>
                  </a:lnTo>
                  <a:lnTo>
                    <a:pt x="147828" y="15811"/>
                  </a:lnTo>
                  <a:lnTo>
                    <a:pt x="147701" y="19240"/>
                  </a:lnTo>
                  <a:lnTo>
                    <a:pt x="147637" y="16421"/>
                  </a:lnTo>
                  <a:lnTo>
                    <a:pt x="147447" y="16789"/>
                  </a:lnTo>
                  <a:lnTo>
                    <a:pt x="147523" y="12001"/>
                  </a:lnTo>
                  <a:lnTo>
                    <a:pt x="147383" y="12001"/>
                  </a:lnTo>
                  <a:lnTo>
                    <a:pt x="147383" y="17183"/>
                  </a:lnTo>
                  <a:lnTo>
                    <a:pt x="147256" y="18046"/>
                  </a:lnTo>
                  <a:lnTo>
                    <a:pt x="147129" y="18872"/>
                  </a:lnTo>
                  <a:lnTo>
                    <a:pt x="147066" y="19240"/>
                  </a:lnTo>
                  <a:lnTo>
                    <a:pt x="147383" y="17183"/>
                  </a:lnTo>
                  <a:lnTo>
                    <a:pt x="147383" y="12001"/>
                  </a:lnTo>
                  <a:lnTo>
                    <a:pt x="142798" y="12001"/>
                  </a:lnTo>
                  <a:lnTo>
                    <a:pt x="142798" y="44475"/>
                  </a:lnTo>
                  <a:lnTo>
                    <a:pt x="147955" y="44475"/>
                  </a:lnTo>
                  <a:lnTo>
                    <a:pt x="147955" y="21932"/>
                  </a:lnTo>
                  <a:lnTo>
                    <a:pt x="148082" y="20866"/>
                  </a:lnTo>
                  <a:lnTo>
                    <a:pt x="148145" y="20421"/>
                  </a:lnTo>
                  <a:lnTo>
                    <a:pt x="148450" y="19481"/>
                  </a:lnTo>
                  <a:lnTo>
                    <a:pt x="148526" y="19240"/>
                  </a:lnTo>
                  <a:lnTo>
                    <a:pt x="148920" y="18046"/>
                  </a:lnTo>
                  <a:lnTo>
                    <a:pt x="149440" y="17183"/>
                  </a:lnTo>
                  <a:lnTo>
                    <a:pt x="150749" y="16078"/>
                  </a:lnTo>
                  <a:lnTo>
                    <a:pt x="151498" y="15811"/>
                  </a:lnTo>
                  <a:lnTo>
                    <a:pt x="153708" y="15811"/>
                  </a:lnTo>
                  <a:lnTo>
                    <a:pt x="154673" y="16421"/>
                  </a:lnTo>
                  <a:lnTo>
                    <a:pt x="155867" y="18872"/>
                  </a:lnTo>
                  <a:lnTo>
                    <a:pt x="156095" y="20421"/>
                  </a:lnTo>
                  <a:lnTo>
                    <a:pt x="156159" y="44475"/>
                  </a:lnTo>
                  <a:lnTo>
                    <a:pt x="161302" y="44475"/>
                  </a:lnTo>
                  <a:lnTo>
                    <a:pt x="161302" y="21932"/>
                  </a:lnTo>
                  <a:lnTo>
                    <a:pt x="161442" y="20866"/>
                  </a:lnTo>
                  <a:lnTo>
                    <a:pt x="161493" y="20421"/>
                  </a:lnTo>
                  <a:lnTo>
                    <a:pt x="161810" y="19481"/>
                  </a:lnTo>
                  <a:lnTo>
                    <a:pt x="162280" y="18046"/>
                  </a:lnTo>
                  <a:lnTo>
                    <a:pt x="162801" y="17183"/>
                  </a:lnTo>
                  <a:lnTo>
                    <a:pt x="164096" y="16078"/>
                  </a:lnTo>
                  <a:lnTo>
                    <a:pt x="164858" y="15811"/>
                  </a:lnTo>
                  <a:lnTo>
                    <a:pt x="167017" y="15811"/>
                  </a:lnTo>
                  <a:lnTo>
                    <a:pt x="169519" y="44475"/>
                  </a:lnTo>
                  <a:lnTo>
                    <a:pt x="174663" y="44475"/>
                  </a:lnTo>
                  <a:lnTo>
                    <a:pt x="174663" y="18872"/>
                  </a:lnTo>
                  <a:close/>
                </a:path>
                <a:path w="210820" h="53975">
                  <a:moveTo>
                    <a:pt x="210807" y="25260"/>
                  </a:moveTo>
                  <a:lnTo>
                    <a:pt x="205409" y="14160"/>
                  </a:lnTo>
                  <a:lnTo>
                    <a:pt x="205409" y="24447"/>
                  </a:lnTo>
                  <a:lnTo>
                    <a:pt x="205409" y="32042"/>
                  </a:lnTo>
                  <a:lnTo>
                    <a:pt x="204609" y="35001"/>
                  </a:lnTo>
                  <a:lnTo>
                    <a:pt x="201383" y="39243"/>
                  </a:lnTo>
                  <a:lnTo>
                    <a:pt x="199009" y="40386"/>
                  </a:lnTo>
                  <a:lnTo>
                    <a:pt x="194741" y="40386"/>
                  </a:lnTo>
                  <a:lnTo>
                    <a:pt x="192836" y="39865"/>
                  </a:lnTo>
                  <a:lnTo>
                    <a:pt x="190055" y="38061"/>
                  </a:lnTo>
                  <a:lnTo>
                    <a:pt x="189611" y="37490"/>
                  </a:lnTo>
                  <a:lnTo>
                    <a:pt x="189001" y="36715"/>
                  </a:lnTo>
                  <a:lnTo>
                    <a:pt x="187528" y="33121"/>
                  </a:lnTo>
                  <a:lnTo>
                    <a:pt x="187210" y="31216"/>
                  </a:lnTo>
                  <a:lnTo>
                    <a:pt x="187210" y="25260"/>
                  </a:lnTo>
                  <a:lnTo>
                    <a:pt x="194475" y="16167"/>
                  </a:lnTo>
                  <a:lnTo>
                    <a:pt x="199161" y="16167"/>
                  </a:lnTo>
                  <a:lnTo>
                    <a:pt x="201599" y="17335"/>
                  </a:lnTo>
                  <a:lnTo>
                    <a:pt x="201460" y="17335"/>
                  </a:lnTo>
                  <a:lnTo>
                    <a:pt x="204609" y="21475"/>
                  </a:lnTo>
                  <a:lnTo>
                    <a:pt x="205409" y="24447"/>
                  </a:lnTo>
                  <a:lnTo>
                    <a:pt x="205409" y="14160"/>
                  </a:lnTo>
                  <a:lnTo>
                    <a:pt x="202704" y="12065"/>
                  </a:lnTo>
                  <a:lnTo>
                    <a:pt x="200063" y="11264"/>
                  </a:lnTo>
                  <a:lnTo>
                    <a:pt x="194348" y="11264"/>
                  </a:lnTo>
                  <a:lnTo>
                    <a:pt x="191668" y="12065"/>
                  </a:lnTo>
                  <a:lnTo>
                    <a:pt x="191947" y="12065"/>
                  </a:lnTo>
                  <a:lnTo>
                    <a:pt x="188353" y="14541"/>
                  </a:lnTo>
                  <a:lnTo>
                    <a:pt x="186994" y="16459"/>
                  </a:lnTo>
                  <a:lnTo>
                    <a:pt x="186918" y="19354"/>
                  </a:lnTo>
                  <a:lnTo>
                    <a:pt x="186867" y="16840"/>
                  </a:lnTo>
                  <a:lnTo>
                    <a:pt x="186791" y="12065"/>
                  </a:lnTo>
                  <a:lnTo>
                    <a:pt x="182016" y="12065"/>
                  </a:lnTo>
                  <a:lnTo>
                    <a:pt x="182016" y="53670"/>
                  </a:lnTo>
                  <a:lnTo>
                    <a:pt x="187159" y="53670"/>
                  </a:lnTo>
                  <a:lnTo>
                    <a:pt x="187159" y="40386"/>
                  </a:lnTo>
                  <a:lnTo>
                    <a:pt x="187477" y="40944"/>
                  </a:lnTo>
                  <a:lnTo>
                    <a:pt x="189471" y="42989"/>
                  </a:lnTo>
                  <a:lnTo>
                    <a:pt x="190703" y="43776"/>
                  </a:lnTo>
                  <a:lnTo>
                    <a:pt x="193598" y="44919"/>
                  </a:lnTo>
                  <a:lnTo>
                    <a:pt x="195160" y="45212"/>
                  </a:lnTo>
                  <a:lnTo>
                    <a:pt x="200063" y="45212"/>
                  </a:lnTo>
                  <a:lnTo>
                    <a:pt x="210807" y="31216"/>
                  </a:lnTo>
                  <a:lnTo>
                    <a:pt x="210807" y="2526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4" name="Rectangle 263"/>
          <p:cNvSpPr/>
          <p:nvPr/>
        </p:nvSpPr>
        <p:spPr>
          <a:xfrm>
            <a:off x="6419088" y="2011680"/>
            <a:ext cx="3584448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5" name="Picture 264" descr="s12_top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6419088" y="2011680"/>
            <a:ext cx="3584448" cy="1828800"/>
          </a:xfrm>
          <a:prstGeom prst="rect">
            <a:avLst/>
          </a:prstGeom>
        </p:spPr>
      </p:pic>
      <p:sp>
        <p:nvSpPr>
          <p:cNvPr id="266" name="Rectangle 265"/>
          <p:cNvSpPr/>
          <p:nvPr/>
        </p:nvSpPr>
        <p:spPr>
          <a:xfrm>
            <a:off x="6419088" y="4041648"/>
            <a:ext cx="3584448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7" name="Picture 266" descr="s12_bottom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6419088" y="4041648"/>
            <a:ext cx="3584448" cy="1920240"/>
          </a:xfrm>
          <a:prstGeom prst="rect">
            <a:avLst/>
          </a:prstGeom>
        </p:spPr>
      </p:pic>
      <p:sp>
        <p:nvSpPr>
          <p:cNvPr id="268" name="Rectangle 267"/>
          <p:cNvSpPr/>
          <p:nvPr/>
        </p:nvSpPr>
        <p:spPr>
          <a:xfrm>
            <a:off x="6355080" y="5943600"/>
            <a:ext cx="37947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7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5"/>
                </a:lnTo>
                <a:lnTo>
                  <a:pt x="10693449" y="44555"/>
                </a:lnTo>
                <a:lnTo>
                  <a:pt x="10693449" y="0"/>
                </a:lnTo>
                <a:close/>
              </a:path>
            </a:pathLst>
          </a:custGeom>
          <a:solidFill>
            <a:srgbClr val="7C3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950" y="972028"/>
            <a:ext cx="1442501" cy="2005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074100" y="1030401"/>
            <a:ext cx="525145" cy="97790"/>
          </a:xfrm>
          <a:custGeom>
            <a:avLst/>
            <a:gdLst/>
            <a:ahLst/>
            <a:cxnLst/>
            <a:rect l="l" t="t" r="r" b="b"/>
            <a:pathLst>
              <a:path w="525144" h="97790">
                <a:moveTo>
                  <a:pt x="53467" y="1778"/>
                </a:moveTo>
                <a:lnTo>
                  <a:pt x="43878" y="1778"/>
                </a:lnTo>
                <a:lnTo>
                  <a:pt x="43878" y="36423"/>
                </a:lnTo>
                <a:lnTo>
                  <a:pt x="9575" y="36423"/>
                </a:lnTo>
                <a:lnTo>
                  <a:pt x="9575" y="1778"/>
                </a:lnTo>
                <a:lnTo>
                  <a:pt x="0" y="1778"/>
                </a:lnTo>
                <a:lnTo>
                  <a:pt x="0" y="80873"/>
                </a:lnTo>
                <a:lnTo>
                  <a:pt x="9575" y="80873"/>
                </a:lnTo>
                <a:lnTo>
                  <a:pt x="9575" y="45783"/>
                </a:lnTo>
                <a:lnTo>
                  <a:pt x="43878" y="45783"/>
                </a:lnTo>
                <a:lnTo>
                  <a:pt x="43878" y="80873"/>
                </a:lnTo>
                <a:lnTo>
                  <a:pt x="53467" y="80873"/>
                </a:lnTo>
                <a:lnTo>
                  <a:pt x="53467" y="45783"/>
                </a:lnTo>
                <a:lnTo>
                  <a:pt x="53467" y="41998"/>
                </a:lnTo>
                <a:lnTo>
                  <a:pt x="53467" y="40208"/>
                </a:lnTo>
                <a:lnTo>
                  <a:pt x="53467" y="36423"/>
                </a:lnTo>
                <a:lnTo>
                  <a:pt x="53467" y="1778"/>
                </a:lnTo>
                <a:close/>
              </a:path>
              <a:path w="525144" h="97790">
                <a:moveTo>
                  <a:pt x="120408" y="44526"/>
                </a:moveTo>
                <a:lnTo>
                  <a:pt x="119405" y="39585"/>
                </a:lnTo>
                <a:lnTo>
                  <a:pt x="114947" y="30378"/>
                </a:lnTo>
                <a:lnTo>
                  <a:pt x="114096" y="29413"/>
                </a:lnTo>
                <a:lnTo>
                  <a:pt x="111810" y="26809"/>
                </a:lnTo>
                <a:lnTo>
                  <a:pt x="110718" y="26136"/>
                </a:lnTo>
                <a:lnTo>
                  <a:pt x="110718" y="44526"/>
                </a:lnTo>
                <a:lnTo>
                  <a:pt x="110718" y="58178"/>
                </a:lnTo>
                <a:lnTo>
                  <a:pt x="109207" y="63550"/>
                </a:lnTo>
                <a:lnTo>
                  <a:pt x="103200" y="71348"/>
                </a:lnTo>
                <a:lnTo>
                  <a:pt x="98983" y="73291"/>
                </a:lnTo>
                <a:lnTo>
                  <a:pt x="88138" y="73291"/>
                </a:lnTo>
                <a:lnTo>
                  <a:pt x="83921" y="71348"/>
                </a:lnTo>
                <a:lnTo>
                  <a:pt x="77914" y="63550"/>
                </a:lnTo>
                <a:lnTo>
                  <a:pt x="76403" y="58178"/>
                </a:lnTo>
                <a:lnTo>
                  <a:pt x="76403" y="44526"/>
                </a:lnTo>
                <a:lnTo>
                  <a:pt x="77787" y="39585"/>
                </a:lnTo>
                <a:lnTo>
                  <a:pt x="77914" y="39154"/>
                </a:lnTo>
                <a:lnTo>
                  <a:pt x="83921" y="31356"/>
                </a:lnTo>
                <a:lnTo>
                  <a:pt x="88138" y="29413"/>
                </a:lnTo>
                <a:lnTo>
                  <a:pt x="98983" y="29413"/>
                </a:lnTo>
                <a:lnTo>
                  <a:pt x="103200" y="31356"/>
                </a:lnTo>
                <a:lnTo>
                  <a:pt x="109207" y="39154"/>
                </a:lnTo>
                <a:lnTo>
                  <a:pt x="110718" y="44526"/>
                </a:lnTo>
                <a:lnTo>
                  <a:pt x="110718" y="26136"/>
                </a:lnTo>
                <a:lnTo>
                  <a:pt x="103720" y="21755"/>
                </a:lnTo>
                <a:lnTo>
                  <a:pt x="98983" y="20497"/>
                </a:lnTo>
                <a:lnTo>
                  <a:pt x="88138" y="20497"/>
                </a:lnTo>
                <a:lnTo>
                  <a:pt x="66713" y="44526"/>
                </a:lnTo>
                <a:lnTo>
                  <a:pt x="66725" y="58178"/>
                </a:lnTo>
                <a:lnTo>
                  <a:pt x="88138" y="82207"/>
                </a:lnTo>
                <a:lnTo>
                  <a:pt x="98983" y="82207"/>
                </a:lnTo>
                <a:lnTo>
                  <a:pt x="103720" y="80949"/>
                </a:lnTo>
                <a:lnTo>
                  <a:pt x="111810" y="75895"/>
                </a:lnTo>
                <a:lnTo>
                  <a:pt x="114084" y="73291"/>
                </a:lnTo>
                <a:lnTo>
                  <a:pt x="114947" y="72313"/>
                </a:lnTo>
                <a:lnTo>
                  <a:pt x="119405" y="63030"/>
                </a:lnTo>
                <a:lnTo>
                  <a:pt x="120396" y="58178"/>
                </a:lnTo>
                <a:lnTo>
                  <a:pt x="120408" y="44526"/>
                </a:lnTo>
                <a:close/>
              </a:path>
              <a:path w="525144" h="97790">
                <a:moveTo>
                  <a:pt x="184899" y="21831"/>
                </a:moveTo>
                <a:lnTo>
                  <a:pt x="161404" y="21831"/>
                </a:lnTo>
                <a:lnTo>
                  <a:pt x="161404" y="8026"/>
                </a:lnTo>
                <a:lnTo>
                  <a:pt x="152044" y="8026"/>
                </a:lnTo>
                <a:lnTo>
                  <a:pt x="152044" y="21831"/>
                </a:lnTo>
                <a:lnTo>
                  <a:pt x="132549" y="21831"/>
                </a:lnTo>
                <a:lnTo>
                  <a:pt x="132549" y="30073"/>
                </a:lnTo>
                <a:lnTo>
                  <a:pt x="152044" y="30073"/>
                </a:lnTo>
                <a:lnTo>
                  <a:pt x="152044" y="70104"/>
                </a:lnTo>
                <a:lnTo>
                  <a:pt x="153454" y="74193"/>
                </a:lnTo>
                <a:lnTo>
                  <a:pt x="159092" y="79540"/>
                </a:lnTo>
                <a:lnTo>
                  <a:pt x="163372" y="80873"/>
                </a:lnTo>
                <a:lnTo>
                  <a:pt x="184899" y="80873"/>
                </a:lnTo>
                <a:lnTo>
                  <a:pt x="184899" y="72631"/>
                </a:lnTo>
                <a:lnTo>
                  <a:pt x="166484" y="72631"/>
                </a:lnTo>
                <a:lnTo>
                  <a:pt x="164553" y="71983"/>
                </a:lnTo>
                <a:lnTo>
                  <a:pt x="162026" y="69380"/>
                </a:lnTo>
                <a:lnTo>
                  <a:pt x="161404" y="67360"/>
                </a:lnTo>
                <a:lnTo>
                  <a:pt x="161404" y="30073"/>
                </a:lnTo>
                <a:lnTo>
                  <a:pt x="184899" y="30073"/>
                </a:lnTo>
                <a:lnTo>
                  <a:pt x="184899" y="21831"/>
                </a:lnTo>
                <a:close/>
              </a:path>
              <a:path w="525144" h="97790">
                <a:moveTo>
                  <a:pt x="255079" y="45935"/>
                </a:moveTo>
                <a:lnTo>
                  <a:pt x="254190" y="40881"/>
                </a:lnTo>
                <a:lnTo>
                  <a:pt x="250621" y="31521"/>
                </a:lnTo>
                <a:lnTo>
                  <a:pt x="249072" y="29413"/>
                </a:lnTo>
                <a:lnTo>
                  <a:pt x="247853" y="27736"/>
                </a:lnTo>
                <a:lnTo>
                  <a:pt x="245275" y="25755"/>
                </a:lnTo>
                <a:lnTo>
                  <a:pt x="245275" y="44450"/>
                </a:lnTo>
                <a:lnTo>
                  <a:pt x="245275" y="58254"/>
                </a:lnTo>
                <a:lnTo>
                  <a:pt x="243814" y="63639"/>
                </a:lnTo>
                <a:lnTo>
                  <a:pt x="237947" y="71361"/>
                </a:lnTo>
                <a:lnTo>
                  <a:pt x="233908" y="73291"/>
                </a:lnTo>
                <a:lnTo>
                  <a:pt x="225374" y="73291"/>
                </a:lnTo>
                <a:lnTo>
                  <a:pt x="222402" y="72478"/>
                </a:lnTo>
                <a:lnTo>
                  <a:pt x="217347" y="69215"/>
                </a:lnTo>
                <a:lnTo>
                  <a:pt x="216535" y="68173"/>
                </a:lnTo>
                <a:lnTo>
                  <a:pt x="215417" y="66763"/>
                </a:lnTo>
                <a:lnTo>
                  <a:pt x="212750" y="60223"/>
                </a:lnTo>
                <a:lnTo>
                  <a:pt x="212178" y="56769"/>
                </a:lnTo>
                <a:lnTo>
                  <a:pt x="212178" y="45935"/>
                </a:lnTo>
                <a:lnTo>
                  <a:pt x="212763" y="42481"/>
                </a:lnTo>
                <a:lnTo>
                  <a:pt x="215519" y="35941"/>
                </a:lnTo>
                <a:lnTo>
                  <a:pt x="216103" y="35204"/>
                </a:lnTo>
                <a:lnTo>
                  <a:pt x="217449" y="33489"/>
                </a:lnTo>
                <a:lnTo>
                  <a:pt x="222427" y="30226"/>
                </a:lnTo>
                <a:lnTo>
                  <a:pt x="225374" y="29413"/>
                </a:lnTo>
                <a:lnTo>
                  <a:pt x="233908" y="29413"/>
                </a:lnTo>
                <a:lnTo>
                  <a:pt x="237947" y="31343"/>
                </a:lnTo>
                <a:lnTo>
                  <a:pt x="243814" y="39065"/>
                </a:lnTo>
                <a:lnTo>
                  <a:pt x="245275" y="44450"/>
                </a:lnTo>
                <a:lnTo>
                  <a:pt x="245275" y="25755"/>
                </a:lnTo>
                <a:lnTo>
                  <a:pt x="240360" y="21945"/>
                </a:lnTo>
                <a:lnTo>
                  <a:pt x="235546" y="20497"/>
                </a:lnTo>
                <a:lnTo>
                  <a:pt x="225145" y="20497"/>
                </a:lnTo>
                <a:lnTo>
                  <a:pt x="211632" y="35204"/>
                </a:lnTo>
                <a:lnTo>
                  <a:pt x="211556" y="30619"/>
                </a:lnTo>
                <a:lnTo>
                  <a:pt x="211493" y="26441"/>
                </a:lnTo>
                <a:lnTo>
                  <a:pt x="211416" y="21945"/>
                </a:lnTo>
                <a:lnTo>
                  <a:pt x="202730" y="21945"/>
                </a:lnTo>
                <a:lnTo>
                  <a:pt x="202730" y="97574"/>
                </a:lnTo>
                <a:lnTo>
                  <a:pt x="212077" y="97574"/>
                </a:lnTo>
                <a:lnTo>
                  <a:pt x="212001" y="73291"/>
                </a:lnTo>
                <a:lnTo>
                  <a:pt x="212077" y="68173"/>
                </a:lnTo>
                <a:lnTo>
                  <a:pt x="212077" y="73431"/>
                </a:lnTo>
                <a:lnTo>
                  <a:pt x="212661" y="74447"/>
                </a:lnTo>
                <a:lnTo>
                  <a:pt x="216293" y="78155"/>
                </a:lnTo>
                <a:lnTo>
                  <a:pt x="218528" y="79603"/>
                </a:lnTo>
                <a:lnTo>
                  <a:pt x="223799" y="81686"/>
                </a:lnTo>
                <a:lnTo>
                  <a:pt x="226631" y="82207"/>
                </a:lnTo>
                <a:lnTo>
                  <a:pt x="235546" y="82207"/>
                </a:lnTo>
                <a:lnTo>
                  <a:pt x="240360" y="80759"/>
                </a:lnTo>
                <a:lnTo>
                  <a:pt x="247853" y="74968"/>
                </a:lnTo>
                <a:lnTo>
                  <a:pt x="248970" y="73431"/>
                </a:lnTo>
                <a:lnTo>
                  <a:pt x="249072" y="73291"/>
                </a:lnTo>
                <a:lnTo>
                  <a:pt x="250621" y="71183"/>
                </a:lnTo>
                <a:lnTo>
                  <a:pt x="254190" y="61823"/>
                </a:lnTo>
                <a:lnTo>
                  <a:pt x="255079" y="56769"/>
                </a:lnTo>
                <a:lnTo>
                  <a:pt x="255079" y="45935"/>
                </a:lnTo>
                <a:close/>
              </a:path>
              <a:path w="525144" h="97790">
                <a:moveTo>
                  <a:pt x="320916" y="44526"/>
                </a:moveTo>
                <a:lnTo>
                  <a:pt x="319913" y="39585"/>
                </a:lnTo>
                <a:lnTo>
                  <a:pt x="315455" y="30378"/>
                </a:lnTo>
                <a:lnTo>
                  <a:pt x="314604" y="29413"/>
                </a:lnTo>
                <a:lnTo>
                  <a:pt x="312318" y="26809"/>
                </a:lnTo>
                <a:lnTo>
                  <a:pt x="311213" y="26123"/>
                </a:lnTo>
                <a:lnTo>
                  <a:pt x="311213" y="44526"/>
                </a:lnTo>
                <a:lnTo>
                  <a:pt x="311213" y="58178"/>
                </a:lnTo>
                <a:lnTo>
                  <a:pt x="309714" y="63550"/>
                </a:lnTo>
                <a:lnTo>
                  <a:pt x="303695" y="71348"/>
                </a:lnTo>
                <a:lnTo>
                  <a:pt x="299491" y="73291"/>
                </a:lnTo>
                <a:lnTo>
                  <a:pt x="288645" y="73291"/>
                </a:lnTo>
                <a:lnTo>
                  <a:pt x="284429" y="71348"/>
                </a:lnTo>
                <a:lnTo>
                  <a:pt x="278409" y="63550"/>
                </a:lnTo>
                <a:lnTo>
                  <a:pt x="276910" y="58178"/>
                </a:lnTo>
                <a:lnTo>
                  <a:pt x="276910" y="44526"/>
                </a:lnTo>
                <a:lnTo>
                  <a:pt x="278295" y="39585"/>
                </a:lnTo>
                <a:lnTo>
                  <a:pt x="278409" y="39154"/>
                </a:lnTo>
                <a:lnTo>
                  <a:pt x="284429" y="31356"/>
                </a:lnTo>
                <a:lnTo>
                  <a:pt x="288645" y="29413"/>
                </a:lnTo>
                <a:lnTo>
                  <a:pt x="299491" y="29413"/>
                </a:lnTo>
                <a:lnTo>
                  <a:pt x="303695" y="31356"/>
                </a:lnTo>
                <a:lnTo>
                  <a:pt x="309714" y="39154"/>
                </a:lnTo>
                <a:lnTo>
                  <a:pt x="311213" y="44526"/>
                </a:lnTo>
                <a:lnTo>
                  <a:pt x="311213" y="26123"/>
                </a:lnTo>
                <a:lnTo>
                  <a:pt x="304215" y="21755"/>
                </a:lnTo>
                <a:lnTo>
                  <a:pt x="299491" y="20497"/>
                </a:lnTo>
                <a:lnTo>
                  <a:pt x="288645" y="20497"/>
                </a:lnTo>
                <a:lnTo>
                  <a:pt x="267208" y="44526"/>
                </a:lnTo>
                <a:lnTo>
                  <a:pt x="267233" y="58178"/>
                </a:lnTo>
                <a:lnTo>
                  <a:pt x="288645" y="82207"/>
                </a:lnTo>
                <a:lnTo>
                  <a:pt x="299491" y="82207"/>
                </a:lnTo>
                <a:lnTo>
                  <a:pt x="304215" y="80949"/>
                </a:lnTo>
                <a:lnTo>
                  <a:pt x="312318" y="75895"/>
                </a:lnTo>
                <a:lnTo>
                  <a:pt x="314591" y="73291"/>
                </a:lnTo>
                <a:lnTo>
                  <a:pt x="315455" y="72313"/>
                </a:lnTo>
                <a:lnTo>
                  <a:pt x="319913" y="63030"/>
                </a:lnTo>
                <a:lnTo>
                  <a:pt x="320903" y="58178"/>
                </a:lnTo>
                <a:lnTo>
                  <a:pt x="320916" y="44526"/>
                </a:lnTo>
                <a:close/>
              </a:path>
              <a:path w="525144" h="97790">
                <a:moveTo>
                  <a:pt x="385406" y="21831"/>
                </a:moveTo>
                <a:lnTo>
                  <a:pt x="361899" y="21831"/>
                </a:lnTo>
                <a:lnTo>
                  <a:pt x="361899" y="8026"/>
                </a:lnTo>
                <a:lnTo>
                  <a:pt x="352539" y="8026"/>
                </a:lnTo>
                <a:lnTo>
                  <a:pt x="352539" y="21831"/>
                </a:lnTo>
                <a:lnTo>
                  <a:pt x="333057" y="21831"/>
                </a:lnTo>
                <a:lnTo>
                  <a:pt x="333057" y="30073"/>
                </a:lnTo>
                <a:lnTo>
                  <a:pt x="352539" y="30073"/>
                </a:lnTo>
                <a:lnTo>
                  <a:pt x="352539" y="70104"/>
                </a:lnTo>
                <a:lnTo>
                  <a:pt x="353961" y="74193"/>
                </a:lnTo>
                <a:lnTo>
                  <a:pt x="359600" y="79540"/>
                </a:lnTo>
                <a:lnTo>
                  <a:pt x="363867" y="80873"/>
                </a:lnTo>
                <a:lnTo>
                  <a:pt x="385406" y="80873"/>
                </a:lnTo>
                <a:lnTo>
                  <a:pt x="385406" y="72631"/>
                </a:lnTo>
                <a:lnTo>
                  <a:pt x="366991" y="72631"/>
                </a:lnTo>
                <a:lnTo>
                  <a:pt x="365061" y="71983"/>
                </a:lnTo>
                <a:lnTo>
                  <a:pt x="362534" y="69380"/>
                </a:lnTo>
                <a:lnTo>
                  <a:pt x="361899" y="67360"/>
                </a:lnTo>
                <a:lnTo>
                  <a:pt x="361899" y="30073"/>
                </a:lnTo>
                <a:lnTo>
                  <a:pt x="385406" y="30073"/>
                </a:lnTo>
                <a:lnTo>
                  <a:pt x="385406" y="21831"/>
                </a:lnTo>
                <a:close/>
              </a:path>
              <a:path w="525144" h="97790">
                <a:moveTo>
                  <a:pt x="456920" y="32524"/>
                </a:moveTo>
                <a:lnTo>
                  <a:pt x="455790" y="24993"/>
                </a:lnTo>
                <a:lnTo>
                  <a:pt x="451256" y="12661"/>
                </a:lnTo>
                <a:lnTo>
                  <a:pt x="448919" y="9359"/>
                </a:lnTo>
                <a:lnTo>
                  <a:pt x="447954" y="7988"/>
                </a:lnTo>
                <a:lnTo>
                  <a:pt x="446887" y="7213"/>
                </a:lnTo>
                <a:lnTo>
                  <a:pt x="446887" y="34531"/>
                </a:lnTo>
                <a:lnTo>
                  <a:pt x="446887" y="46634"/>
                </a:lnTo>
                <a:lnTo>
                  <a:pt x="446557" y="50203"/>
                </a:lnTo>
                <a:lnTo>
                  <a:pt x="446468" y="51206"/>
                </a:lnTo>
                <a:lnTo>
                  <a:pt x="444754" y="59080"/>
                </a:lnTo>
                <a:lnTo>
                  <a:pt x="443509" y="62395"/>
                </a:lnTo>
                <a:lnTo>
                  <a:pt x="440245" y="67818"/>
                </a:lnTo>
                <a:lnTo>
                  <a:pt x="438238" y="69862"/>
                </a:lnTo>
                <a:lnTo>
                  <a:pt x="437108" y="70510"/>
                </a:lnTo>
                <a:lnTo>
                  <a:pt x="431749" y="56591"/>
                </a:lnTo>
                <a:lnTo>
                  <a:pt x="422160" y="56591"/>
                </a:lnTo>
                <a:lnTo>
                  <a:pt x="428599" y="73291"/>
                </a:lnTo>
                <a:lnTo>
                  <a:pt x="423646" y="73291"/>
                </a:lnTo>
                <a:lnTo>
                  <a:pt x="408571" y="48348"/>
                </a:lnTo>
                <a:lnTo>
                  <a:pt x="408571" y="34531"/>
                </a:lnTo>
                <a:lnTo>
                  <a:pt x="423646" y="9359"/>
                </a:lnTo>
                <a:lnTo>
                  <a:pt x="431812" y="9359"/>
                </a:lnTo>
                <a:lnTo>
                  <a:pt x="446887" y="34531"/>
                </a:lnTo>
                <a:lnTo>
                  <a:pt x="446887" y="7213"/>
                </a:lnTo>
                <a:lnTo>
                  <a:pt x="439267" y="1600"/>
                </a:lnTo>
                <a:lnTo>
                  <a:pt x="433971" y="0"/>
                </a:lnTo>
                <a:lnTo>
                  <a:pt x="421500" y="0"/>
                </a:lnTo>
                <a:lnTo>
                  <a:pt x="398551" y="32524"/>
                </a:lnTo>
                <a:lnTo>
                  <a:pt x="398551" y="50203"/>
                </a:lnTo>
                <a:lnTo>
                  <a:pt x="421500" y="82651"/>
                </a:lnTo>
                <a:lnTo>
                  <a:pt x="432206" y="82651"/>
                </a:lnTo>
                <a:lnTo>
                  <a:pt x="436638" y="94132"/>
                </a:lnTo>
                <a:lnTo>
                  <a:pt x="446227" y="94132"/>
                </a:lnTo>
                <a:lnTo>
                  <a:pt x="441794" y="82651"/>
                </a:lnTo>
                <a:lnTo>
                  <a:pt x="440753" y="79959"/>
                </a:lnTo>
                <a:lnTo>
                  <a:pt x="447954" y="74676"/>
                </a:lnTo>
                <a:lnTo>
                  <a:pt x="451256" y="69989"/>
                </a:lnTo>
                <a:lnTo>
                  <a:pt x="455790" y="57670"/>
                </a:lnTo>
                <a:lnTo>
                  <a:pt x="456920" y="50203"/>
                </a:lnTo>
                <a:lnTo>
                  <a:pt x="456920" y="32524"/>
                </a:lnTo>
                <a:close/>
              </a:path>
              <a:path w="525144" h="97790">
                <a:moveTo>
                  <a:pt x="525081" y="80873"/>
                </a:moveTo>
                <a:lnTo>
                  <a:pt x="518236" y="58369"/>
                </a:lnTo>
                <a:lnTo>
                  <a:pt x="515391" y="49009"/>
                </a:lnTo>
                <a:lnTo>
                  <a:pt x="505663" y="17043"/>
                </a:lnTo>
                <a:lnTo>
                  <a:pt x="505663" y="49009"/>
                </a:lnTo>
                <a:lnTo>
                  <a:pt x="483463" y="49009"/>
                </a:lnTo>
                <a:lnTo>
                  <a:pt x="494563" y="10477"/>
                </a:lnTo>
                <a:lnTo>
                  <a:pt x="505663" y="49009"/>
                </a:lnTo>
                <a:lnTo>
                  <a:pt x="505663" y="17043"/>
                </a:lnTo>
                <a:lnTo>
                  <a:pt x="503669" y="10477"/>
                </a:lnTo>
                <a:lnTo>
                  <a:pt x="501027" y="1778"/>
                </a:lnTo>
                <a:lnTo>
                  <a:pt x="488111" y="1778"/>
                </a:lnTo>
                <a:lnTo>
                  <a:pt x="464045" y="80873"/>
                </a:lnTo>
                <a:lnTo>
                  <a:pt x="474294" y="80873"/>
                </a:lnTo>
                <a:lnTo>
                  <a:pt x="480771" y="58369"/>
                </a:lnTo>
                <a:lnTo>
                  <a:pt x="508355" y="58369"/>
                </a:lnTo>
                <a:lnTo>
                  <a:pt x="514845" y="80873"/>
                </a:lnTo>
                <a:lnTo>
                  <a:pt x="525081" y="8087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95435" y="1070610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8161" y="1030397"/>
            <a:ext cx="458035" cy="826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363775" y="1070610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69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6502" y="1030397"/>
            <a:ext cx="188137" cy="826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47180" y="1032068"/>
            <a:ext cx="650518" cy="8053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75129" y="1360335"/>
            <a:ext cx="658495" cy="273685"/>
            <a:chOff x="575129" y="1360335"/>
            <a:chExt cx="658495" cy="273685"/>
          </a:xfrm>
        </p:grpSpPr>
        <p:sp>
          <p:nvSpPr>
            <p:cNvPr id="11" name="object 11"/>
            <p:cNvSpPr/>
            <p:nvPr/>
          </p:nvSpPr>
          <p:spPr>
            <a:xfrm>
              <a:off x="575129" y="1360335"/>
              <a:ext cx="191135" cy="269240"/>
            </a:xfrm>
            <a:custGeom>
              <a:avLst/>
              <a:gdLst/>
              <a:ahLst/>
              <a:cxnLst/>
              <a:rect l="l" t="t" r="r" b="b"/>
              <a:pathLst>
                <a:path w="19113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58005"/>
                  </a:lnTo>
                  <a:lnTo>
                    <a:pt x="33860" y="158005"/>
                  </a:lnTo>
                  <a:lnTo>
                    <a:pt x="53926" y="139904"/>
                  </a:lnTo>
                  <a:lnTo>
                    <a:pt x="190878" y="139904"/>
                  </a:lnTo>
                  <a:lnTo>
                    <a:pt x="190878" y="127477"/>
                  </a:lnTo>
                  <a:lnTo>
                    <a:pt x="53926" y="127477"/>
                  </a:lnTo>
                  <a:lnTo>
                    <a:pt x="33860" y="109374"/>
                  </a:lnTo>
                  <a:lnTo>
                    <a:pt x="53926" y="109374"/>
                  </a:lnTo>
                  <a:lnTo>
                    <a:pt x="53926" y="0"/>
                  </a:lnTo>
                  <a:close/>
                </a:path>
                <a:path w="191134" h="269239">
                  <a:moveTo>
                    <a:pt x="136950" y="139904"/>
                  </a:moveTo>
                  <a:lnTo>
                    <a:pt x="136950" y="268895"/>
                  </a:lnTo>
                  <a:lnTo>
                    <a:pt x="190878" y="268895"/>
                  </a:lnTo>
                  <a:lnTo>
                    <a:pt x="190878" y="158005"/>
                  </a:lnTo>
                  <a:lnTo>
                    <a:pt x="157017" y="158005"/>
                  </a:lnTo>
                  <a:lnTo>
                    <a:pt x="136950" y="139904"/>
                  </a:lnTo>
                  <a:close/>
                </a:path>
                <a:path w="191134" h="269239">
                  <a:moveTo>
                    <a:pt x="53926" y="139904"/>
                  </a:moveTo>
                  <a:lnTo>
                    <a:pt x="33860" y="158005"/>
                  </a:lnTo>
                  <a:lnTo>
                    <a:pt x="53926" y="158005"/>
                  </a:lnTo>
                  <a:lnTo>
                    <a:pt x="53926" y="139904"/>
                  </a:lnTo>
                  <a:close/>
                </a:path>
                <a:path w="191134" h="269239">
                  <a:moveTo>
                    <a:pt x="136950" y="139904"/>
                  </a:moveTo>
                  <a:lnTo>
                    <a:pt x="53926" y="139904"/>
                  </a:lnTo>
                  <a:lnTo>
                    <a:pt x="53926" y="158005"/>
                  </a:lnTo>
                  <a:lnTo>
                    <a:pt x="136950" y="158005"/>
                  </a:lnTo>
                  <a:lnTo>
                    <a:pt x="136950" y="139904"/>
                  </a:lnTo>
                  <a:close/>
                </a:path>
                <a:path w="191134" h="269239">
                  <a:moveTo>
                    <a:pt x="190878" y="139904"/>
                  </a:moveTo>
                  <a:lnTo>
                    <a:pt x="136950" y="139904"/>
                  </a:lnTo>
                  <a:lnTo>
                    <a:pt x="157017" y="158005"/>
                  </a:lnTo>
                  <a:lnTo>
                    <a:pt x="190878" y="158005"/>
                  </a:lnTo>
                  <a:lnTo>
                    <a:pt x="190878" y="139904"/>
                  </a:lnTo>
                  <a:close/>
                </a:path>
                <a:path w="191134" h="269239">
                  <a:moveTo>
                    <a:pt x="53926" y="109374"/>
                  </a:moveTo>
                  <a:lnTo>
                    <a:pt x="33860" y="109374"/>
                  </a:lnTo>
                  <a:lnTo>
                    <a:pt x="53926" y="127477"/>
                  </a:lnTo>
                  <a:lnTo>
                    <a:pt x="53926" y="109374"/>
                  </a:lnTo>
                  <a:close/>
                </a:path>
                <a:path w="191134" h="269239">
                  <a:moveTo>
                    <a:pt x="136950" y="109374"/>
                  </a:moveTo>
                  <a:lnTo>
                    <a:pt x="53926" y="109374"/>
                  </a:lnTo>
                  <a:lnTo>
                    <a:pt x="53926" y="127477"/>
                  </a:lnTo>
                  <a:lnTo>
                    <a:pt x="136950" y="127477"/>
                  </a:lnTo>
                  <a:lnTo>
                    <a:pt x="136950" y="109374"/>
                  </a:lnTo>
                  <a:close/>
                </a:path>
                <a:path w="191134" h="269239">
                  <a:moveTo>
                    <a:pt x="190878" y="0"/>
                  </a:moveTo>
                  <a:lnTo>
                    <a:pt x="136950" y="0"/>
                  </a:lnTo>
                  <a:lnTo>
                    <a:pt x="136950" y="127477"/>
                  </a:lnTo>
                  <a:lnTo>
                    <a:pt x="157017" y="109374"/>
                  </a:lnTo>
                  <a:lnTo>
                    <a:pt x="190878" y="109374"/>
                  </a:lnTo>
                  <a:lnTo>
                    <a:pt x="190878" y="0"/>
                  </a:lnTo>
                  <a:close/>
                </a:path>
                <a:path w="191134" h="269239">
                  <a:moveTo>
                    <a:pt x="190878" y="109374"/>
                  </a:moveTo>
                  <a:lnTo>
                    <a:pt x="157017" y="109374"/>
                  </a:lnTo>
                  <a:lnTo>
                    <a:pt x="136950" y="127477"/>
                  </a:lnTo>
                  <a:lnTo>
                    <a:pt x="190878" y="127477"/>
                  </a:lnTo>
                  <a:lnTo>
                    <a:pt x="190878" y="109374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604" y="1421688"/>
              <a:ext cx="192391" cy="2120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6717" y="1426234"/>
              <a:ext cx="216631" cy="20299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474969" y="1360335"/>
            <a:ext cx="427355" cy="273685"/>
            <a:chOff x="1474969" y="1360335"/>
            <a:chExt cx="427355" cy="273685"/>
          </a:xfrm>
        </p:grpSpPr>
        <p:sp>
          <p:nvSpPr>
            <p:cNvPr id="15" name="object 15"/>
            <p:cNvSpPr/>
            <p:nvPr/>
          </p:nvSpPr>
          <p:spPr>
            <a:xfrm>
              <a:off x="1474969" y="1360335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5"/>
                  </a:lnTo>
                  <a:lnTo>
                    <a:pt x="84681" y="268895"/>
                  </a:lnTo>
                  <a:lnTo>
                    <a:pt x="93440" y="209057"/>
                  </a:lnTo>
                  <a:lnTo>
                    <a:pt x="62566" y="209057"/>
                  </a:lnTo>
                  <a:lnTo>
                    <a:pt x="65823" y="185545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6"/>
                  </a:moveTo>
                  <a:lnTo>
                    <a:pt x="109073" y="102256"/>
                  </a:lnTo>
                  <a:lnTo>
                    <a:pt x="104528" y="133307"/>
                  </a:lnTo>
                  <a:lnTo>
                    <a:pt x="124376" y="268895"/>
                  </a:lnTo>
                  <a:lnTo>
                    <a:pt x="181333" y="268895"/>
                  </a:lnTo>
                  <a:lnTo>
                    <a:pt x="187502" y="209057"/>
                  </a:lnTo>
                  <a:lnTo>
                    <a:pt x="141342" y="209057"/>
                  </a:lnTo>
                  <a:lnTo>
                    <a:pt x="143233" y="185545"/>
                  </a:lnTo>
                  <a:lnTo>
                    <a:pt x="131694" y="102256"/>
                  </a:lnTo>
                  <a:close/>
                </a:path>
                <a:path w="209550" h="269239">
                  <a:moveTo>
                    <a:pt x="65824" y="185545"/>
                  </a:moveTo>
                  <a:lnTo>
                    <a:pt x="62566" y="209057"/>
                  </a:lnTo>
                  <a:lnTo>
                    <a:pt x="67715" y="209057"/>
                  </a:lnTo>
                  <a:lnTo>
                    <a:pt x="65824" y="185545"/>
                  </a:lnTo>
                  <a:close/>
                </a:path>
                <a:path w="209550" h="269239">
                  <a:moveTo>
                    <a:pt x="121725" y="30298"/>
                  </a:moveTo>
                  <a:lnTo>
                    <a:pt x="87331" y="30298"/>
                  </a:lnTo>
                  <a:lnTo>
                    <a:pt x="65824" y="185545"/>
                  </a:lnTo>
                  <a:lnTo>
                    <a:pt x="67715" y="209057"/>
                  </a:lnTo>
                  <a:lnTo>
                    <a:pt x="93440" y="209057"/>
                  </a:lnTo>
                  <a:lnTo>
                    <a:pt x="104528" y="133307"/>
                  </a:lnTo>
                  <a:lnTo>
                    <a:pt x="99983" y="102256"/>
                  </a:lnTo>
                  <a:lnTo>
                    <a:pt x="131694" y="102256"/>
                  </a:lnTo>
                  <a:lnTo>
                    <a:pt x="121725" y="30298"/>
                  </a:lnTo>
                  <a:close/>
                </a:path>
                <a:path w="209550" h="269239">
                  <a:moveTo>
                    <a:pt x="143233" y="185545"/>
                  </a:moveTo>
                  <a:lnTo>
                    <a:pt x="141342" y="209057"/>
                  </a:lnTo>
                  <a:lnTo>
                    <a:pt x="146490" y="209057"/>
                  </a:lnTo>
                  <a:lnTo>
                    <a:pt x="143233" y="185545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5"/>
                  </a:lnTo>
                  <a:lnTo>
                    <a:pt x="146490" y="209057"/>
                  </a:lnTo>
                  <a:lnTo>
                    <a:pt x="187502" y="209057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3" y="102256"/>
                  </a:moveTo>
                  <a:lnTo>
                    <a:pt x="99983" y="102256"/>
                  </a:lnTo>
                  <a:lnTo>
                    <a:pt x="104528" y="133307"/>
                  </a:lnTo>
                  <a:lnTo>
                    <a:pt x="109073" y="10225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1290" y="1421688"/>
              <a:ext cx="190878" cy="212087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70903" y="1360335"/>
            <a:ext cx="1542307" cy="27344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82098" y="1378591"/>
            <a:ext cx="184819" cy="250639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4222362" y="1360335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51352" y="0"/>
                </a:moveTo>
                <a:lnTo>
                  <a:pt x="0" y="0"/>
                </a:lnTo>
                <a:lnTo>
                  <a:pt x="0" y="268895"/>
                </a:lnTo>
                <a:lnTo>
                  <a:pt x="51352" y="268895"/>
                </a:lnTo>
                <a:lnTo>
                  <a:pt x="51352" y="151946"/>
                </a:lnTo>
                <a:lnTo>
                  <a:pt x="52022" y="140935"/>
                </a:lnTo>
                <a:lnTo>
                  <a:pt x="71593" y="109298"/>
                </a:lnTo>
                <a:lnTo>
                  <a:pt x="51352" y="109298"/>
                </a:lnTo>
                <a:lnTo>
                  <a:pt x="47109" y="105587"/>
                </a:lnTo>
                <a:lnTo>
                  <a:pt x="49712" y="98188"/>
                </a:lnTo>
                <a:lnTo>
                  <a:pt x="51352" y="94668"/>
                </a:lnTo>
                <a:lnTo>
                  <a:pt x="51352" y="0"/>
                </a:lnTo>
                <a:close/>
              </a:path>
              <a:path w="171450" h="269239">
                <a:moveTo>
                  <a:pt x="166557" y="104830"/>
                </a:moveTo>
                <a:lnTo>
                  <a:pt x="98896" y="104830"/>
                </a:lnTo>
                <a:lnTo>
                  <a:pt x="106332" y="108176"/>
                </a:lnTo>
                <a:lnTo>
                  <a:pt x="111608" y="114866"/>
                </a:lnTo>
                <a:lnTo>
                  <a:pt x="115071" y="120739"/>
                </a:lnTo>
                <a:lnTo>
                  <a:pt x="117545" y="128321"/>
                </a:lnTo>
                <a:lnTo>
                  <a:pt x="119028" y="137613"/>
                </a:lnTo>
                <a:lnTo>
                  <a:pt x="119523" y="148614"/>
                </a:lnTo>
                <a:lnTo>
                  <a:pt x="119523" y="268895"/>
                </a:lnTo>
                <a:lnTo>
                  <a:pt x="170875" y="268895"/>
                </a:lnTo>
                <a:lnTo>
                  <a:pt x="170863" y="137613"/>
                </a:lnTo>
                <a:lnTo>
                  <a:pt x="170630" y="131381"/>
                </a:lnTo>
                <a:lnTo>
                  <a:pt x="170516" y="128321"/>
                </a:lnTo>
                <a:lnTo>
                  <a:pt x="170454" y="126681"/>
                </a:lnTo>
                <a:lnTo>
                  <a:pt x="169246" y="116648"/>
                </a:lnTo>
                <a:lnTo>
                  <a:pt x="169190" y="116183"/>
                </a:lnTo>
                <a:lnTo>
                  <a:pt x="167084" y="106437"/>
                </a:lnTo>
                <a:lnTo>
                  <a:pt x="166557" y="104830"/>
                </a:lnTo>
                <a:close/>
              </a:path>
              <a:path w="171450" h="269239">
                <a:moveTo>
                  <a:pt x="51352" y="94668"/>
                </a:moveTo>
                <a:lnTo>
                  <a:pt x="49712" y="98188"/>
                </a:lnTo>
                <a:lnTo>
                  <a:pt x="47109" y="105587"/>
                </a:lnTo>
                <a:lnTo>
                  <a:pt x="51352" y="109298"/>
                </a:lnTo>
                <a:lnTo>
                  <a:pt x="51352" y="94668"/>
                </a:lnTo>
                <a:close/>
              </a:path>
              <a:path w="171450" h="269239">
                <a:moveTo>
                  <a:pt x="109072" y="61353"/>
                </a:moveTo>
                <a:lnTo>
                  <a:pt x="70205" y="71927"/>
                </a:lnTo>
                <a:lnTo>
                  <a:pt x="51352" y="94668"/>
                </a:lnTo>
                <a:lnTo>
                  <a:pt x="51352" y="109298"/>
                </a:lnTo>
                <a:lnTo>
                  <a:pt x="71593" y="109298"/>
                </a:lnTo>
                <a:lnTo>
                  <a:pt x="74236" y="107784"/>
                </a:lnTo>
                <a:lnTo>
                  <a:pt x="81347" y="105587"/>
                </a:lnTo>
                <a:lnTo>
                  <a:pt x="81209" y="105587"/>
                </a:lnTo>
                <a:lnTo>
                  <a:pt x="89302" y="104830"/>
                </a:lnTo>
                <a:lnTo>
                  <a:pt x="166557" y="104830"/>
                </a:lnTo>
                <a:lnTo>
                  <a:pt x="164136" y="97445"/>
                </a:lnTo>
                <a:lnTo>
                  <a:pt x="136380" y="66657"/>
                </a:lnTo>
                <a:lnTo>
                  <a:pt x="119073" y="61943"/>
                </a:lnTo>
                <a:lnTo>
                  <a:pt x="109072" y="6135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38078" y="1421688"/>
            <a:ext cx="190878" cy="212087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4900272" y="1360335"/>
            <a:ext cx="857885" cy="273685"/>
            <a:chOff x="4900272" y="1360335"/>
            <a:chExt cx="857885" cy="273685"/>
          </a:xfrm>
        </p:grpSpPr>
        <p:sp>
          <p:nvSpPr>
            <p:cNvPr id="22" name="object 22"/>
            <p:cNvSpPr/>
            <p:nvPr/>
          </p:nvSpPr>
          <p:spPr>
            <a:xfrm>
              <a:off x="4900272" y="1360335"/>
              <a:ext cx="187325" cy="269240"/>
            </a:xfrm>
            <a:custGeom>
              <a:avLst/>
              <a:gdLst/>
              <a:ahLst/>
              <a:cxnLst/>
              <a:rect l="l" t="t" r="r" b="b"/>
              <a:pathLst>
                <a:path w="187325" h="269239">
                  <a:moveTo>
                    <a:pt x="82562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90893" y="268895"/>
                  </a:lnTo>
                  <a:lnTo>
                    <a:pt x="112757" y="267733"/>
                  </a:lnTo>
                  <a:lnTo>
                    <a:pt x="162130" y="250299"/>
                  </a:lnTo>
                  <a:lnTo>
                    <a:pt x="182632" y="221176"/>
                  </a:lnTo>
                  <a:lnTo>
                    <a:pt x="53926" y="221176"/>
                  </a:lnTo>
                  <a:lnTo>
                    <a:pt x="53926" y="155809"/>
                  </a:lnTo>
                  <a:lnTo>
                    <a:pt x="174792" y="155809"/>
                  </a:lnTo>
                  <a:lnTo>
                    <a:pt x="174053" y="154713"/>
                  </a:lnTo>
                  <a:lnTo>
                    <a:pt x="133944" y="131882"/>
                  </a:lnTo>
                  <a:lnTo>
                    <a:pt x="109677" y="131882"/>
                  </a:lnTo>
                  <a:lnTo>
                    <a:pt x="109677" y="129068"/>
                  </a:lnTo>
                  <a:lnTo>
                    <a:pt x="128059" y="129068"/>
                  </a:lnTo>
                  <a:lnTo>
                    <a:pt x="130258" y="128624"/>
                  </a:lnTo>
                  <a:lnTo>
                    <a:pt x="162880" y="109452"/>
                  </a:lnTo>
                  <a:lnTo>
                    <a:pt x="53926" y="109452"/>
                  </a:lnTo>
                  <a:lnTo>
                    <a:pt x="53926" y="47720"/>
                  </a:lnTo>
                  <a:lnTo>
                    <a:pt x="171675" y="47720"/>
                  </a:lnTo>
                  <a:lnTo>
                    <a:pt x="169572" y="40940"/>
                  </a:lnTo>
                  <a:lnTo>
                    <a:pt x="138247" y="10310"/>
                  </a:lnTo>
                  <a:lnTo>
                    <a:pt x="103746" y="1145"/>
                  </a:lnTo>
                  <a:lnTo>
                    <a:pt x="82562" y="0"/>
                  </a:lnTo>
                  <a:close/>
                </a:path>
                <a:path w="187325" h="269239">
                  <a:moveTo>
                    <a:pt x="174792" y="155809"/>
                  </a:moveTo>
                  <a:lnTo>
                    <a:pt x="91042" y="155809"/>
                  </a:lnTo>
                  <a:lnTo>
                    <a:pt x="100369" y="156361"/>
                  </a:lnTo>
                  <a:lnTo>
                    <a:pt x="108503" y="158015"/>
                  </a:lnTo>
                  <a:lnTo>
                    <a:pt x="131494" y="189363"/>
                  </a:lnTo>
                  <a:lnTo>
                    <a:pt x="131494" y="199209"/>
                  </a:lnTo>
                  <a:lnTo>
                    <a:pt x="91042" y="220952"/>
                  </a:lnTo>
                  <a:lnTo>
                    <a:pt x="53926" y="221176"/>
                  </a:lnTo>
                  <a:lnTo>
                    <a:pt x="182632" y="221176"/>
                  </a:lnTo>
                  <a:lnTo>
                    <a:pt x="185368" y="212426"/>
                  </a:lnTo>
                  <a:lnTo>
                    <a:pt x="186936" y="195268"/>
                  </a:lnTo>
                  <a:lnTo>
                    <a:pt x="186422" y="186039"/>
                  </a:lnTo>
                  <a:lnTo>
                    <a:pt x="184881" y="177358"/>
                  </a:lnTo>
                  <a:lnTo>
                    <a:pt x="182395" y="169487"/>
                  </a:lnTo>
                  <a:lnTo>
                    <a:pt x="182313" y="169226"/>
                  </a:lnTo>
                  <a:lnTo>
                    <a:pt x="178716" y="161641"/>
                  </a:lnTo>
                  <a:lnTo>
                    <a:pt x="174792" y="155809"/>
                  </a:lnTo>
                  <a:close/>
                </a:path>
                <a:path w="187325" h="269239">
                  <a:moveTo>
                    <a:pt x="109677" y="129068"/>
                  </a:moveTo>
                  <a:lnTo>
                    <a:pt x="109677" y="131882"/>
                  </a:lnTo>
                  <a:lnTo>
                    <a:pt x="108902" y="131882"/>
                  </a:lnTo>
                  <a:lnTo>
                    <a:pt x="120464" y="130605"/>
                  </a:lnTo>
                  <a:lnTo>
                    <a:pt x="122990" y="130094"/>
                  </a:lnTo>
                  <a:lnTo>
                    <a:pt x="123704" y="130094"/>
                  </a:lnTo>
                  <a:lnTo>
                    <a:pt x="109677" y="129068"/>
                  </a:lnTo>
                  <a:close/>
                </a:path>
                <a:path w="187325" h="269239">
                  <a:moveTo>
                    <a:pt x="122990" y="130094"/>
                  </a:moveTo>
                  <a:lnTo>
                    <a:pt x="120464" y="130605"/>
                  </a:lnTo>
                  <a:lnTo>
                    <a:pt x="108902" y="131882"/>
                  </a:lnTo>
                  <a:lnTo>
                    <a:pt x="133944" y="131882"/>
                  </a:lnTo>
                  <a:lnTo>
                    <a:pt x="122990" y="130094"/>
                  </a:lnTo>
                  <a:close/>
                </a:path>
                <a:path w="187325" h="269239">
                  <a:moveTo>
                    <a:pt x="128059" y="129068"/>
                  </a:moveTo>
                  <a:lnTo>
                    <a:pt x="109677" y="129068"/>
                  </a:lnTo>
                  <a:lnTo>
                    <a:pt x="123704" y="130094"/>
                  </a:lnTo>
                  <a:lnTo>
                    <a:pt x="122990" y="130094"/>
                  </a:lnTo>
                  <a:lnTo>
                    <a:pt x="128059" y="129068"/>
                  </a:lnTo>
                  <a:close/>
                </a:path>
                <a:path w="187325" h="269239">
                  <a:moveTo>
                    <a:pt x="171675" y="47720"/>
                  </a:moveTo>
                  <a:lnTo>
                    <a:pt x="82254" y="47720"/>
                  </a:lnTo>
                  <a:lnTo>
                    <a:pt x="91224" y="48214"/>
                  </a:lnTo>
                  <a:lnTo>
                    <a:pt x="98968" y="49698"/>
                  </a:lnTo>
                  <a:lnTo>
                    <a:pt x="105486" y="52172"/>
                  </a:lnTo>
                  <a:lnTo>
                    <a:pt x="110777" y="55634"/>
                  </a:lnTo>
                  <a:lnTo>
                    <a:pt x="117013" y="60910"/>
                  </a:lnTo>
                  <a:lnTo>
                    <a:pt x="120133" y="68472"/>
                  </a:lnTo>
                  <a:lnTo>
                    <a:pt x="120133" y="88218"/>
                  </a:lnTo>
                  <a:lnTo>
                    <a:pt x="82254" y="109452"/>
                  </a:lnTo>
                  <a:lnTo>
                    <a:pt x="162880" y="109452"/>
                  </a:lnTo>
                  <a:lnTo>
                    <a:pt x="175574" y="72111"/>
                  </a:lnTo>
                  <a:lnTo>
                    <a:pt x="174090" y="55634"/>
                  </a:lnTo>
                  <a:lnTo>
                    <a:pt x="174074" y="55455"/>
                  </a:lnTo>
                  <a:lnTo>
                    <a:pt x="171675" y="4772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9776" y="1421688"/>
              <a:ext cx="190877" cy="21208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3221" y="1421688"/>
              <a:ext cx="178451" cy="21208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72725" y="1378591"/>
              <a:ext cx="184818" cy="250639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2645" y="1354275"/>
            <a:ext cx="2914636" cy="336308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556950" y="2615032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950" y="1929984"/>
            <a:ext cx="155946" cy="15593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1152" y="1967411"/>
            <a:ext cx="683114" cy="9784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07837" y="1967411"/>
            <a:ext cx="467742" cy="9784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71496" y="1975191"/>
            <a:ext cx="711320" cy="10851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973815" y="1967411"/>
            <a:ext cx="866959" cy="9784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78757" y="2157219"/>
            <a:ext cx="320135" cy="8042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282382" y="2157219"/>
            <a:ext cx="514623" cy="22567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51736" y="2157219"/>
            <a:ext cx="588473" cy="80424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5619630" y="2155437"/>
            <a:ext cx="323215" cy="83185"/>
            <a:chOff x="5619630" y="2155437"/>
            <a:chExt cx="323215" cy="83185"/>
          </a:xfrm>
        </p:grpSpPr>
        <p:sp>
          <p:nvSpPr>
            <p:cNvPr id="37" name="object 37"/>
            <p:cNvSpPr/>
            <p:nvPr/>
          </p:nvSpPr>
          <p:spPr>
            <a:xfrm>
              <a:off x="5619623" y="2155443"/>
              <a:ext cx="101600" cy="83185"/>
            </a:xfrm>
            <a:custGeom>
              <a:avLst/>
              <a:gdLst/>
              <a:ahLst/>
              <a:cxnLst/>
              <a:rect l="l" t="t" r="r" b="b"/>
              <a:pathLst>
                <a:path w="101600" h="83185">
                  <a:moveTo>
                    <a:pt x="55702" y="32893"/>
                  </a:moveTo>
                  <a:lnTo>
                    <a:pt x="54584" y="25539"/>
                  </a:lnTo>
                  <a:lnTo>
                    <a:pt x="50126" y="13220"/>
                  </a:lnTo>
                  <a:lnTo>
                    <a:pt x="49784" y="12700"/>
                  </a:lnTo>
                  <a:lnTo>
                    <a:pt x="47548" y="9359"/>
                  </a:lnTo>
                  <a:lnTo>
                    <a:pt x="46939" y="8445"/>
                  </a:lnTo>
                  <a:lnTo>
                    <a:pt x="45669" y="7416"/>
                  </a:lnTo>
                  <a:lnTo>
                    <a:pt x="45669" y="34823"/>
                  </a:lnTo>
                  <a:lnTo>
                    <a:pt x="45669" y="47891"/>
                  </a:lnTo>
                  <a:lnTo>
                    <a:pt x="31559" y="73291"/>
                  </a:lnTo>
                  <a:lnTo>
                    <a:pt x="24206" y="73291"/>
                  </a:lnTo>
                  <a:lnTo>
                    <a:pt x="21056" y="71996"/>
                  </a:lnTo>
                  <a:lnTo>
                    <a:pt x="18948" y="69951"/>
                  </a:lnTo>
                  <a:lnTo>
                    <a:pt x="17487" y="68529"/>
                  </a:lnTo>
                  <a:lnTo>
                    <a:pt x="42875" y="22288"/>
                  </a:lnTo>
                  <a:lnTo>
                    <a:pt x="44945" y="29133"/>
                  </a:lnTo>
                  <a:lnTo>
                    <a:pt x="45669" y="34823"/>
                  </a:lnTo>
                  <a:lnTo>
                    <a:pt x="45669" y="7416"/>
                  </a:lnTo>
                  <a:lnTo>
                    <a:pt x="38620" y="1689"/>
                  </a:lnTo>
                  <a:lnTo>
                    <a:pt x="38227" y="1562"/>
                  </a:lnTo>
                  <a:lnTo>
                    <a:pt x="38227" y="14097"/>
                  </a:lnTo>
                  <a:lnTo>
                    <a:pt x="12814" y="60363"/>
                  </a:lnTo>
                  <a:lnTo>
                    <a:pt x="10756" y="53517"/>
                  </a:lnTo>
                  <a:lnTo>
                    <a:pt x="10033" y="47891"/>
                  </a:lnTo>
                  <a:lnTo>
                    <a:pt x="10033" y="34823"/>
                  </a:lnTo>
                  <a:lnTo>
                    <a:pt x="24206" y="9359"/>
                  </a:lnTo>
                  <a:lnTo>
                    <a:pt x="31559" y="9359"/>
                  </a:lnTo>
                  <a:lnTo>
                    <a:pt x="34734" y="10655"/>
                  </a:lnTo>
                  <a:lnTo>
                    <a:pt x="38227" y="14097"/>
                  </a:lnTo>
                  <a:lnTo>
                    <a:pt x="38227" y="1562"/>
                  </a:lnTo>
                  <a:lnTo>
                    <a:pt x="33642" y="0"/>
                  </a:lnTo>
                  <a:lnTo>
                    <a:pt x="22136" y="0"/>
                  </a:lnTo>
                  <a:lnTo>
                    <a:pt x="0" y="32893"/>
                  </a:lnTo>
                  <a:lnTo>
                    <a:pt x="0" y="49898"/>
                  </a:lnTo>
                  <a:lnTo>
                    <a:pt x="22136" y="82651"/>
                  </a:lnTo>
                  <a:lnTo>
                    <a:pt x="33642" y="82651"/>
                  </a:lnTo>
                  <a:lnTo>
                    <a:pt x="38620" y="80975"/>
                  </a:lnTo>
                  <a:lnTo>
                    <a:pt x="46939" y="74295"/>
                  </a:lnTo>
                  <a:lnTo>
                    <a:pt x="47612" y="73291"/>
                  </a:lnTo>
                  <a:lnTo>
                    <a:pt x="50126" y="69545"/>
                  </a:lnTo>
                  <a:lnTo>
                    <a:pt x="54584" y="57213"/>
                  </a:lnTo>
                  <a:lnTo>
                    <a:pt x="55702" y="49898"/>
                  </a:lnTo>
                  <a:lnTo>
                    <a:pt x="55702" y="32893"/>
                  </a:lnTo>
                  <a:close/>
                </a:path>
                <a:path w="101600" h="83185">
                  <a:moveTo>
                    <a:pt x="101587" y="67284"/>
                  </a:moveTo>
                  <a:lnTo>
                    <a:pt x="87782" y="67284"/>
                  </a:lnTo>
                  <a:lnTo>
                    <a:pt x="87782" y="80873"/>
                  </a:lnTo>
                  <a:lnTo>
                    <a:pt x="101587" y="80873"/>
                  </a:lnTo>
                  <a:lnTo>
                    <a:pt x="101587" y="6728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53299" y="2155437"/>
              <a:ext cx="189362" cy="82651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79434" y="2157109"/>
            <a:ext cx="2126103" cy="24071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08692" y="2157109"/>
            <a:ext cx="1922592" cy="370149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086401" y="2301925"/>
            <a:ext cx="568325" cy="97790"/>
          </a:xfrm>
          <a:custGeom>
            <a:avLst/>
            <a:gdLst/>
            <a:ahLst/>
            <a:cxnLst/>
            <a:rect l="l" t="t" r="r" b="b"/>
            <a:pathLst>
              <a:path w="568325" h="97789">
                <a:moveTo>
                  <a:pt x="52793" y="43180"/>
                </a:moveTo>
                <a:lnTo>
                  <a:pt x="51930" y="38836"/>
                </a:lnTo>
                <a:lnTo>
                  <a:pt x="51892" y="38608"/>
                </a:lnTo>
                <a:lnTo>
                  <a:pt x="51777" y="38011"/>
                </a:lnTo>
                <a:lnTo>
                  <a:pt x="51689" y="37566"/>
                </a:lnTo>
                <a:lnTo>
                  <a:pt x="47231" y="28359"/>
                </a:lnTo>
                <a:lnTo>
                  <a:pt x="46672" y="27736"/>
                </a:lnTo>
                <a:lnTo>
                  <a:pt x="44145" y="24853"/>
                </a:lnTo>
                <a:lnTo>
                  <a:pt x="42545" y="23876"/>
                </a:lnTo>
                <a:lnTo>
                  <a:pt x="42545" y="44323"/>
                </a:lnTo>
                <a:lnTo>
                  <a:pt x="9804" y="44323"/>
                </a:lnTo>
                <a:lnTo>
                  <a:pt x="10617" y="38836"/>
                </a:lnTo>
                <a:lnTo>
                  <a:pt x="12496" y="34696"/>
                </a:lnTo>
                <a:lnTo>
                  <a:pt x="18364" y="29121"/>
                </a:lnTo>
                <a:lnTo>
                  <a:pt x="22098" y="27736"/>
                </a:lnTo>
                <a:lnTo>
                  <a:pt x="31000" y="27736"/>
                </a:lnTo>
                <a:lnTo>
                  <a:pt x="42456" y="43180"/>
                </a:lnTo>
                <a:lnTo>
                  <a:pt x="42545" y="44323"/>
                </a:lnTo>
                <a:lnTo>
                  <a:pt x="42545" y="23876"/>
                </a:lnTo>
                <a:lnTo>
                  <a:pt x="36398" y="20104"/>
                </a:lnTo>
                <a:lnTo>
                  <a:pt x="36550" y="20104"/>
                </a:lnTo>
                <a:lnTo>
                  <a:pt x="31750" y="18821"/>
                </a:lnTo>
                <a:lnTo>
                  <a:pt x="21196" y="18821"/>
                </a:lnTo>
                <a:lnTo>
                  <a:pt x="0" y="55918"/>
                </a:lnTo>
                <a:lnTo>
                  <a:pt x="1092" y="61353"/>
                </a:lnTo>
                <a:lnTo>
                  <a:pt x="21501" y="80530"/>
                </a:lnTo>
                <a:lnTo>
                  <a:pt x="33299" y="80530"/>
                </a:lnTo>
                <a:lnTo>
                  <a:pt x="38595" y="78841"/>
                </a:lnTo>
                <a:lnTo>
                  <a:pt x="47282" y="72085"/>
                </a:lnTo>
                <a:lnTo>
                  <a:pt x="47599" y="71615"/>
                </a:lnTo>
                <a:lnTo>
                  <a:pt x="50241" y="67754"/>
                </a:lnTo>
                <a:lnTo>
                  <a:pt x="51790" y="62484"/>
                </a:lnTo>
                <a:lnTo>
                  <a:pt x="41770" y="61709"/>
                </a:lnTo>
                <a:lnTo>
                  <a:pt x="40805" y="64681"/>
                </a:lnTo>
                <a:lnTo>
                  <a:pt x="39077" y="67068"/>
                </a:lnTo>
                <a:lnTo>
                  <a:pt x="34099" y="70713"/>
                </a:lnTo>
                <a:lnTo>
                  <a:pt x="30924" y="71615"/>
                </a:lnTo>
                <a:lnTo>
                  <a:pt x="21945" y="71615"/>
                </a:lnTo>
                <a:lnTo>
                  <a:pt x="17881" y="70027"/>
                </a:lnTo>
                <a:lnTo>
                  <a:pt x="11861" y="63639"/>
                </a:lnTo>
                <a:lnTo>
                  <a:pt x="10172" y="58889"/>
                </a:lnTo>
                <a:lnTo>
                  <a:pt x="9804" y="52578"/>
                </a:lnTo>
                <a:lnTo>
                  <a:pt x="52793" y="52578"/>
                </a:lnTo>
                <a:lnTo>
                  <a:pt x="52793" y="44323"/>
                </a:lnTo>
                <a:lnTo>
                  <a:pt x="52793" y="43180"/>
                </a:lnTo>
                <a:close/>
              </a:path>
              <a:path w="568325" h="97789">
                <a:moveTo>
                  <a:pt x="121081" y="20154"/>
                </a:moveTo>
                <a:lnTo>
                  <a:pt x="110832" y="20154"/>
                </a:lnTo>
                <a:lnTo>
                  <a:pt x="93230" y="69608"/>
                </a:lnTo>
                <a:lnTo>
                  <a:pt x="75628" y="20154"/>
                </a:lnTo>
                <a:lnTo>
                  <a:pt x="65379" y="20154"/>
                </a:lnTo>
                <a:lnTo>
                  <a:pt x="87325" y="79197"/>
                </a:lnTo>
                <a:lnTo>
                  <a:pt x="99136" y="79197"/>
                </a:lnTo>
                <a:lnTo>
                  <a:pt x="121081" y="20154"/>
                </a:lnTo>
                <a:close/>
              </a:path>
              <a:path w="568325" h="97789">
                <a:moveTo>
                  <a:pt x="168198" y="0"/>
                </a:moveTo>
                <a:lnTo>
                  <a:pt x="158394" y="0"/>
                </a:lnTo>
                <a:lnTo>
                  <a:pt x="158394" y="10909"/>
                </a:lnTo>
                <a:lnTo>
                  <a:pt x="168198" y="10909"/>
                </a:lnTo>
                <a:lnTo>
                  <a:pt x="168198" y="0"/>
                </a:lnTo>
                <a:close/>
              </a:path>
              <a:path w="568325" h="97789">
                <a:moveTo>
                  <a:pt x="189026" y="70954"/>
                </a:moveTo>
                <a:lnTo>
                  <a:pt x="168643" y="70954"/>
                </a:lnTo>
                <a:lnTo>
                  <a:pt x="168643" y="28397"/>
                </a:lnTo>
                <a:lnTo>
                  <a:pt x="168643" y="23837"/>
                </a:lnTo>
                <a:lnTo>
                  <a:pt x="168643" y="20154"/>
                </a:lnTo>
                <a:lnTo>
                  <a:pt x="136677" y="20154"/>
                </a:lnTo>
                <a:lnTo>
                  <a:pt x="136677" y="28397"/>
                </a:lnTo>
                <a:lnTo>
                  <a:pt x="159283" y="28397"/>
                </a:lnTo>
                <a:lnTo>
                  <a:pt x="159283" y="70954"/>
                </a:lnTo>
                <a:lnTo>
                  <a:pt x="135559" y="70954"/>
                </a:lnTo>
                <a:lnTo>
                  <a:pt x="135559" y="79197"/>
                </a:lnTo>
                <a:lnTo>
                  <a:pt x="189026" y="79197"/>
                </a:lnTo>
                <a:lnTo>
                  <a:pt x="189026" y="70954"/>
                </a:lnTo>
                <a:close/>
              </a:path>
              <a:path w="568325" h="97789">
                <a:moveTo>
                  <a:pt x="250291" y="101"/>
                </a:moveTo>
                <a:lnTo>
                  <a:pt x="240931" y="101"/>
                </a:lnTo>
                <a:lnTo>
                  <a:pt x="240931" y="28155"/>
                </a:lnTo>
                <a:lnTo>
                  <a:pt x="240931" y="45072"/>
                </a:lnTo>
                <a:lnTo>
                  <a:pt x="240931" y="54127"/>
                </a:lnTo>
                <a:lnTo>
                  <a:pt x="240245" y="58013"/>
                </a:lnTo>
                <a:lnTo>
                  <a:pt x="227342" y="71615"/>
                </a:lnTo>
                <a:lnTo>
                  <a:pt x="218808" y="71615"/>
                </a:lnTo>
                <a:lnTo>
                  <a:pt x="214884" y="69646"/>
                </a:lnTo>
                <a:lnTo>
                  <a:pt x="209169" y="61785"/>
                </a:lnTo>
                <a:lnTo>
                  <a:pt x="207746" y="56438"/>
                </a:lnTo>
                <a:lnTo>
                  <a:pt x="207746" y="42849"/>
                </a:lnTo>
                <a:lnTo>
                  <a:pt x="209054" y="37909"/>
                </a:lnTo>
                <a:lnTo>
                  <a:pt x="209169" y="37477"/>
                </a:lnTo>
                <a:lnTo>
                  <a:pt x="214884" y="29679"/>
                </a:lnTo>
                <a:lnTo>
                  <a:pt x="218732" y="27736"/>
                </a:lnTo>
                <a:lnTo>
                  <a:pt x="227203" y="27736"/>
                </a:lnTo>
                <a:lnTo>
                  <a:pt x="230644" y="28702"/>
                </a:lnTo>
                <a:lnTo>
                  <a:pt x="230454" y="28702"/>
                </a:lnTo>
                <a:lnTo>
                  <a:pt x="235521" y="32092"/>
                </a:lnTo>
                <a:lnTo>
                  <a:pt x="237502" y="34594"/>
                </a:lnTo>
                <a:lnTo>
                  <a:pt x="240245" y="41135"/>
                </a:lnTo>
                <a:lnTo>
                  <a:pt x="240931" y="45072"/>
                </a:lnTo>
                <a:lnTo>
                  <a:pt x="240931" y="28155"/>
                </a:lnTo>
                <a:lnTo>
                  <a:pt x="240652" y="27736"/>
                </a:lnTo>
                <a:lnTo>
                  <a:pt x="240068" y="26835"/>
                </a:lnTo>
                <a:lnTo>
                  <a:pt x="236575" y="23279"/>
                </a:lnTo>
                <a:lnTo>
                  <a:pt x="234416" y="21793"/>
                </a:lnTo>
                <a:lnTo>
                  <a:pt x="229298" y="19418"/>
                </a:lnTo>
                <a:lnTo>
                  <a:pt x="226415" y="18821"/>
                </a:lnTo>
                <a:lnTo>
                  <a:pt x="218033" y="18821"/>
                </a:lnTo>
                <a:lnTo>
                  <a:pt x="198018" y="56438"/>
                </a:lnTo>
                <a:lnTo>
                  <a:pt x="198958" y="61442"/>
                </a:lnTo>
                <a:lnTo>
                  <a:pt x="218033" y="80530"/>
                </a:lnTo>
                <a:lnTo>
                  <a:pt x="226339" y="80530"/>
                </a:lnTo>
                <a:lnTo>
                  <a:pt x="240957" y="71615"/>
                </a:lnTo>
                <a:lnTo>
                  <a:pt x="241477" y="70751"/>
                </a:lnTo>
                <a:lnTo>
                  <a:pt x="241515" y="71615"/>
                </a:lnTo>
                <a:lnTo>
                  <a:pt x="241617" y="74218"/>
                </a:lnTo>
                <a:lnTo>
                  <a:pt x="241706" y="76428"/>
                </a:lnTo>
                <a:lnTo>
                  <a:pt x="241833" y="79273"/>
                </a:lnTo>
                <a:lnTo>
                  <a:pt x="250291" y="79273"/>
                </a:lnTo>
                <a:lnTo>
                  <a:pt x="250291" y="65824"/>
                </a:lnTo>
                <a:lnTo>
                  <a:pt x="250291" y="32854"/>
                </a:lnTo>
                <a:lnTo>
                  <a:pt x="250291" y="101"/>
                </a:lnTo>
                <a:close/>
              </a:path>
              <a:path w="568325" h="97789">
                <a:moveTo>
                  <a:pt x="320128" y="43180"/>
                </a:moveTo>
                <a:lnTo>
                  <a:pt x="319265" y="38836"/>
                </a:lnTo>
                <a:lnTo>
                  <a:pt x="319227" y="38608"/>
                </a:lnTo>
                <a:lnTo>
                  <a:pt x="319112" y="38011"/>
                </a:lnTo>
                <a:lnTo>
                  <a:pt x="319024" y="37566"/>
                </a:lnTo>
                <a:lnTo>
                  <a:pt x="314566" y="28359"/>
                </a:lnTo>
                <a:lnTo>
                  <a:pt x="314007" y="27736"/>
                </a:lnTo>
                <a:lnTo>
                  <a:pt x="311480" y="24853"/>
                </a:lnTo>
                <a:lnTo>
                  <a:pt x="309892" y="23888"/>
                </a:lnTo>
                <a:lnTo>
                  <a:pt x="309892" y="44323"/>
                </a:lnTo>
                <a:lnTo>
                  <a:pt x="277139" y="44323"/>
                </a:lnTo>
                <a:lnTo>
                  <a:pt x="277952" y="38836"/>
                </a:lnTo>
                <a:lnTo>
                  <a:pt x="279831" y="34696"/>
                </a:lnTo>
                <a:lnTo>
                  <a:pt x="285699" y="29121"/>
                </a:lnTo>
                <a:lnTo>
                  <a:pt x="289433" y="27736"/>
                </a:lnTo>
                <a:lnTo>
                  <a:pt x="298335" y="27736"/>
                </a:lnTo>
                <a:lnTo>
                  <a:pt x="309791" y="43180"/>
                </a:lnTo>
                <a:lnTo>
                  <a:pt x="309892" y="44323"/>
                </a:lnTo>
                <a:lnTo>
                  <a:pt x="309892" y="23888"/>
                </a:lnTo>
                <a:lnTo>
                  <a:pt x="303733" y="20104"/>
                </a:lnTo>
                <a:lnTo>
                  <a:pt x="303898" y="20104"/>
                </a:lnTo>
                <a:lnTo>
                  <a:pt x="299085" y="18821"/>
                </a:lnTo>
                <a:lnTo>
                  <a:pt x="288531" y="18821"/>
                </a:lnTo>
                <a:lnTo>
                  <a:pt x="267335" y="55918"/>
                </a:lnTo>
                <a:lnTo>
                  <a:pt x="268427" y="61353"/>
                </a:lnTo>
                <a:lnTo>
                  <a:pt x="288836" y="80530"/>
                </a:lnTo>
                <a:lnTo>
                  <a:pt x="300647" y="80530"/>
                </a:lnTo>
                <a:lnTo>
                  <a:pt x="305930" y="78841"/>
                </a:lnTo>
                <a:lnTo>
                  <a:pt x="314617" y="72085"/>
                </a:lnTo>
                <a:lnTo>
                  <a:pt x="314934" y="71615"/>
                </a:lnTo>
                <a:lnTo>
                  <a:pt x="317576" y="67754"/>
                </a:lnTo>
                <a:lnTo>
                  <a:pt x="319138" y="62484"/>
                </a:lnTo>
                <a:lnTo>
                  <a:pt x="309105" y="61709"/>
                </a:lnTo>
                <a:lnTo>
                  <a:pt x="308140" y="64681"/>
                </a:lnTo>
                <a:lnTo>
                  <a:pt x="306412" y="67068"/>
                </a:lnTo>
                <a:lnTo>
                  <a:pt x="301434" y="70713"/>
                </a:lnTo>
                <a:lnTo>
                  <a:pt x="298259" y="71615"/>
                </a:lnTo>
                <a:lnTo>
                  <a:pt x="289280" y="71615"/>
                </a:lnTo>
                <a:lnTo>
                  <a:pt x="285216" y="70027"/>
                </a:lnTo>
                <a:lnTo>
                  <a:pt x="279196" y="63639"/>
                </a:lnTo>
                <a:lnTo>
                  <a:pt x="277507" y="58889"/>
                </a:lnTo>
                <a:lnTo>
                  <a:pt x="277139" y="52578"/>
                </a:lnTo>
                <a:lnTo>
                  <a:pt x="320128" y="52578"/>
                </a:lnTo>
                <a:lnTo>
                  <a:pt x="320128" y="44323"/>
                </a:lnTo>
                <a:lnTo>
                  <a:pt x="320128" y="43180"/>
                </a:lnTo>
                <a:close/>
              </a:path>
              <a:path w="568325" h="97789">
                <a:moveTo>
                  <a:pt x="384632" y="37045"/>
                </a:moveTo>
                <a:lnTo>
                  <a:pt x="383844" y="33286"/>
                </a:lnTo>
                <a:lnTo>
                  <a:pt x="380974" y="27063"/>
                </a:lnTo>
                <a:lnTo>
                  <a:pt x="380733" y="26530"/>
                </a:lnTo>
                <a:lnTo>
                  <a:pt x="378447" y="23837"/>
                </a:lnTo>
                <a:lnTo>
                  <a:pt x="372427" y="19824"/>
                </a:lnTo>
                <a:lnTo>
                  <a:pt x="368668" y="18821"/>
                </a:lnTo>
                <a:lnTo>
                  <a:pt x="361086" y="18821"/>
                </a:lnTo>
                <a:lnTo>
                  <a:pt x="345313" y="30149"/>
                </a:lnTo>
                <a:lnTo>
                  <a:pt x="345313" y="30314"/>
                </a:lnTo>
                <a:lnTo>
                  <a:pt x="345046" y="30695"/>
                </a:lnTo>
                <a:lnTo>
                  <a:pt x="345084" y="20154"/>
                </a:lnTo>
                <a:lnTo>
                  <a:pt x="336511" y="20154"/>
                </a:lnTo>
                <a:lnTo>
                  <a:pt x="336511" y="79197"/>
                </a:lnTo>
                <a:lnTo>
                  <a:pt x="345871" y="79197"/>
                </a:lnTo>
                <a:lnTo>
                  <a:pt x="345871" y="40246"/>
                </a:lnTo>
                <a:lnTo>
                  <a:pt x="346595" y="37185"/>
                </a:lnTo>
                <a:lnTo>
                  <a:pt x="347751" y="35191"/>
                </a:lnTo>
                <a:lnTo>
                  <a:pt x="349491" y="32207"/>
                </a:lnTo>
                <a:lnTo>
                  <a:pt x="351434" y="30314"/>
                </a:lnTo>
                <a:lnTo>
                  <a:pt x="356120" y="27825"/>
                </a:lnTo>
                <a:lnTo>
                  <a:pt x="355866" y="27825"/>
                </a:lnTo>
                <a:lnTo>
                  <a:pt x="359079" y="27063"/>
                </a:lnTo>
                <a:lnTo>
                  <a:pt x="366585" y="27063"/>
                </a:lnTo>
                <a:lnTo>
                  <a:pt x="369887" y="28498"/>
                </a:lnTo>
                <a:lnTo>
                  <a:pt x="374192" y="34213"/>
                </a:lnTo>
                <a:lnTo>
                  <a:pt x="375272" y="38392"/>
                </a:lnTo>
                <a:lnTo>
                  <a:pt x="375272" y="79197"/>
                </a:lnTo>
                <a:lnTo>
                  <a:pt x="384632" y="79197"/>
                </a:lnTo>
                <a:lnTo>
                  <a:pt x="384632" y="37045"/>
                </a:lnTo>
                <a:close/>
              </a:path>
              <a:path w="568325" h="97789">
                <a:moveTo>
                  <a:pt x="454139" y="58915"/>
                </a:moveTo>
                <a:lnTo>
                  <a:pt x="444334" y="58254"/>
                </a:lnTo>
                <a:lnTo>
                  <a:pt x="443445" y="62712"/>
                </a:lnTo>
                <a:lnTo>
                  <a:pt x="441604" y="66052"/>
                </a:lnTo>
                <a:lnTo>
                  <a:pt x="436041" y="70510"/>
                </a:lnTo>
                <a:lnTo>
                  <a:pt x="432752" y="71615"/>
                </a:lnTo>
                <a:lnTo>
                  <a:pt x="423545" y="71615"/>
                </a:lnTo>
                <a:lnTo>
                  <a:pt x="419290" y="69672"/>
                </a:lnTo>
                <a:lnTo>
                  <a:pt x="413131" y="61874"/>
                </a:lnTo>
                <a:lnTo>
                  <a:pt x="411581" y="56502"/>
                </a:lnTo>
                <a:lnTo>
                  <a:pt x="411581" y="42849"/>
                </a:lnTo>
                <a:lnTo>
                  <a:pt x="413131" y="37477"/>
                </a:lnTo>
                <a:lnTo>
                  <a:pt x="419290" y="29679"/>
                </a:lnTo>
                <a:lnTo>
                  <a:pt x="423545" y="27736"/>
                </a:lnTo>
                <a:lnTo>
                  <a:pt x="432752" y="27736"/>
                </a:lnTo>
                <a:lnTo>
                  <a:pt x="435965" y="28790"/>
                </a:lnTo>
                <a:lnTo>
                  <a:pt x="441236" y="33020"/>
                </a:lnTo>
                <a:lnTo>
                  <a:pt x="443001" y="36042"/>
                </a:lnTo>
                <a:lnTo>
                  <a:pt x="443890" y="39979"/>
                </a:lnTo>
                <a:lnTo>
                  <a:pt x="453694" y="39319"/>
                </a:lnTo>
                <a:lnTo>
                  <a:pt x="433349" y="18821"/>
                </a:lnTo>
                <a:lnTo>
                  <a:pt x="423468" y="18821"/>
                </a:lnTo>
                <a:lnTo>
                  <a:pt x="401789" y="43434"/>
                </a:lnTo>
                <a:lnTo>
                  <a:pt x="401789" y="55918"/>
                </a:lnTo>
                <a:lnTo>
                  <a:pt x="423468" y="80530"/>
                </a:lnTo>
                <a:lnTo>
                  <a:pt x="428967" y="80530"/>
                </a:lnTo>
                <a:lnTo>
                  <a:pt x="433349" y="80530"/>
                </a:lnTo>
                <a:lnTo>
                  <a:pt x="453326" y="63296"/>
                </a:lnTo>
                <a:lnTo>
                  <a:pt x="454139" y="58915"/>
                </a:lnTo>
                <a:close/>
              </a:path>
              <a:path w="568325" h="97789">
                <a:moveTo>
                  <a:pt x="520636" y="43180"/>
                </a:moveTo>
                <a:lnTo>
                  <a:pt x="519772" y="38836"/>
                </a:lnTo>
                <a:lnTo>
                  <a:pt x="519734" y="38608"/>
                </a:lnTo>
                <a:lnTo>
                  <a:pt x="519607" y="38011"/>
                </a:lnTo>
                <a:lnTo>
                  <a:pt x="519518" y="37566"/>
                </a:lnTo>
                <a:lnTo>
                  <a:pt x="515073" y="28359"/>
                </a:lnTo>
                <a:lnTo>
                  <a:pt x="514515" y="27736"/>
                </a:lnTo>
                <a:lnTo>
                  <a:pt x="511987" y="24853"/>
                </a:lnTo>
                <a:lnTo>
                  <a:pt x="510387" y="23876"/>
                </a:lnTo>
                <a:lnTo>
                  <a:pt x="510387" y="44323"/>
                </a:lnTo>
                <a:lnTo>
                  <a:pt x="477634" y="44323"/>
                </a:lnTo>
                <a:lnTo>
                  <a:pt x="478459" y="38836"/>
                </a:lnTo>
                <a:lnTo>
                  <a:pt x="480326" y="34696"/>
                </a:lnTo>
                <a:lnTo>
                  <a:pt x="486194" y="29121"/>
                </a:lnTo>
                <a:lnTo>
                  <a:pt x="489927" y="27736"/>
                </a:lnTo>
                <a:lnTo>
                  <a:pt x="498843" y="27736"/>
                </a:lnTo>
                <a:lnTo>
                  <a:pt x="510298" y="43180"/>
                </a:lnTo>
                <a:lnTo>
                  <a:pt x="510387" y="44323"/>
                </a:lnTo>
                <a:lnTo>
                  <a:pt x="510387" y="23876"/>
                </a:lnTo>
                <a:lnTo>
                  <a:pt x="504240" y="20104"/>
                </a:lnTo>
                <a:lnTo>
                  <a:pt x="504393" y="20104"/>
                </a:lnTo>
                <a:lnTo>
                  <a:pt x="499579" y="18821"/>
                </a:lnTo>
                <a:lnTo>
                  <a:pt x="489038" y="18821"/>
                </a:lnTo>
                <a:lnTo>
                  <a:pt x="467842" y="55918"/>
                </a:lnTo>
                <a:lnTo>
                  <a:pt x="468934" y="61353"/>
                </a:lnTo>
                <a:lnTo>
                  <a:pt x="489331" y="80530"/>
                </a:lnTo>
                <a:lnTo>
                  <a:pt x="501142" y="80530"/>
                </a:lnTo>
                <a:lnTo>
                  <a:pt x="506437" y="78841"/>
                </a:lnTo>
                <a:lnTo>
                  <a:pt x="515124" y="72085"/>
                </a:lnTo>
                <a:lnTo>
                  <a:pt x="515442" y="71615"/>
                </a:lnTo>
                <a:lnTo>
                  <a:pt x="518071" y="67754"/>
                </a:lnTo>
                <a:lnTo>
                  <a:pt x="519633" y="62484"/>
                </a:lnTo>
                <a:lnTo>
                  <a:pt x="509612" y="61709"/>
                </a:lnTo>
                <a:lnTo>
                  <a:pt x="508647" y="64681"/>
                </a:lnTo>
                <a:lnTo>
                  <a:pt x="506920" y="67068"/>
                </a:lnTo>
                <a:lnTo>
                  <a:pt x="501942" y="70713"/>
                </a:lnTo>
                <a:lnTo>
                  <a:pt x="498767" y="71615"/>
                </a:lnTo>
                <a:lnTo>
                  <a:pt x="489788" y="71615"/>
                </a:lnTo>
                <a:lnTo>
                  <a:pt x="485711" y="70027"/>
                </a:lnTo>
                <a:lnTo>
                  <a:pt x="479704" y="63639"/>
                </a:lnTo>
                <a:lnTo>
                  <a:pt x="478015" y="58889"/>
                </a:lnTo>
                <a:lnTo>
                  <a:pt x="477634" y="52578"/>
                </a:lnTo>
                <a:lnTo>
                  <a:pt x="520636" y="52578"/>
                </a:lnTo>
                <a:lnTo>
                  <a:pt x="520636" y="44323"/>
                </a:lnTo>
                <a:lnTo>
                  <a:pt x="520636" y="43180"/>
                </a:lnTo>
                <a:close/>
              </a:path>
              <a:path w="568325" h="97789">
                <a:moveTo>
                  <a:pt x="567753" y="65608"/>
                </a:moveTo>
                <a:lnTo>
                  <a:pt x="554393" y="65608"/>
                </a:lnTo>
                <a:lnTo>
                  <a:pt x="554393" y="79197"/>
                </a:lnTo>
                <a:lnTo>
                  <a:pt x="560400" y="79197"/>
                </a:lnTo>
                <a:lnTo>
                  <a:pt x="554393" y="97243"/>
                </a:lnTo>
                <a:lnTo>
                  <a:pt x="561073" y="97243"/>
                </a:lnTo>
                <a:lnTo>
                  <a:pt x="567753" y="78079"/>
                </a:lnTo>
                <a:lnTo>
                  <a:pt x="567753" y="65608"/>
                </a:lnTo>
                <a:close/>
              </a:path>
              <a:path w="568325" h="97789">
                <a:moveTo>
                  <a:pt x="567982" y="22606"/>
                </a:moveTo>
                <a:lnTo>
                  <a:pt x="554164" y="22606"/>
                </a:lnTo>
                <a:lnTo>
                  <a:pt x="554164" y="36195"/>
                </a:lnTo>
                <a:lnTo>
                  <a:pt x="567982" y="36195"/>
                </a:lnTo>
                <a:lnTo>
                  <a:pt x="567982" y="22606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66707" y="2512331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6950" y="3361347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56950" y="2676297"/>
            <a:ext cx="155946" cy="15594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07568" y="2712923"/>
            <a:ext cx="306417" cy="99181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1211605" y="2713735"/>
            <a:ext cx="924560" cy="116839"/>
          </a:xfrm>
          <a:custGeom>
            <a:avLst/>
            <a:gdLst/>
            <a:ahLst/>
            <a:cxnLst/>
            <a:rect l="l" t="t" r="r" b="b"/>
            <a:pathLst>
              <a:path w="924560" h="116839">
                <a:moveTo>
                  <a:pt x="62992" y="72313"/>
                </a:moveTo>
                <a:lnTo>
                  <a:pt x="32029" y="54025"/>
                </a:lnTo>
                <a:lnTo>
                  <a:pt x="28714" y="53200"/>
                </a:lnTo>
                <a:lnTo>
                  <a:pt x="24028" y="51612"/>
                </a:lnTo>
                <a:lnTo>
                  <a:pt x="22402" y="50673"/>
                </a:lnTo>
                <a:lnTo>
                  <a:pt x="20561" y="48526"/>
                </a:lnTo>
                <a:lnTo>
                  <a:pt x="20104" y="47155"/>
                </a:lnTo>
                <a:lnTo>
                  <a:pt x="20104" y="43586"/>
                </a:lnTo>
                <a:lnTo>
                  <a:pt x="20955" y="41884"/>
                </a:lnTo>
                <a:lnTo>
                  <a:pt x="24345" y="38912"/>
                </a:lnTo>
                <a:lnTo>
                  <a:pt x="27127" y="38163"/>
                </a:lnTo>
                <a:lnTo>
                  <a:pt x="33528" y="38163"/>
                </a:lnTo>
                <a:lnTo>
                  <a:pt x="44437" y="47790"/>
                </a:lnTo>
                <a:lnTo>
                  <a:pt x="62458" y="46990"/>
                </a:lnTo>
                <a:lnTo>
                  <a:pt x="38074" y="22987"/>
                </a:lnTo>
                <a:lnTo>
                  <a:pt x="24371" y="22987"/>
                </a:lnTo>
                <a:lnTo>
                  <a:pt x="1549" y="41338"/>
                </a:lnTo>
                <a:lnTo>
                  <a:pt x="1549" y="49809"/>
                </a:lnTo>
                <a:lnTo>
                  <a:pt x="34467" y="69430"/>
                </a:lnTo>
                <a:lnTo>
                  <a:pt x="37426" y="70180"/>
                </a:lnTo>
                <a:lnTo>
                  <a:pt x="41389" y="71628"/>
                </a:lnTo>
                <a:lnTo>
                  <a:pt x="42722" y="72428"/>
                </a:lnTo>
                <a:lnTo>
                  <a:pt x="44094" y="74193"/>
                </a:lnTo>
                <a:lnTo>
                  <a:pt x="44437" y="75311"/>
                </a:lnTo>
                <a:lnTo>
                  <a:pt x="44437" y="78638"/>
                </a:lnTo>
                <a:lnTo>
                  <a:pt x="43459" y="80137"/>
                </a:lnTo>
                <a:lnTo>
                  <a:pt x="39535" y="82156"/>
                </a:lnTo>
                <a:lnTo>
                  <a:pt x="36487" y="82651"/>
                </a:lnTo>
                <a:lnTo>
                  <a:pt x="27965" y="82651"/>
                </a:lnTo>
                <a:lnTo>
                  <a:pt x="24650" y="81788"/>
                </a:lnTo>
                <a:lnTo>
                  <a:pt x="20142" y="78282"/>
                </a:lnTo>
                <a:lnTo>
                  <a:pt x="18630" y="75958"/>
                </a:lnTo>
                <a:lnTo>
                  <a:pt x="17856" y="73037"/>
                </a:lnTo>
                <a:lnTo>
                  <a:pt x="0" y="73748"/>
                </a:lnTo>
                <a:lnTo>
                  <a:pt x="25298" y="97840"/>
                </a:lnTo>
                <a:lnTo>
                  <a:pt x="32194" y="97840"/>
                </a:lnTo>
                <a:lnTo>
                  <a:pt x="38709" y="97840"/>
                </a:lnTo>
                <a:lnTo>
                  <a:pt x="62992" y="80797"/>
                </a:lnTo>
                <a:lnTo>
                  <a:pt x="62992" y="72313"/>
                </a:lnTo>
                <a:close/>
              </a:path>
              <a:path w="924560" h="116839">
                <a:moveTo>
                  <a:pt x="145376" y="65328"/>
                </a:moveTo>
                <a:lnTo>
                  <a:pt x="145351" y="52984"/>
                </a:lnTo>
                <a:lnTo>
                  <a:pt x="143954" y="46456"/>
                </a:lnTo>
                <a:lnTo>
                  <a:pt x="140157" y="38976"/>
                </a:lnTo>
                <a:lnTo>
                  <a:pt x="138277" y="35255"/>
                </a:lnTo>
                <a:lnTo>
                  <a:pt x="134378" y="30873"/>
                </a:lnTo>
                <a:lnTo>
                  <a:pt x="125945" y="25641"/>
                </a:lnTo>
                <a:lnTo>
                  <a:pt x="125945" y="52984"/>
                </a:lnTo>
                <a:lnTo>
                  <a:pt x="96913" y="52984"/>
                </a:lnTo>
                <a:lnTo>
                  <a:pt x="97574" y="48387"/>
                </a:lnTo>
                <a:lnTo>
                  <a:pt x="99174" y="44919"/>
                </a:lnTo>
                <a:lnTo>
                  <a:pt x="104292" y="40157"/>
                </a:lnTo>
                <a:lnTo>
                  <a:pt x="107594" y="38976"/>
                </a:lnTo>
                <a:lnTo>
                  <a:pt x="115620" y="38976"/>
                </a:lnTo>
                <a:lnTo>
                  <a:pt x="125945" y="52984"/>
                </a:lnTo>
                <a:lnTo>
                  <a:pt x="125945" y="25641"/>
                </a:lnTo>
                <a:lnTo>
                  <a:pt x="124218" y="24561"/>
                </a:lnTo>
                <a:lnTo>
                  <a:pt x="118376" y="22987"/>
                </a:lnTo>
                <a:lnTo>
                  <a:pt x="105079" y="22987"/>
                </a:lnTo>
                <a:lnTo>
                  <a:pt x="78016" y="52984"/>
                </a:lnTo>
                <a:lnTo>
                  <a:pt x="78016" y="68008"/>
                </a:lnTo>
                <a:lnTo>
                  <a:pt x="105333" y="97840"/>
                </a:lnTo>
                <a:lnTo>
                  <a:pt x="120091" y="97840"/>
                </a:lnTo>
                <a:lnTo>
                  <a:pt x="126822" y="95796"/>
                </a:lnTo>
                <a:lnTo>
                  <a:pt x="137629" y="87642"/>
                </a:lnTo>
                <a:lnTo>
                  <a:pt x="141528" y="81851"/>
                </a:lnTo>
                <a:lnTo>
                  <a:pt x="143802" y="74739"/>
                </a:lnTo>
                <a:lnTo>
                  <a:pt x="143852" y="74612"/>
                </a:lnTo>
                <a:lnTo>
                  <a:pt x="143941" y="74345"/>
                </a:lnTo>
                <a:lnTo>
                  <a:pt x="125730" y="73088"/>
                </a:lnTo>
                <a:lnTo>
                  <a:pt x="124841" y="75742"/>
                </a:lnTo>
                <a:lnTo>
                  <a:pt x="123240" y="77863"/>
                </a:lnTo>
                <a:lnTo>
                  <a:pt x="118605" y="81051"/>
                </a:lnTo>
                <a:lnTo>
                  <a:pt x="115773" y="81851"/>
                </a:lnTo>
                <a:lnTo>
                  <a:pt x="107975" y="81851"/>
                </a:lnTo>
                <a:lnTo>
                  <a:pt x="104355" y="80429"/>
                </a:lnTo>
                <a:lnTo>
                  <a:pt x="98742" y="74739"/>
                </a:lnTo>
                <a:lnTo>
                  <a:pt x="97116" y="70662"/>
                </a:lnTo>
                <a:lnTo>
                  <a:pt x="96672" y="65328"/>
                </a:lnTo>
                <a:lnTo>
                  <a:pt x="145376" y="65328"/>
                </a:lnTo>
                <a:close/>
              </a:path>
              <a:path w="924560" h="116839">
                <a:moveTo>
                  <a:pt x="222377" y="96240"/>
                </a:moveTo>
                <a:lnTo>
                  <a:pt x="222300" y="44157"/>
                </a:lnTo>
                <a:lnTo>
                  <a:pt x="205193" y="22987"/>
                </a:lnTo>
                <a:lnTo>
                  <a:pt x="196100" y="22987"/>
                </a:lnTo>
                <a:lnTo>
                  <a:pt x="178320" y="36728"/>
                </a:lnTo>
                <a:lnTo>
                  <a:pt x="178257" y="34848"/>
                </a:lnTo>
                <a:lnTo>
                  <a:pt x="178181" y="31902"/>
                </a:lnTo>
                <a:lnTo>
                  <a:pt x="178092" y="28829"/>
                </a:lnTo>
                <a:lnTo>
                  <a:pt x="177965" y="24587"/>
                </a:lnTo>
                <a:lnTo>
                  <a:pt x="161417" y="24587"/>
                </a:lnTo>
                <a:lnTo>
                  <a:pt x="161417" y="96240"/>
                </a:lnTo>
                <a:lnTo>
                  <a:pt x="179539" y="96240"/>
                </a:lnTo>
                <a:lnTo>
                  <a:pt x="179539" y="51130"/>
                </a:lnTo>
                <a:lnTo>
                  <a:pt x="180073" y="48577"/>
                </a:lnTo>
                <a:lnTo>
                  <a:pt x="190728" y="38328"/>
                </a:lnTo>
                <a:lnTo>
                  <a:pt x="196900" y="38328"/>
                </a:lnTo>
                <a:lnTo>
                  <a:pt x="199656" y="39585"/>
                </a:lnTo>
                <a:lnTo>
                  <a:pt x="203327" y="44640"/>
                </a:lnTo>
                <a:lnTo>
                  <a:pt x="204139" y="48107"/>
                </a:lnTo>
                <a:lnTo>
                  <a:pt x="204241" y="96240"/>
                </a:lnTo>
                <a:lnTo>
                  <a:pt x="222377" y="96240"/>
                </a:lnTo>
                <a:close/>
              </a:path>
              <a:path w="924560" h="116839">
                <a:moveTo>
                  <a:pt x="303580" y="72313"/>
                </a:moveTo>
                <a:lnTo>
                  <a:pt x="272630" y="54025"/>
                </a:lnTo>
                <a:lnTo>
                  <a:pt x="269316" y="53200"/>
                </a:lnTo>
                <a:lnTo>
                  <a:pt x="264629" y="51612"/>
                </a:lnTo>
                <a:lnTo>
                  <a:pt x="263004" y="50673"/>
                </a:lnTo>
                <a:lnTo>
                  <a:pt x="261162" y="48526"/>
                </a:lnTo>
                <a:lnTo>
                  <a:pt x="260705" y="47155"/>
                </a:lnTo>
                <a:lnTo>
                  <a:pt x="260705" y="43586"/>
                </a:lnTo>
                <a:lnTo>
                  <a:pt x="261556" y="41884"/>
                </a:lnTo>
                <a:lnTo>
                  <a:pt x="264934" y="38912"/>
                </a:lnTo>
                <a:lnTo>
                  <a:pt x="267728" y="38163"/>
                </a:lnTo>
                <a:lnTo>
                  <a:pt x="274129" y="38163"/>
                </a:lnTo>
                <a:lnTo>
                  <a:pt x="285038" y="47790"/>
                </a:lnTo>
                <a:lnTo>
                  <a:pt x="303047" y="46990"/>
                </a:lnTo>
                <a:lnTo>
                  <a:pt x="278676" y="22987"/>
                </a:lnTo>
                <a:lnTo>
                  <a:pt x="264960" y="22987"/>
                </a:lnTo>
                <a:lnTo>
                  <a:pt x="242150" y="41338"/>
                </a:lnTo>
                <a:lnTo>
                  <a:pt x="242150" y="49809"/>
                </a:lnTo>
                <a:lnTo>
                  <a:pt x="275069" y="69430"/>
                </a:lnTo>
                <a:lnTo>
                  <a:pt x="278028" y="70180"/>
                </a:lnTo>
                <a:lnTo>
                  <a:pt x="281990" y="71628"/>
                </a:lnTo>
                <a:lnTo>
                  <a:pt x="283324" y="72428"/>
                </a:lnTo>
                <a:lnTo>
                  <a:pt x="284695" y="74193"/>
                </a:lnTo>
                <a:lnTo>
                  <a:pt x="285038" y="75311"/>
                </a:lnTo>
                <a:lnTo>
                  <a:pt x="285038" y="78638"/>
                </a:lnTo>
                <a:lnTo>
                  <a:pt x="284048" y="80137"/>
                </a:lnTo>
                <a:lnTo>
                  <a:pt x="280136" y="82156"/>
                </a:lnTo>
                <a:lnTo>
                  <a:pt x="277088" y="82651"/>
                </a:lnTo>
                <a:lnTo>
                  <a:pt x="268566" y="82651"/>
                </a:lnTo>
                <a:lnTo>
                  <a:pt x="265252" y="81788"/>
                </a:lnTo>
                <a:lnTo>
                  <a:pt x="260731" y="78282"/>
                </a:lnTo>
                <a:lnTo>
                  <a:pt x="259232" y="75958"/>
                </a:lnTo>
                <a:lnTo>
                  <a:pt x="258457" y="73037"/>
                </a:lnTo>
                <a:lnTo>
                  <a:pt x="240601" y="73748"/>
                </a:lnTo>
                <a:lnTo>
                  <a:pt x="265887" y="97840"/>
                </a:lnTo>
                <a:lnTo>
                  <a:pt x="272796" y="97840"/>
                </a:lnTo>
                <a:lnTo>
                  <a:pt x="279311" y="97840"/>
                </a:lnTo>
                <a:lnTo>
                  <a:pt x="303580" y="80797"/>
                </a:lnTo>
                <a:lnTo>
                  <a:pt x="303580" y="72313"/>
                </a:lnTo>
                <a:close/>
              </a:path>
              <a:path w="924560" h="116839">
                <a:moveTo>
                  <a:pt x="365798" y="0"/>
                </a:moveTo>
                <a:lnTo>
                  <a:pt x="347345" y="0"/>
                </a:lnTo>
                <a:lnTo>
                  <a:pt x="347345" y="15773"/>
                </a:lnTo>
                <a:lnTo>
                  <a:pt x="365798" y="15773"/>
                </a:lnTo>
                <a:lnTo>
                  <a:pt x="365798" y="0"/>
                </a:lnTo>
                <a:close/>
              </a:path>
              <a:path w="924560" h="116839">
                <a:moveTo>
                  <a:pt x="388658" y="81800"/>
                </a:moveTo>
                <a:lnTo>
                  <a:pt x="366064" y="81800"/>
                </a:lnTo>
                <a:lnTo>
                  <a:pt x="366064" y="39027"/>
                </a:lnTo>
                <a:lnTo>
                  <a:pt x="366064" y="31267"/>
                </a:lnTo>
                <a:lnTo>
                  <a:pt x="366064" y="24587"/>
                </a:lnTo>
                <a:lnTo>
                  <a:pt x="322618" y="24587"/>
                </a:lnTo>
                <a:lnTo>
                  <a:pt x="322618" y="39027"/>
                </a:lnTo>
                <a:lnTo>
                  <a:pt x="347878" y="39027"/>
                </a:lnTo>
                <a:lnTo>
                  <a:pt x="347878" y="81800"/>
                </a:lnTo>
                <a:lnTo>
                  <a:pt x="321284" y="81800"/>
                </a:lnTo>
                <a:lnTo>
                  <a:pt x="321284" y="96240"/>
                </a:lnTo>
                <a:lnTo>
                  <a:pt x="388658" y="96240"/>
                </a:lnTo>
                <a:lnTo>
                  <a:pt x="388658" y="81800"/>
                </a:lnTo>
                <a:close/>
              </a:path>
              <a:path w="924560" h="116839">
                <a:moveTo>
                  <a:pt x="463511" y="24587"/>
                </a:moveTo>
                <a:lnTo>
                  <a:pt x="436981" y="24587"/>
                </a:lnTo>
                <a:lnTo>
                  <a:pt x="436981" y="7772"/>
                </a:lnTo>
                <a:lnTo>
                  <a:pt x="418858" y="7772"/>
                </a:lnTo>
                <a:lnTo>
                  <a:pt x="418858" y="24587"/>
                </a:lnTo>
                <a:lnTo>
                  <a:pt x="398272" y="24587"/>
                </a:lnTo>
                <a:lnTo>
                  <a:pt x="398272" y="38976"/>
                </a:lnTo>
                <a:lnTo>
                  <a:pt x="418858" y="38976"/>
                </a:lnTo>
                <a:lnTo>
                  <a:pt x="418858" y="81445"/>
                </a:lnTo>
                <a:lnTo>
                  <a:pt x="420751" y="87083"/>
                </a:lnTo>
                <a:lnTo>
                  <a:pt x="428332" y="94399"/>
                </a:lnTo>
                <a:lnTo>
                  <a:pt x="434238" y="96240"/>
                </a:lnTo>
                <a:lnTo>
                  <a:pt x="463511" y="96240"/>
                </a:lnTo>
                <a:lnTo>
                  <a:pt x="463511" y="81851"/>
                </a:lnTo>
                <a:lnTo>
                  <a:pt x="443382" y="81851"/>
                </a:lnTo>
                <a:lnTo>
                  <a:pt x="440969" y="81051"/>
                </a:lnTo>
                <a:lnTo>
                  <a:pt x="437781" y="77825"/>
                </a:lnTo>
                <a:lnTo>
                  <a:pt x="436981" y="75361"/>
                </a:lnTo>
                <a:lnTo>
                  <a:pt x="436981" y="38976"/>
                </a:lnTo>
                <a:lnTo>
                  <a:pt x="463511" y="38976"/>
                </a:lnTo>
                <a:lnTo>
                  <a:pt x="463511" y="24587"/>
                </a:lnTo>
                <a:close/>
              </a:path>
              <a:path w="924560" h="116839">
                <a:moveTo>
                  <a:pt x="526199" y="0"/>
                </a:moveTo>
                <a:lnTo>
                  <a:pt x="507746" y="0"/>
                </a:lnTo>
                <a:lnTo>
                  <a:pt x="507746" y="15773"/>
                </a:lnTo>
                <a:lnTo>
                  <a:pt x="526199" y="15773"/>
                </a:lnTo>
                <a:lnTo>
                  <a:pt x="526199" y="0"/>
                </a:lnTo>
                <a:close/>
              </a:path>
              <a:path w="924560" h="116839">
                <a:moveTo>
                  <a:pt x="549046" y="81800"/>
                </a:moveTo>
                <a:lnTo>
                  <a:pt x="526465" y="81800"/>
                </a:lnTo>
                <a:lnTo>
                  <a:pt x="526465" y="39027"/>
                </a:lnTo>
                <a:lnTo>
                  <a:pt x="526465" y="31267"/>
                </a:lnTo>
                <a:lnTo>
                  <a:pt x="526465" y="24587"/>
                </a:lnTo>
                <a:lnTo>
                  <a:pt x="483019" y="24587"/>
                </a:lnTo>
                <a:lnTo>
                  <a:pt x="483019" y="39027"/>
                </a:lnTo>
                <a:lnTo>
                  <a:pt x="508279" y="39027"/>
                </a:lnTo>
                <a:lnTo>
                  <a:pt x="508279" y="81800"/>
                </a:lnTo>
                <a:lnTo>
                  <a:pt x="481685" y="81800"/>
                </a:lnTo>
                <a:lnTo>
                  <a:pt x="481685" y="96240"/>
                </a:lnTo>
                <a:lnTo>
                  <a:pt x="549046" y="96240"/>
                </a:lnTo>
                <a:lnTo>
                  <a:pt x="549046" y="81800"/>
                </a:lnTo>
                <a:close/>
              </a:path>
              <a:path w="924560" h="116839">
                <a:moveTo>
                  <a:pt x="628230" y="24587"/>
                </a:moveTo>
                <a:lnTo>
                  <a:pt x="609041" y="24587"/>
                </a:lnTo>
                <a:lnTo>
                  <a:pt x="592899" y="76403"/>
                </a:lnTo>
                <a:lnTo>
                  <a:pt x="576745" y="24587"/>
                </a:lnTo>
                <a:lnTo>
                  <a:pt x="557555" y="24587"/>
                </a:lnTo>
                <a:lnTo>
                  <a:pt x="581875" y="96240"/>
                </a:lnTo>
                <a:lnTo>
                  <a:pt x="603910" y="96240"/>
                </a:lnTo>
                <a:lnTo>
                  <a:pt x="628230" y="24587"/>
                </a:lnTo>
                <a:close/>
              </a:path>
              <a:path w="924560" h="116839">
                <a:moveTo>
                  <a:pt x="686600" y="0"/>
                </a:moveTo>
                <a:lnTo>
                  <a:pt x="668147" y="0"/>
                </a:lnTo>
                <a:lnTo>
                  <a:pt x="668147" y="15773"/>
                </a:lnTo>
                <a:lnTo>
                  <a:pt x="686600" y="15773"/>
                </a:lnTo>
                <a:lnTo>
                  <a:pt x="686600" y="0"/>
                </a:lnTo>
                <a:close/>
              </a:path>
              <a:path w="924560" h="116839">
                <a:moveTo>
                  <a:pt x="709447" y="81800"/>
                </a:moveTo>
                <a:lnTo>
                  <a:pt x="686866" y="81800"/>
                </a:lnTo>
                <a:lnTo>
                  <a:pt x="686866" y="39027"/>
                </a:lnTo>
                <a:lnTo>
                  <a:pt x="686866" y="31267"/>
                </a:lnTo>
                <a:lnTo>
                  <a:pt x="686866" y="24587"/>
                </a:lnTo>
                <a:lnTo>
                  <a:pt x="643420" y="24587"/>
                </a:lnTo>
                <a:lnTo>
                  <a:pt x="643420" y="39027"/>
                </a:lnTo>
                <a:lnTo>
                  <a:pt x="668680" y="39027"/>
                </a:lnTo>
                <a:lnTo>
                  <a:pt x="668680" y="81800"/>
                </a:lnTo>
                <a:lnTo>
                  <a:pt x="642086" y="81800"/>
                </a:lnTo>
                <a:lnTo>
                  <a:pt x="642086" y="96240"/>
                </a:lnTo>
                <a:lnTo>
                  <a:pt x="709447" y="96240"/>
                </a:lnTo>
                <a:lnTo>
                  <a:pt x="709447" y="81800"/>
                </a:lnTo>
                <a:close/>
              </a:path>
              <a:path w="924560" h="116839">
                <a:moveTo>
                  <a:pt x="784301" y="24587"/>
                </a:moveTo>
                <a:lnTo>
                  <a:pt x="757783" y="24587"/>
                </a:lnTo>
                <a:lnTo>
                  <a:pt x="757783" y="7772"/>
                </a:lnTo>
                <a:lnTo>
                  <a:pt x="739660" y="7772"/>
                </a:lnTo>
                <a:lnTo>
                  <a:pt x="739660" y="24587"/>
                </a:lnTo>
                <a:lnTo>
                  <a:pt x="719074" y="24587"/>
                </a:lnTo>
                <a:lnTo>
                  <a:pt x="719074" y="38976"/>
                </a:lnTo>
                <a:lnTo>
                  <a:pt x="739660" y="38976"/>
                </a:lnTo>
                <a:lnTo>
                  <a:pt x="739660" y="81445"/>
                </a:lnTo>
                <a:lnTo>
                  <a:pt x="741553" y="87083"/>
                </a:lnTo>
                <a:lnTo>
                  <a:pt x="749122" y="94399"/>
                </a:lnTo>
                <a:lnTo>
                  <a:pt x="755040" y="96240"/>
                </a:lnTo>
                <a:lnTo>
                  <a:pt x="784301" y="96240"/>
                </a:lnTo>
                <a:lnTo>
                  <a:pt x="784301" y="81851"/>
                </a:lnTo>
                <a:lnTo>
                  <a:pt x="764184" y="81851"/>
                </a:lnTo>
                <a:lnTo>
                  <a:pt x="761771" y="81051"/>
                </a:lnTo>
                <a:lnTo>
                  <a:pt x="758583" y="77825"/>
                </a:lnTo>
                <a:lnTo>
                  <a:pt x="757783" y="75361"/>
                </a:lnTo>
                <a:lnTo>
                  <a:pt x="757783" y="38976"/>
                </a:lnTo>
                <a:lnTo>
                  <a:pt x="784301" y="38976"/>
                </a:lnTo>
                <a:lnTo>
                  <a:pt x="784301" y="24587"/>
                </a:lnTo>
                <a:close/>
              </a:path>
              <a:path w="924560" h="116839">
                <a:moveTo>
                  <a:pt x="869213" y="24587"/>
                </a:moveTo>
                <a:lnTo>
                  <a:pt x="850341" y="24587"/>
                </a:lnTo>
                <a:lnTo>
                  <a:pt x="834237" y="74371"/>
                </a:lnTo>
                <a:lnTo>
                  <a:pt x="816648" y="24587"/>
                </a:lnTo>
                <a:lnTo>
                  <a:pt x="797775" y="24587"/>
                </a:lnTo>
                <a:lnTo>
                  <a:pt x="822909" y="91694"/>
                </a:lnTo>
                <a:lnTo>
                  <a:pt x="828624" y="91694"/>
                </a:lnTo>
                <a:lnTo>
                  <a:pt x="826020" y="98945"/>
                </a:lnTo>
                <a:lnTo>
                  <a:pt x="825068" y="100215"/>
                </a:lnTo>
                <a:lnTo>
                  <a:pt x="822502" y="101561"/>
                </a:lnTo>
                <a:lnTo>
                  <a:pt x="820699" y="101904"/>
                </a:lnTo>
                <a:lnTo>
                  <a:pt x="808685" y="101904"/>
                </a:lnTo>
                <a:lnTo>
                  <a:pt x="808685" y="116281"/>
                </a:lnTo>
                <a:lnTo>
                  <a:pt x="825754" y="116281"/>
                </a:lnTo>
                <a:lnTo>
                  <a:pt x="830287" y="115239"/>
                </a:lnTo>
                <a:lnTo>
                  <a:pt x="837336" y="111023"/>
                </a:lnTo>
                <a:lnTo>
                  <a:pt x="839965" y="107505"/>
                </a:lnTo>
                <a:lnTo>
                  <a:pt x="869213" y="24587"/>
                </a:lnTo>
                <a:close/>
              </a:path>
              <a:path w="924560" h="116839">
                <a:moveTo>
                  <a:pt x="924255" y="76047"/>
                </a:moveTo>
                <a:lnTo>
                  <a:pt x="903135" y="76047"/>
                </a:lnTo>
                <a:lnTo>
                  <a:pt x="903135" y="96240"/>
                </a:lnTo>
                <a:lnTo>
                  <a:pt x="924255" y="96240"/>
                </a:lnTo>
                <a:lnTo>
                  <a:pt x="924255" y="76047"/>
                </a:lnTo>
                <a:close/>
              </a:path>
              <a:path w="924560" h="116839">
                <a:moveTo>
                  <a:pt x="924255" y="27127"/>
                </a:moveTo>
                <a:lnTo>
                  <a:pt x="903135" y="27127"/>
                </a:lnTo>
                <a:lnTo>
                  <a:pt x="903135" y="47307"/>
                </a:lnTo>
                <a:lnTo>
                  <a:pt x="924255" y="47307"/>
                </a:lnTo>
                <a:lnTo>
                  <a:pt x="924255" y="27127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2255226" y="2715061"/>
            <a:ext cx="304800" cy="97155"/>
            <a:chOff x="2255226" y="2715061"/>
            <a:chExt cx="304800" cy="97155"/>
          </a:xfrm>
        </p:grpSpPr>
        <p:sp>
          <p:nvSpPr>
            <p:cNvPr id="48" name="object 48"/>
            <p:cNvSpPr/>
            <p:nvPr/>
          </p:nvSpPr>
          <p:spPr>
            <a:xfrm>
              <a:off x="2255226" y="2736715"/>
              <a:ext cx="60960" cy="73660"/>
            </a:xfrm>
            <a:custGeom>
              <a:avLst/>
              <a:gdLst/>
              <a:ahLst/>
              <a:cxnLst/>
              <a:rect l="l" t="t" r="r" b="b"/>
              <a:pathLst>
                <a:path w="60960" h="73660">
                  <a:moveTo>
                    <a:pt x="16548" y="1604"/>
                  </a:moveTo>
                  <a:lnTo>
                    <a:pt x="0" y="1604"/>
                  </a:lnTo>
                  <a:lnTo>
                    <a:pt x="0" y="73251"/>
                  </a:lnTo>
                  <a:lnTo>
                    <a:pt x="18124" y="73251"/>
                  </a:lnTo>
                  <a:lnTo>
                    <a:pt x="18124" y="28141"/>
                  </a:lnTo>
                  <a:lnTo>
                    <a:pt x="18654" y="25594"/>
                  </a:lnTo>
                  <a:lnTo>
                    <a:pt x="18752" y="25120"/>
                  </a:lnTo>
                  <a:lnTo>
                    <a:pt x="20798" y="21174"/>
                  </a:lnTo>
                  <a:lnTo>
                    <a:pt x="17109" y="21174"/>
                  </a:lnTo>
                  <a:lnTo>
                    <a:pt x="15292" y="20372"/>
                  </a:lnTo>
                  <a:lnTo>
                    <a:pt x="15902" y="16967"/>
                  </a:lnTo>
                  <a:lnTo>
                    <a:pt x="15966" y="16606"/>
                  </a:lnTo>
                  <a:lnTo>
                    <a:pt x="16082" y="15963"/>
                  </a:lnTo>
                  <a:lnTo>
                    <a:pt x="16129" y="15702"/>
                  </a:lnTo>
                  <a:lnTo>
                    <a:pt x="16896" y="13745"/>
                  </a:lnTo>
                  <a:lnTo>
                    <a:pt x="16842" y="11861"/>
                  </a:lnTo>
                  <a:lnTo>
                    <a:pt x="16757" y="8911"/>
                  </a:lnTo>
                  <a:lnTo>
                    <a:pt x="16669" y="5838"/>
                  </a:lnTo>
                  <a:lnTo>
                    <a:pt x="16548" y="1604"/>
                  </a:lnTo>
                  <a:close/>
                </a:path>
                <a:path w="60960" h="73660">
                  <a:moveTo>
                    <a:pt x="59505" y="15345"/>
                  </a:moveTo>
                  <a:lnTo>
                    <a:pt x="35476" y="15345"/>
                  </a:lnTo>
                  <a:lnTo>
                    <a:pt x="38238" y="16606"/>
                  </a:lnTo>
                  <a:lnTo>
                    <a:pt x="41910" y="21650"/>
                  </a:lnTo>
                  <a:lnTo>
                    <a:pt x="42717" y="25120"/>
                  </a:lnTo>
                  <a:lnTo>
                    <a:pt x="42828" y="73251"/>
                  </a:lnTo>
                  <a:lnTo>
                    <a:pt x="60952" y="73251"/>
                  </a:lnTo>
                  <a:lnTo>
                    <a:pt x="60877" y="21174"/>
                  </a:lnTo>
                  <a:lnTo>
                    <a:pt x="60151" y="16967"/>
                  </a:lnTo>
                  <a:lnTo>
                    <a:pt x="59505" y="15345"/>
                  </a:lnTo>
                  <a:close/>
                </a:path>
                <a:path w="60960" h="73660">
                  <a:moveTo>
                    <a:pt x="16896" y="13745"/>
                  </a:moveTo>
                  <a:lnTo>
                    <a:pt x="16129" y="15702"/>
                  </a:lnTo>
                  <a:lnTo>
                    <a:pt x="15292" y="20372"/>
                  </a:lnTo>
                  <a:lnTo>
                    <a:pt x="17109" y="21174"/>
                  </a:lnTo>
                  <a:lnTo>
                    <a:pt x="16988" y="16967"/>
                  </a:lnTo>
                  <a:lnTo>
                    <a:pt x="16896" y="13745"/>
                  </a:lnTo>
                  <a:close/>
                </a:path>
                <a:path w="60960" h="73660">
                  <a:moveTo>
                    <a:pt x="43771" y="0"/>
                  </a:moveTo>
                  <a:lnTo>
                    <a:pt x="34682" y="0"/>
                  </a:lnTo>
                  <a:lnTo>
                    <a:pt x="31112" y="722"/>
                  </a:lnTo>
                  <a:lnTo>
                    <a:pt x="24678" y="3610"/>
                  </a:lnTo>
                  <a:lnTo>
                    <a:pt x="21983" y="5838"/>
                  </a:lnTo>
                  <a:lnTo>
                    <a:pt x="17635" y="11861"/>
                  </a:lnTo>
                  <a:lnTo>
                    <a:pt x="16896" y="13745"/>
                  </a:lnTo>
                  <a:lnTo>
                    <a:pt x="16988" y="16967"/>
                  </a:lnTo>
                  <a:lnTo>
                    <a:pt x="17109" y="21174"/>
                  </a:lnTo>
                  <a:lnTo>
                    <a:pt x="20798" y="21174"/>
                  </a:lnTo>
                  <a:lnTo>
                    <a:pt x="21214" y="20372"/>
                  </a:lnTo>
                  <a:lnTo>
                    <a:pt x="22923" y="18441"/>
                  </a:lnTo>
                  <a:lnTo>
                    <a:pt x="27040" y="15963"/>
                  </a:lnTo>
                  <a:lnTo>
                    <a:pt x="29309" y="15345"/>
                  </a:lnTo>
                  <a:lnTo>
                    <a:pt x="59505" y="15345"/>
                  </a:lnTo>
                  <a:lnTo>
                    <a:pt x="56942" y="8911"/>
                  </a:lnTo>
                  <a:lnTo>
                    <a:pt x="54579" y="5838"/>
                  </a:lnTo>
                  <a:lnTo>
                    <a:pt x="51477" y="3610"/>
                  </a:lnTo>
                  <a:lnTo>
                    <a:pt x="47986" y="1149"/>
                  </a:lnTo>
                  <a:lnTo>
                    <a:pt x="4377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335933" y="2715061"/>
              <a:ext cx="224052" cy="97043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655690" y="2713724"/>
            <a:ext cx="142701" cy="97845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2897680" y="2713724"/>
            <a:ext cx="1026160" cy="118110"/>
            <a:chOff x="2897680" y="2713724"/>
            <a:chExt cx="1026160" cy="118110"/>
          </a:xfrm>
        </p:grpSpPr>
        <p:pic>
          <p:nvPicPr>
            <p:cNvPr id="52" name="object 5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97680" y="2713724"/>
              <a:ext cx="300908" cy="11789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23235" y="2713724"/>
              <a:ext cx="700144" cy="97845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412426" y="2903533"/>
            <a:ext cx="248399" cy="80424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43701" y="2903533"/>
            <a:ext cx="321137" cy="8042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146486" y="2903533"/>
            <a:ext cx="383183" cy="80424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2614437" y="2901751"/>
            <a:ext cx="655320" cy="83185"/>
            <a:chOff x="2614437" y="2901751"/>
            <a:chExt cx="655320" cy="83185"/>
          </a:xfrm>
        </p:grpSpPr>
        <p:pic>
          <p:nvPicPr>
            <p:cNvPr id="58" name="object 5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14437" y="2901751"/>
              <a:ext cx="120190" cy="8265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766707" y="296903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812600" y="2901751"/>
              <a:ext cx="256197" cy="8265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100877" y="296903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146770" y="2901751"/>
              <a:ext cx="122529" cy="82651"/>
            </a:xfrm>
            <a:prstGeom prst="rect">
              <a:avLst/>
            </a:prstGeom>
          </p:spPr>
        </p:pic>
      </p:grpSp>
      <p:pic>
        <p:nvPicPr>
          <p:cNvPr id="63" name="object 6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344599" y="2901751"/>
            <a:ext cx="326372" cy="82651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751618" y="2903422"/>
            <a:ext cx="383183" cy="97243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4212774" y="2903422"/>
            <a:ext cx="389890" cy="79375"/>
            <a:chOff x="4212774" y="2903422"/>
            <a:chExt cx="389890" cy="79375"/>
          </a:xfrm>
        </p:grpSpPr>
        <p:pic>
          <p:nvPicPr>
            <p:cNvPr id="66" name="object 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212774" y="2903422"/>
              <a:ext cx="189363" cy="7919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422187" y="2903422"/>
              <a:ext cx="180005" cy="79198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4683954" y="2903533"/>
            <a:ext cx="187960" cy="80645"/>
            <a:chOff x="4683954" y="2903533"/>
            <a:chExt cx="187960" cy="80645"/>
          </a:xfrm>
        </p:grpSpPr>
        <p:sp>
          <p:nvSpPr>
            <p:cNvPr id="69" name="object 69"/>
            <p:cNvSpPr/>
            <p:nvPr/>
          </p:nvSpPr>
          <p:spPr>
            <a:xfrm>
              <a:off x="4683954" y="2909771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5" y="63955"/>
                  </a:lnTo>
                  <a:lnTo>
                    <a:pt x="29480" y="61357"/>
                  </a:lnTo>
                  <a:lnTo>
                    <a:pt x="28849" y="59333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756357" y="2903533"/>
              <a:ext cx="115511" cy="80424"/>
            </a:xfrm>
            <a:prstGeom prst="rect">
              <a:avLst/>
            </a:prstGeom>
          </p:spPr>
        </p:pic>
      </p:grpSp>
      <p:sp>
        <p:nvSpPr>
          <p:cNvPr id="71" name="object 71"/>
          <p:cNvSpPr/>
          <p:nvPr/>
        </p:nvSpPr>
        <p:spPr>
          <a:xfrm>
            <a:off x="4954625" y="2922257"/>
            <a:ext cx="251460" cy="62230"/>
          </a:xfrm>
          <a:custGeom>
            <a:avLst/>
            <a:gdLst/>
            <a:ahLst/>
            <a:cxnLst/>
            <a:rect l="l" t="t" r="r" b="b"/>
            <a:pathLst>
              <a:path w="251460" h="62230">
                <a:moveTo>
                  <a:pt x="49009" y="41732"/>
                </a:moveTo>
                <a:lnTo>
                  <a:pt x="22275" y="26809"/>
                </a:lnTo>
                <a:lnTo>
                  <a:pt x="19418" y="26149"/>
                </a:lnTo>
                <a:lnTo>
                  <a:pt x="15113" y="24739"/>
                </a:lnTo>
                <a:lnTo>
                  <a:pt x="13550" y="23799"/>
                </a:lnTo>
                <a:lnTo>
                  <a:pt x="11620" y="21424"/>
                </a:lnTo>
                <a:lnTo>
                  <a:pt x="11137" y="19824"/>
                </a:lnTo>
                <a:lnTo>
                  <a:pt x="11137" y="15290"/>
                </a:lnTo>
                <a:lnTo>
                  <a:pt x="12179" y="13182"/>
                </a:lnTo>
                <a:lnTo>
                  <a:pt x="16332" y="9766"/>
                </a:lnTo>
                <a:lnTo>
                  <a:pt x="19532" y="8902"/>
                </a:lnTo>
                <a:lnTo>
                  <a:pt x="26517" y="8902"/>
                </a:lnTo>
                <a:lnTo>
                  <a:pt x="38100" y="19596"/>
                </a:lnTo>
                <a:lnTo>
                  <a:pt x="47904" y="18935"/>
                </a:lnTo>
                <a:lnTo>
                  <a:pt x="28854" y="0"/>
                </a:lnTo>
                <a:lnTo>
                  <a:pt x="19126" y="0"/>
                </a:lnTo>
                <a:lnTo>
                  <a:pt x="1562" y="14401"/>
                </a:lnTo>
                <a:lnTo>
                  <a:pt x="1562" y="21005"/>
                </a:lnTo>
                <a:lnTo>
                  <a:pt x="28143" y="36385"/>
                </a:lnTo>
                <a:lnTo>
                  <a:pt x="31407" y="37147"/>
                </a:lnTo>
                <a:lnTo>
                  <a:pt x="35864" y="38709"/>
                </a:lnTo>
                <a:lnTo>
                  <a:pt x="37388" y="39649"/>
                </a:lnTo>
                <a:lnTo>
                  <a:pt x="39027" y="41884"/>
                </a:lnTo>
                <a:lnTo>
                  <a:pt x="39433" y="43294"/>
                </a:lnTo>
                <a:lnTo>
                  <a:pt x="39433" y="47675"/>
                </a:lnTo>
                <a:lnTo>
                  <a:pt x="38227" y="49644"/>
                </a:lnTo>
                <a:lnTo>
                  <a:pt x="33401" y="52158"/>
                </a:lnTo>
                <a:lnTo>
                  <a:pt x="29997" y="52793"/>
                </a:lnTo>
                <a:lnTo>
                  <a:pt x="20942" y="52793"/>
                </a:lnTo>
                <a:lnTo>
                  <a:pt x="17284" y="51752"/>
                </a:lnTo>
                <a:lnTo>
                  <a:pt x="12014" y="47599"/>
                </a:lnTo>
                <a:lnTo>
                  <a:pt x="10401" y="44742"/>
                </a:lnTo>
                <a:lnTo>
                  <a:pt x="9804" y="41097"/>
                </a:lnTo>
                <a:lnTo>
                  <a:pt x="0" y="41770"/>
                </a:lnTo>
                <a:lnTo>
                  <a:pt x="20497" y="61709"/>
                </a:lnTo>
                <a:lnTo>
                  <a:pt x="25615" y="61709"/>
                </a:lnTo>
                <a:lnTo>
                  <a:pt x="30073" y="61709"/>
                </a:lnTo>
                <a:lnTo>
                  <a:pt x="49009" y="48488"/>
                </a:lnTo>
                <a:lnTo>
                  <a:pt x="49009" y="41732"/>
                </a:lnTo>
                <a:close/>
              </a:path>
              <a:path w="251460" h="62230">
                <a:moveTo>
                  <a:pt x="120294" y="60185"/>
                </a:moveTo>
                <a:lnTo>
                  <a:pt x="119189" y="60185"/>
                </a:lnTo>
                <a:lnTo>
                  <a:pt x="119189" y="52120"/>
                </a:lnTo>
                <a:lnTo>
                  <a:pt x="114211" y="52120"/>
                </a:lnTo>
                <a:lnTo>
                  <a:pt x="113322" y="51866"/>
                </a:lnTo>
                <a:lnTo>
                  <a:pt x="112179" y="50863"/>
                </a:lnTo>
                <a:lnTo>
                  <a:pt x="111874" y="50025"/>
                </a:lnTo>
                <a:lnTo>
                  <a:pt x="111836" y="48336"/>
                </a:lnTo>
                <a:lnTo>
                  <a:pt x="111836" y="31851"/>
                </a:lnTo>
                <a:lnTo>
                  <a:pt x="111836" y="16560"/>
                </a:lnTo>
                <a:lnTo>
                  <a:pt x="109867" y="10668"/>
                </a:lnTo>
                <a:lnTo>
                  <a:pt x="108242" y="8902"/>
                </a:lnTo>
                <a:lnTo>
                  <a:pt x="101993" y="2133"/>
                </a:lnTo>
                <a:lnTo>
                  <a:pt x="96469" y="0"/>
                </a:lnTo>
                <a:lnTo>
                  <a:pt x="82651" y="0"/>
                </a:lnTo>
                <a:lnTo>
                  <a:pt x="77216" y="1727"/>
                </a:lnTo>
                <a:lnTo>
                  <a:pt x="68821" y="8623"/>
                </a:lnTo>
                <a:lnTo>
                  <a:pt x="66167" y="13144"/>
                </a:lnTo>
                <a:lnTo>
                  <a:pt x="65036" y="18783"/>
                </a:lnTo>
                <a:lnTo>
                  <a:pt x="66001" y="18783"/>
                </a:lnTo>
                <a:lnTo>
                  <a:pt x="74968" y="19494"/>
                </a:lnTo>
                <a:lnTo>
                  <a:pt x="85255" y="8902"/>
                </a:lnTo>
                <a:lnTo>
                  <a:pt x="93573" y="8902"/>
                </a:lnTo>
                <a:lnTo>
                  <a:pt x="96812" y="10134"/>
                </a:lnTo>
                <a:lnTo>
                  <a:pt x="101346" y="15036"/>
                </a:lnTo>
                <a:lnTo>
                  <a:pt x="102476" y="18783"/>
                </a:lnTo>
                <a:lnTo>
                  <a:pt x="102476" y="23837"/>
                </a:lnTo>
                <a:lnTo>
                  <a:pt x="102476" y="31851"/>
                </a:lnTo>
                <a:lnTo>
                  <a:pt x="88442" y="53467"/>
                </a:lnTo>
                <a:lnTo>
                  <a:pt x="81089" y="53467"/>
                </a:lnTo>
                <a:lnTo>
                  <a:pt x="78727" y="52781"/>
                </a:lnTo>
                <a:lnTo>
                  <a:pt x="78562" y="52781"/>
                </a:lnTo>
                <a:lnTo>
                  <a:pt x="74688" y="49657"/>
                </a:lnTo>
                <a:lnTo>
                  <a:pt x="73736" y="47523"/>
                </a:lnTo>
                <a:lnTo>
                  <a:pt x="73736" y="42329"/>
                </a:lnTo>
                <a:lnTo>
                  <a:pt x="84429" y="35420"/>
                </a:lnTo>
                <a:lnTo>
                  <a:pt x="102476" y="31851"/>
                </a:lnTo>
                <a:lnTo>
                  <a:pt x="102476" y="23837"/>
                </a:lnTo>
                <a:lnTo>
                  <a:pt x="76187" y="29108"/>
                </a:lnTo>
                <a:lnTo>
                  <a:pt x="71462" y="31127"/>
                </a:lnTo>
                <a:lnTo>
                  <a:pt x="65443" y="36703"/>
                </a:lnTo>
                <a:lnTo>
                  <a:pt x="64046" y="40335"/>
                </a:lnTo>
                <a:lnTo>
                  <a:pt x="63944" y="48856"/>
                </a:lnTo>
                <a:lnTo>
                  <a:pt x="64795" y="51663"/>
                </a:lnTo>
                <a:lnTo>
                  <a:pt x="68211" y="56489"/>
                </a:lnTo>
                <a:lnTo>
                  <a:pt x="70548" y="58369"/>
                </a:lnTo>
                <a:lnTo>
                  <a:pt x="76695" y="61125"/>
                </a:lnTo>
                <a:lnTo>
                  <a:pt x="76962" y="61125"/>
                </a:lnTo>
                <a:lnTo>
                  <a:pt x="79832" y="61709"/>
                </a:lnTo>
                <a:lnTo>
                  <a:pt x="86956" y="61709"/>
                </a:lnTo>
                <a:lnTo>
                  <a:pt x="90157" y="61125"/>
                </a:lnTo>
                <a:lnTo>
                  <a:pt x="96088" y="58826"/>
                </a:lnTo>
                <a:lnTo>
                  <a:pt x="98564" y="57226"/>
                </a:lnTo>
                <a:lnTo>
                  <a:pt x="102069" y="53594"/>
                </a:lnTo>
                <a:lnTo>
                  <a:pt x="102196" y="53467"/>
                </a:lnTo>
                <a:lnTo>
                  <a:pt x="102501" y="53149"/>
                </a:lnTo>
                <a:lnTo>
                  <a:pt x="102704" y="52781"/>
                </a:lnTo>
                <a:lnTo>
                  <a:pt x="102641" y="51663"/>
                </a:lnTo>
                <a:lnTo>
                  <a:pt x="102730" y="52120"/>
                </a:lnTo>
                <a:lnTo>
                  <a:pt x="102819" y="52552"/>
                </a:lnTo>
                <a:lnTo>
                  <a:pt x="103035" y="52146"/>
                </a:lnTo>
                <a:lnTo>
                  <a:pt x="103035" y="53594"/>
                </a:lnTo>
                <a:lnTo>
                  <a:pt x="104813" y="57226"/>
                </a:lnTo>
                <a:lnTo>
                  <a:pt x="106133" y="58547"/>
                </a:lnTo>
                <a:lnTo>
                  <a:pt x="109626" y="60185"/>
                </a:lnTo>
                <a:lnTo>
                  <a:pt x="111760" y="60591"/>
                </a:lnTo>
                <a:lnTo>
                  <a:pt x="117856" y="60591"/>
                </a:lnTo>
                <a:lnTo>
                  <a:pt x="120294" y="60185"/>
                </a:lnTo>
                <a:close/>
              </a:path>
              <a:path w="251460" h="62230">
                <a:moveTo>
                  <a:pt x="187134" y="13589"/>
                </a:moveTo>
                <a:lnTo>
                  <a:pt x="186575" y="10744"/>
                </a:lnTo>
                <a:lnTo>
                  <a:pt x="186512" y="10477"/>
                </a:lnTo>
                <a:lnTo>
                  <a:pt x="186397" y="9867"/>
                </a:lnTo>
                <a:lnTo>
                  <a:pt x="186296" y="9347"/>
                </a:lnTo>
                <a:lnTo>
                  <a:pt x="186169" y="8737"/>
                </a:lnTo>
                <a:lnTo>
                  <a:pt x="186067" y="8242"/>
                </a:lnTo>
                <a:lnTo>
                  <a:pt x="181749" y="1625"/>
                </a:lnTo>
                <a:lnTo>
                  <a:pt x="178295" y="0"/>
                </a:lnTo>
                <a:lnTo>
                  <a:pt x="169976" y="0"/>
                </a:lnTo>
                <a:lnTo>
                  <a:pt x="167030" y="1333"/>
                </a:lnTo>
                <a:lnTo>
                  <a:pt x="162356" y="6680"/>
                </a:lnTo>
                <a:lnTo>
                  <a:pt x="161061" y="9867"/>
                </a:lnTo>
                <a:lnTo>
                  <a:pt x="161112" y="12319"/>
                </a:lnTo>
                <a:lnTo>
                  <a:pt x="160997" y="10744"/>
                </a:lnTo>
                <a:lnTo>
                  <a:pt x="160985" y="10477"/>
                </a:lnTo>
                <a:lnTo>
                  <a:pt x="160909" y="10248"/>
                </a:lnTo>
                <a:lnTo>
                  <a:pt x="160972" y="10096"/>
                </a:lnTo>
                <a:lnTo>
                  <a:pt x="160794" y="9867"/>
                </a:lnTo>
                <a:lnTo>
                  <a:pt x="160286" y="8242"/>
                </a:lnTo>
                <a:lnTo>
                  <a:pt x="159791" y="6680"/>
                </a:lnTo>
                <a:lnTo>
                  <a:pt x="159702" y="6400"/>
                </a:lnTo>
                <a:lnTo>
                  <a:pt x="155943" y="1333"/>
                </a:lnTo>
                <a:lnTo>
                  <a:pt x="153200" y="0"/>
                </a:lnTo>
                <a:lnTo>
                  <a:pt x="146291" y="0"/>
                </a:lnTo>
                <a:lnTo>
                  <a:pt x="143446" y="1333"/>
                </a:lnTo>
                <a:lnTo>
                  <a:pt x="139103" y="6400"/>
                </a:lnTo>
                <a:lnTo>
                  <a:pt x="137985" y="9118"/>
                </a:lnTo>
                <a:lnTo>
                  <a:pt x="137985" y="9359"/>
                </a:lnTo>
                <a:lnTo>
                  <a:pt x="137680" y="9867"/>
                </a:lnTo>
                <a:lnTo>
                  <a:pt x="137795" y="1333"/>
                </a:lnTo>
                <a:lnTo>
                  <a:pt x="129209" y="1333"/>
                </a:lnTo>
                <a:lnTo>
                  <a:pt x="129209" y="60363"/>
                </a:lnTo>
                <a:lnTo>
                  <a:pt x="138569" y="60363"/>
                </a:lnTo>
                <a:lnTo>
                  <a:pt x="138569" y="19380"/>
                </a:lnTo>
                <a:lnTo>
                  <a:pt x="138811" y="17449"/>
                </a:lnTo>
                <a:lnTo>
                  <a:pt x="145034" y="8242"/>
                </a:lnTo>
                <a:lnTo>
                  <a:pt x="149034" y="8242"/>
                </a:lnTo>
                <a:lnTo>
                  <a:pt x="150799" y="9347"/>
                </a:lnTo>
                <a:lnTo>
                  <a:pt x="152844" y="13589"/>
                </a:lnTo>
                <a:lnTo>
                  <a:pt x="152958" y="13804"/>
                </a:lnTo>
                <a:lnTo>
                  <a:pt x="153377" y="16624"/>
                </a:lnTo>
                <a:lnTo>
                  <a:pt x="153492" y="60363"/>
                </a:lnTo>
                <a:lnTo>
                  <a:pt x="162852" y="60363"/>
                </a:lnTo>
                <a:lnTo>
                  <a:pt x="162852" y="19380"/>
                </a:lnTo>
                <a:lnTo>
                  <a:pt x="163106" y="17449"/>
                </a:lnTo>
                <a:lnTo>
                  <a:pt x="163207" y="16624"/>
                </a:lnTo>
                <a:lnTo>
                  <a:pt x="163766" y="14922"/>
                </a:lnTo>
                <a:lnTo>
                  <a:pt x="164617" y="12319"/>
                </a:lnTo>
                <a:lnTo>
                  <a:pt x="165557" y="10744"/>
                </a:lnTo>
                <a:lnTo>
                  <a:pt x="167944" y="8737"/>
                </a:lnTo>
                <a:lnTo>
                  <a:pt x="169316" y="8242"/>
                </a:lnTo>
                <a:lnTo>
                  <a:pt x="173253" y="8242"/>
                </a:lnTo>
                <a:lnTo>
                  <a:pt x="177774" y="60363"/>
                </a:lnTo>
                <a:lnTo>
                  <a:pt x="187134" y="60363"/>
                </a:lnTo>
                <a:lnTo>
                  <a:pt x="187134" y="13589"/>
                </a:lnTo>
                <a:close/>
              </a:path>
              <a:path w="251460" h="62230">
                <a:moveTo>
                  <a:pt x="251409" y="24358"/>
                </a:moveTo>
                <a:lnTo>
                  <a:pt x="250545" y="20002"/>
                </a:lnTo>
                <a:lnTo>
                  <a:pt x="250494" y="19786"/>
                </a:lnTo>
                <a:lnTo>
                  <a:pt x="250380" y="19189"/>
                </a:lnTo>
                <a:lnTo>
                  <a:pt x="241160" y="5054"/>
                </a:lnTo>
                <a:lnTo>
                  <a:pt x="241160" y="25501"/>
                </a:lnTo>
                <a:lnTo>
                  <a:pt x="208407" y="25501"/>
                </a:lnTo>
                <a:lnTo>
                  <a:pt x="209232" y="20002"/>
                </a:lnTo>
                <a:lnTo>
                  <a:pt x="211099" y="15875"/>
                </a:lnTo>
                <a:lnTo>
                  <a:pt x="216966" y="10299"/>
                </a:lnTo>
                <a:lnTo>
                  <a:pt x="220700" y="8902"/>
                </a:lnTo>
                <a:lnTo>
                  <a:pt x="229616" y="8902"/>
                </a:lnTo>
                <a:lnTo>
                  <a:pt x="241071" y="24358"/>
                </a:lnTo>
                <a:lnTo>
                  <a:pt x="241160" y="25501"/>
                </a:lnTo>
                <a:lnTo>
                  <a:pt x="241160" y="5054"/>
                </a:lnTo>
                <a:lnTo>
                  <a:pt x="235000" y="1282"/>
                </a:lnTo>
                <a:lnTo>
                  <a:pt x="235165" y="1282"/>
                </a:lnTo>
                <a:lnTo>
                  <a:pt x="230352" y="0"/>
                </a:lnTo>
                <a:lnTo>
                  <a:pt x="219811" y="0"/>
                </a:lnTo>
                <a:lnTo>
                  <a:pt x="198615" y="37084"/>
                </a:lnTo>
                <a:lnTo>
                  <a:pt x="199707" y="42532"/>
                </a:lnTo>
                <a:lnTo>
                  <a:pt x="220103" y="61709"/>
                </a:lnTo>
                <a:lnTo>
                  <a:pt x="231914" y="61709"/>
                </a:lnTo>
                <a:lnTo>
                  <a:pt x="237210" y="60020"/>
                </a:lnTo>
                <a:lnTo>
                  <a:pt x="245897" y="53263"/>
                </a:lnTo>
                <a:lnTo>
                  <a:pt x="246214" y="52793"/>
                </a:lnTo>
                <a:lnTo>
                  <a:pt x="248843" y="48933"/>
                </a:lnTo>
                <a:lnTo>
                  <a:pt x="250405" y="43662"/>
                </a:lnTo>
                <a:lnTo>
                  <a:pt x="240385" y="42875"/>
                </a:lnTo>
                <a:lnTo>
                  <a:pt x="239420" y="45847"/>
                </a:lnTo>
                <a:lnTo>
                  <a:pt x="237693" y="48247"/>
                </a:lnTo>
                <a:lnTo>
                  <a:pt x="232714" y="51879"/>
                </a:lnTo>
                <a:lnTo>
                  <a:pt x="229539" y="52793"/>
                </a:lnTo>
                <a:lnTo>
                  <a:pt x="220548" y="52793"/>
                </a:lnTo>
                <a:lnTo>
                  <a:pt x="216484" y="51193"/>
                </a:lnTo>
                <a:lnTo>
                  <a:pt x="210477" y="44805"/>
                </a:lnTo>
                <a:lnTo>
                  <a:pt x="208788" y="40055"/>
                </a:lnTo>
                <a:lnTo>
                  <a:pt x="208407" y="33743"/>
                </a:lnTo>
                <a:lnTo>
                  <a:pt x="251409" y="33743"/>
                </a:lnTo>
                <a:lnTo>
                  <a:pt x="251409" y="25501"/>
                </a:lnTo>
                <a:lnTo>
                  <a:pt x="251409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707406" y="2969031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69">
                <a:moveTo>
                  <a:pt x="13812" y="0"/>
                </a:moveTo>
                <a:lnTo>
                  <a:pt x="0" y="0"/>
                </a:lnTo>
                <a:lnTo>
                  <a:pt x="0" y="13588"/>
                </a:lnTo>
                <a:lnTo>
                  <a:pt x="13812" y="13588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3" name="object 73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06909" y="2901751"/>
            <a:ext cx="1193656" cy="387191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082164" y="3048229"/>
            <a:ext cx="385409" cy="97242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550003" y="3048340"/>
            <a:ext cx="451129" cy="97132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888912" y="2903422"/>
            <a:ext cx="1052635" cy="24205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082892" y="3054578"/>
            <a:ext cx="118742" cy="74185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286290" y="3048340"/>
            <a:ext cx="318575" cy="80424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4687735" y="3067062"/>
            <a:ext cx="97790" cy="78740"/>
          </a:xfrm>
          <a:custGeom>
            <a:avLst/>
            <a:gdLst/>
            <a:ahLst/>
            <a:cxnLst/>
            <a:rect l="l" t="t" r="r" b="b"/>
            <a:pathLst>
              <a:path w="97789" h="78739">
                <a:moveTo>
                  <a:pt x="48120" y="18224"/>
                </a:moveTo>
                <a:lnTo>
                  <a:pt x="32156" y="0"/>
                </a:lnTo>
                <a:lnTo>
                  <a:pt x="24574" y="0"/>
                </a:lnTo>
                <a:lnTo>
                  <a:pt x="8801" y="11328"/>
                </a:lnTo>
                <a:lnTo>
                  <a:pt x="8801" y="11493"/>
                </a:lnTo>
                <a:lnTo>
                  <a:pt x="8534" y="11874"/>
                </a:lnTo>
                <a:lnTo>
                  <a:pt x="8572" y="1333"/>
                </a:lnTo>
                <a:lnTo>
                  <a:pt x="0" y="1333"/>
                </a:lnTo>
                <a:lnTo>
                  <a:pt x="0" y="60375"/>
                </a:lnTo>
                <a:lnTo>
                  <a:pt x="9359" y="60375"/>
                </a:lnTo>
                <a:lnTo>
                  <a:pt x="9359" y="21424"/>
                </a:lnTo>
                <a:lnTo>
                  <a:pt x="10083" y="18364"/>
                </a:lnTo>
                <a:lnTo>
                  <a:pt x="11239" y="16370"/>
                </a:lnTo>
                <a:lnTo>
                  <a:pt x="12979" y="13385"/>
                </a:lnTo>
                <a:lnTo>
                  <a:pt x="14922" y="11493"/>
                </a:lnTo>
                <a:lnTo>
                  <a:pt x="19621" y="9004"/>
                </a:lnTo>
                <a:lnTo>
                  <a:pt x="19354" y="9004"/>
                </a:lnTo>
                <a:lnTo>
                  <a:pt x="22580" y="8242"/>
                </a:lnTo>
                <a:lnTo>
                  <a:pt x="30073" y="8242"/>
                </a:lnTo>
                <a:lnTo>
                  <a:pt x="33375" y="9664"/>
                </a:lnTo>
                <a:lnTo>
                  <a:pt x="37693" y="15392"/>
                </a:lnTo>
                <a:lnTo>
                  <a:pt x="38760" y="19570"/>
                </a:lnTo>
                <a:lnTo>
                  <a:pt x="38760" y="60375"/>
                </a:lnTo>
                <a:lnTo>
                  <a:pt x="48120" y="60375"/>
                </a:lnTo>
                <a:lnTo>
                  <a:pt x="48120" y="18224"/>
                </a:lnTo>
                <a:close/>
              </a:path>
              <a:path w="97789" h="78739">
                <a:moveTo>
                  <a:pt x="97574" y="46786"/>
                </a:moveTo>
                <a:lnTo>
                  <a:pt x="84213" y="46786"/>
                </a:lnTo>
                <a:lnTo>
                  <a:pt x="84213" y="60375"/>
                </a:lnTo>
                <a:lnTo>
                  <a:pt x="90220" y="60375"/>
                </a:lnTo>
                <a:lnTo>
                  <a:pt x="84213" y="78409"/>
                </a:lnTo>
                <a:lnTo>
                  <a:pt x="90893" y="78409"/>
                </a:lnTo>
                <a:lnTo>
                  <a:pt x="97574" y="59258"/>
                </a:lnTo>
                <a:lnTo>
                  <a:pt x="97574" y="46786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2078423" y="3048229"/>
            <a:ext cx="923317" cy="225341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556950" y="4107660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70"/>
                </a:lnTo>
                <a:lnTo>
                  <a:pt x="5614060" y="5570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object 8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56950" y="3422612"/>
            <a:ext cx="155946" cy="15594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807355" y="3461374"/>
            <a:ext cx="870435" cy="114955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1773014" y="3483029"/>
            <a:ext cx="443230" cy="93345"/>
            <a:chOff x="1773014" y="3483029"/>
            <a:chExt cx="443230" cy="93345"/>
          </a:xfrm>
        </p:grpSpPr>
        <p:pic>
          <p:nvPicPr>
            <p:cNvPr id="85" name="object 8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773014" y="3483029"/>
              <a:ext cx="387263" cy="9330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2194943" y="3487173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89" h="69214">
                  <a:moveTo>
                    <a:pt x="21120" y="48921"/>
                  </a:moveTo>
                  <a:lnTo>
                    <a:pt x="0" y="48921"/>
                  </a:lnTo>
                  <a:lnTo>
                    <a:pt x="0" y="69105"/>
                  </a:lnTo>
                  <a:lnTo>
                    <a:pt x="21120" y="69105"/>
                  </a:lnTo>
                  <a:lnTo>
                    <a:pt x="21120" y="48921"/>
                  </a:lnTo>
                  <a:close/>
                </a:path>
                <a:path w="21589" h="69214">
                  <a:moveTo>
                    <a:pt x="21120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20" y="20184"/>
                  </a:lnTo>
                  <a:lnTo>
                    <a:pt x="21120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/>
          <p:nvPr/>
        </p:nvSpPr>
        <p:spPr>
          <a:xfrm>
            <a:off x="2331948" y="3460038"/>
            <a:ext cx="549275" cy="116839"/>
          </a:xfrm>
          <a:custGeom>
            <a:avLst/>
            <a:gdLst/>
            <a:ahLst/>
            <a:cxnLst/>
            <a:rect l="l" t="t" r="r" b="b"/>
            <a:pathLst>
              <a:path w="549275" h="116839">
                <a:moveTo>
                  <a:pt x="67894" y="52806"/>
                </a:moveTo>
                <a:lnTo>
                  <a:pt x="49085" y="25984"/>
                </a:lnTo>
                <a:lnTo>
                  <a:pt x="49085" y="53492"/>
                </a:lnTo>
                <a:lnTo>
                  <a:pt x="49085" y="67271"/>
                </a:lnTo>
                <a:lnTo>
                  <a:pt x="47764" y="72567"/>
                </a:lnTo>
                <a:lnTo>
                  <a:pt x="42532" y="80010"/>
                </a:lnTo>
                <a:lnTo>
                  <a:pt x="38798" y="81864"/>
                </a:lnTo>
                <a:lnTo>
                  <a:pt x="29095" y="81864"/>
                </a:lnTo>
                <a:lnTo>
                  <a:pt x="25361" y="80010"/>
                </a:lnTo>
                <a:lnTo>
                  <a:pt x="20129" y="72567"/>
                </a:lnTo>
                <a:lnTo>
                  <a:pt x="18821" y="67271"/>
                </a:lnTo>
                <a:lnTo>
                  <a:pt x="18821" y="53492"/>
                </a:lnTo>
                <a:lnTo>
                  <a:pt x="20129" y="48209"/>
                </a:lnTo>
                <a:lnTo>
                  <a:pt x="25361" y="40830"/>
                </a:lnTo>
                <a:lnTo>
                  <a:pt x="29095" y="38976"/>
                </a:lnTo>
                <a:lnTo>
                  <a:pt x="38798" y="38976"/>
                </a:lnTo>
                <a:lnTo>
                  <a:pt x="42532" y="40830"/>
                </a:lnTo>
                <a:lnTo>
                  <a:pt x="47764" y="48209"/>
                </a:lnTo>
                <a:lnTo>
                  <a:pt x="49085" y="53492"/>
                </a:lnTo>
                <a:lnTo>
                  <a:pt x="49085" y="25984"/>
                </a:lnTo>
                <a:lnTo>
                  <a:pt x="46659" y="24523"/>
                </a:lnTo>
                <a:lnTo>
                  <a:pt x="40716" y="22999"/>
                </a:lnTo>
                <a:lnTo>
                  <a:pt x="27178" y="22999"/>
                </a:lnTo>
                <a:lnTo>
                  <a:pt x="0" y="52806"/>
                </a:lnTo>
                <a:lnTo>
                  <a:pt x="0" y="68021"/>
                </a:lnTo>
                <a:lnTo>
                  <a:pt x="27178" y="97853"/>
                </a:lnTo>
                <a:lnTo>
                  <a:pt x="40716" y="97853"/>
                </a:lnTo>
                <a:lnTo>
                  <a:pt x="67894" y="68021"/>
                </a:lnTo>
                <a:lnTo>
                  <a:pt x="67894" y="52806"/>
                </a:lnTo>
                <a:close/>
              </a:path>
              <a:path w="549275" h="116839">
                <a:moveTo>
                  <a:pt x="149123" y="53098"/>
                </a:moveTo>
                <a:lnTo>
                  <a:pt x="130352" y="24015"/>
                </a:lnTo>
                <a:lnTo>
                  <a:pt x="130352" y="53098"/>
                </a:lnTo>
                <a:lnTo>
                  <a:pt x="130352" y="67754"/>
                </a:lnTo>
                <a:lnTo>
                  <a:pt x="129032" y="73152"/>
                </a:lnTo>
                <a:lnTo>
                  <a:pt x="123748" y="80124"/>
                </a:lnTo>
                <a:lnTo>
                  <a:pt x="120027" y="81864"/>
                </a:lnTo>
                <a:lnTo>
                  <a:pt x="112191" y="81864"/>
                </a:lnTo>
                <a:lnTo>
                  <a:pt x="109486" y="81102"/>
                </a:lnTo>
                <a:lnTo>
                  <a:pt x="108242" y="80289"/>
                </a:lnTo>
                <a:lnTo>
                  <a:pt x="104775" y="78028"/>
                </a:lnTo>
                <a:lnTo>
                  <a:pt x="102933" y="75679"/>
                </a:lnTo>
                <a:lnTo>
                  <a:pt x="100317" y="69329"/>
                </a:lnTo>
                <a:lnTo>
                  <a:pt x="99656" y="65303"/>
                </a:lnTo>
                <a:lnTo>
                  <a:pt x="99656" y="55537"/>
                </a:lnTo>
                <a:lnTo>
                  <a:pt x="100317" y="51511"/>
                </a:lnTo>
                <a:lnTo>
                  <a:pt x="102984" y="45173"/>
                </a:lnTo>
                <a:lnTo>
                  <a:pt x="104813" y="42811"/>
                </a:lnTo>
                <a:lnTo>
                  <a:pt x="107403" y="41122"/>
                </a:lnTo>
                <a:lnTo>
                  <a:pt x="109499" y="39751"/>
                </a:lnTo>
                <a:lnTo>
                  <a:pt x="112191" y="38976"/>
                </a:lnTo>
                <a:lnTo>
                  <a:pt x="120027" y="38976"/>
                </a:lnTo>
                <a:lnTo>
                  <a:pt x="123748" y="40728"/>
                </a:lnTo>
                <a:lnTo>
                  <a:pt x="129032" y="47688"/>
                </a:lnTo>
                <a:lnTo>
                  <a:pt x="130352" y="53098"/>
                </a:lnTo>
                <a:lnTo>
                  <a:pt x="130352" y="24015"/>
                </a:lnTo>
                <a:lnTo>
                  <a:pt x="127127" y="22999"/>
                </a:lnTo>
                <a:lnTo>
                  <a:pt x="115023" y="22999"/>
                </a:lnTo>
                <a:lnTo>
                  <a:pt x="109689" y="24650"/>
                </a:lnTo>
                <a:lnTo>
                  <a:pt x="110007" y="24650"/>
                </a:lnTo>
                <a:lnTo>
                  <a:pt x="102514" y="30454"/>
                </a:lnTo>
                <a:lnTo>
                  <a:pt x="99669" y="34747"/>
                </a:lnTo>
                <a:lnTo>
                  <a:pt x="99364" y="35763"/>
                </a:lnTo>
                <a:lnTo>
                  <a:pt x="97840" y="40322"/>
                </a:lnTo>
                <a:lnTo>
                  <a:pt x="99339" y="35763"/>
                </a:lnTo>
                <a:lnTo>
                  <a:pt x="99021" y="24650"/>
                </a:lnTo>
                <a:lnTo>
                  <a:pt x="81534" y="24650"/>
                </a:lnTo>
                <a:lnTo>
                  <a:pt x="81534" y="116293"/>
                </a:lnTo>
                <a:lnTo>
                  <a:pt x="99656" y="116293"/>
                </a:lnTo>
                <a:lnTo>
                  <a:pt x="99656" y="86690"/>
                </a:lnTo>
                <a:lnTo>
                  <a:pt x="100723" y="88506"/>
                </a:lnTo>
                <a:lnTo>
                  <a:pt x="104978" y="93179"/>
                </a:lnTo>
                <a:lnTo>
                  <a:pt x="107569" y="94932"/>
                </a:lnTo>
                <a:lnTo>
                  <a:pt x="113626" y="97269"/>
                </a:lnTo>
                <a:lnTo>
                  <a:pt x="117017" y="97853"/>
                </a:lnTo>
                <a:lnTo>
                  <a:pt x="127127" y="97853"/>
                </a:lnTo>
                <a:lnTo>
                  <a:pt x="145135" y="81864"/>
                </a:lnTo>
                <a:lnTo>
                  <a:pt x="148120" y="73736"/>
                </a:lnTo>
                <a:lnTo>
                  <a:pt x="149110" y="67754"/>
                </a:lnTo>
                <a:lnTo>
                  <a:pt x="149123" y="53098"/>
                </a:lnTo>
                <a:close/>
              </a:path>
              <a:path w="549275" h="116839">
                <a:moveTo>
                  <a:pt x="225361" y="24599"/>
                </a:moveTo>
                <a:lnTo>
                  <a:pt x="198843" y="24599"/>
                </a:lnTo>
                <a:lnTo>
                  <a:pt x="198843" y="7785"/>
                </a:lnTo>
                <a:lnTo>
                  <a:pt x="180708" y="7785"/>
                </a:lnTo>
                <a:lnTo>
                  <a:pt x="180708" y="24599"/>
                </a:lnTo>
                <a:lnTo>
                  <a:pt x="160134" y="24599"/>
                </a:lnTo>
                <a:lnTo>
                  <a:pt x="160134" y="38976"/>
                </a:lnTo>
                <a:lnTo>
                  <a:pt x="180708" y="38976"/>
                </a:lnTo>
                <a:lnTo>
                  <a:pt x="180708" y="81457"/>
                </a:lnTo>
                <a:lnTo>
                  <a:pt x="182613" y="87083"/>
                </a:lnTo>
                <a:lnTo>
                  <a:pt x="190182" y="94411"/>
                </a:lnTo>
                <a:lnTo>
                  <a:pt x="196088" y="96240"/>
                </a:lnTo>
                <a:lnTo>
                  <a:pt x="225361" y="96240"/>
                </a:lnTo>
                <a:lnTo>
                  <a:pt x="225361" y="81864"/>
                </a:lnTo>
                <a:lnTo>
                  <a:pt x="205232" y="81864"/>
                </a:lnTo>
                <a:lnTo>
                  <a:pt x="202831" y="81064"/>
                </a:lnTo>
                <a:lnTo>
                  <a:pt x="199631" y="77838"/>
                </a:lnTo>
                <a:lnTo>
                  <a:pt x="198843" y="75374"/>
                </a:lnTo>
                <a:lnTo>
                  <a:pt x="198843" y="38976"/>
                </a:lnTo>
                <a:lnTo>
                  <a:pt x="225361" y="38976"/>
                </a:lnTo>
                <a:lnTo>
                  <a:pt x="225361" y="24599"/>
                </a:lnTo>
                <a:close/>
              </a:path>
              <a:path w="549275" h="116839">
                <a:moveTo>
                  <a:pt x="288048" y="0"/>
                </a:moveTo>
                <a:lnTo>
                  <a:pt x="269595" y="0"/>
                </a:lnTo>
                <a:lnTo>
                  <a:pt x="269595" y="15773"/>
                </a:lnTo>
                <a:lnTo>
                  <a:pt x="288048" y="15773"/>
                </a:lnTo>
                <a:lnTo>
                  <a:pt x="288048" y="0"/>
                </a:lnTo>
                <a:close/>
              </a:path>
              <a:path w="549275" h="116839">
                <a:moveTo>
                  <a:pt x="310908" y="81813"/>
                </a:moveTo>
                <a:lnTo>
                  <a:pt x="288315" y="81813"/>
                </a:lnTo>
                <a:lnTo>
                  <a:pt x="288315" y="39039"/>
                </a:lnTo>
                <a:lnTo>
                  <a:pt x="288315" y="31280"/>
                </a:lnTo>
                <a:lnTo>
                  <a:pt x="288315" y="24599"/>
                </a:lnTo>
                <a:lnTo>
                  <a:pt x="244868" y="24599"/>
                </a:lnTo>
                <a:lnTo>
                  <a:pt x="244868" y="39039"/>
                </a:lnTo>
                <a:lnTo>
                  <a:pt x="270141" y="39039"/>
                </a:lnTo>
                <a:lnTo>
                  <a:pt x="270141" y="81813"/>
                </a:lnTo>
                <a:lnTo>
                  <a:pt x="243535" y="81813"/>
                </a:lnTo>
                <a:lnTo>
                  <a:pt x="243535" y="96240"/>
                </a:lnTo>
                <a:lnTo>
                  <a:pt x="310908" y="96240"/>
                </a:lnTo>
                <a:lnTo>
                  <a:pt x="310908" y="81813"/>
                </a:lnTo>
                <a:close/>
              </a:path>
              <a:path w="549275" h="116839">
                <a:moveTo>
                  <a:pt x="391109" y="38392"/>
                </a:moveTo>
                <a:lnTo>
                  <a:pt x="389864" y="32461"/>
                </a:lnTo>
                <a:lnTo>
                  <a:pt x="384911" y="24892"/>
                </a:lnTo>
                <a:lnTo>
                  <a:pt x="381038" y="22999"/>
                </a:lnTo>
                <a:lnTo>
                  <a:pt x="371487" y="22999"/>
                </a:lnTo>
                <a:lnTo>
                  <a:pt x="367804" y="24599"/>
                </a:lnTo>
                <a:lnTo>
                  <a:pt x="361988" y="30683"/>
                </a:lnTo>
                <a:lnTo>
                  <a:pt x="360438" y="34315"/>
                </a:lnTo>
                <a:lnTo>
                  <a:pt x="360375" y="35217"/>
                </a:lnTo>
                <a:lnTo>
                  <a:pt x="360273" y="34772"/>
                </a:lnTo>
                <a:lnTo>
                  <a:pt x="360095" y="35077"/>
                </a:lnTo>
                <a:lnTo>
                  <a:pt x="360045" y="35217"/>
                </a:lnTo>
                <a:lnTo>
                  <a:pt x="360133" y="34315"/>
                </a:lnTo>
                <a:lnTo>
                  <a:pt x="359054" y="30683"/>
                </a:lnTo>
                <a:lnTo>
                  <a:pt x="359003" y="30505"/>
                </a:lnTo>
                <a:lnTo>
                  <a:pt x="355003" y="24599"/>
                </a:lnTo>
                <a:lnTo>
                  <a:pt x="355155" y="24599"/>
                </a:lnTo>
                <a:lnTo>
                  <a:pt x="351713" y="22999"/>
                </a:lnTo>
                <a:lnTo>
                  <a:pt x="343484" y="22999"/>
                </a:lnTo>
                <a:lnTo>
                  <a:pt x="340004" y="24599"/>
                </a:lnTo>
                <a:lnTo>
                  <a:pt x="340182" y="24599"/>
                </a:lnTo>
                <a:lnTo>
                  <a:pt x="335191" y="30353"/>
                </a:lnTo>
                <a:lnTo>
                  <a:pt x="333552" y="34315"/>
                </a:lnTo>
                <a:lnTo>
                  <a:pt x="333362" y="34772"/>
                </a:lnTo>
                <a:lnTo>
                  <a:pt x="333273" y="35217"/>
                </a:lnTo>
                <a:lnTo>
                  <a:pt x="332295" y="40347"/>
                </a:lnTo>
                <a:lnTo>
                  <a:pt x="332232" y="40665"/>
                </a:lnTo>
                <a:lnTo>
                  <a:pt x="333273" y="35217"/>
                </a:lnTo>
                <a:lnTo>
                  <a:pt x="333400" y="30353"/>
                </a:lnTo>
                <a:lnTo>
                  <a:pt x="333184" y="24892"/>
                </a:lnTo>
                <a:lnTo>
                  <a:pt x="333171" y="24599"/>
                </a:lnTo>
                <a:lnTo>
                  <a:pt x="318389" y="24599"/>
                </a:lnTo>
                <a:lnTo>
                  <a:pt x="318389" y="96240"/>
                </a:lnTo>
                <a:lnTo>
                  <a:pt x="335394" y="96240"/>
                </a:lnTo>
                <a:lnTo>
                  <a:pt x="335394" y="47434"/>
                </a:lnTo>
                <a:lnTo>
                  <a:pt x="335584" y="45707"/>
                </a:lnTo>
                <a:lnTo>
                  <a:pt x="335635" y="45135"/>
                </a:lnTo>
                <a:lnTo>
                  <a:pt x="336638" y="41630"/>
                </a:lnTo>
                <a:lnTo>
                  <a:pt x="336867" y="41224"/>
                </a:lnTo>
                <a:lnTo>
                  <a:pt x="336943" y="41097"/>
                </a:lnTo>
                <a:lnTo>
                  <a:pt x="337362" y="40347"/>
                </a:lnTo>
                <a:lnTo>
                  <a:pt x="339255" y="38747"/>
                </a:lnTo>
                <a:lnTo>
                  <a:pt x="340207" y="38392"/>
                </a:lnTo>
                <a:lnTo>
                  <a:pt x="343598" y="38392"/>
                </a:lnTo>
                <a:lnTo>
                  <a:pt x="344855" y="39192"/>
                </a:lnTo>
                <a:lnTo>
                  <a:pt x="346354" y="42354"/>
                </a:lnTo>
                <a:lnTo>
                  <a:pt x="346481" y="42621"/>
                </a:lnTo>
                <a:lnTo>
                  <a:pt x="346811" y="45135"/>
                </a:lnTo>
                <a:lnTo>
                  <a:pt x="346887" y="96240"/>
                </a:lnTo>
                <a:lnTo>
                  <a:pt x="362610" y="96240"/>
                </a:lnTo>
                <a:lnTo>
                  <a:pt x="362610" y="47434"/>
                </a:lnTo>
                <a:lnTo>
                  <a:pt x="362813" y="45707"/>
                </a:lnTo>
                <a:lnTo>
                  <a:pt x="362877" y="45135"/>
                </a:lnTo>
                <a:lnTo>
                  <a:pt x="363982" y="41630"/>
                </a:lnTo>
                <a:lnTo>
                  <a:pt x="364223" y="41224"/>
                </a:lnTo>
                <a:lnTo>
                  <a:pt x="364731" y="40347"/>
                </a:lnTo>
                <a:lnTo>
                  <a:pt x="366623" y="38747"/>
                </a:lnTo>
                <a:lnTo>
                  <a:pt x="367563" y="38392"/>
                </a:lnTo>
                <a:lnTo>
                  <a:pt x="370814" y="38392"/>
                </a:lnTo>
                <a:lnTo>
                  <a:pt x="374103" y="96240"/>
                </a:lnTo>
                <a:lnTo>
                  <a:pt x="391109" y="96240"/>
                </a:lnTo>
                <a:lnTo>
                  <a:pt x="391109" y="38392"/>
                </a:lnTo>
                <a:close/>
              </a:path>
              <a:path w="549275" h="116839">
                <a:moveTo>
                  <a:pt x="469163" y="82664"/>
                </a:moveTo>
                <a:lnTo>
                  <a:pt x="465010" y="82664"/>
                </a:lnTo>
                <a:lnTo>
                  <a:pt x="464083" y="82334"/>
                </a:lnTo>
                <a:lnTo>
                  <a:pt x="462762" y="80975"/>
                </a:lnTo>
                <a:lnTo>
                  <a:pt x="462686" y="80683"/>
                </a:lnTo>
                <a:lnTo>
                  <a:pt x="462432" y="79730"/>
                </a:lnTo>
                <a:lnTo>
                  <a:pt x="462432" y="64439"/>
                </a:lnTo>
                <a:lnTo>
                  <a:pt x="462432" y="43294"/>
                </a:lnTo>
                <a:lnTo>
                  <a:pt x="460514" y="37541"/>
                </a:lnTo>
                <a:lnTo>
                  <a:pt x="459994" y="36004"/>
                </a:lnTo>
                <a:lnTo>
                  <a:pt x="450291" y="25603"/>
                </a:lnTo>
                <a:lnTo>
                  <a:pt x="442696" y="22999"/>
                </a:lnTo>
                <a:lnTo>
                  <a:pt x="424141" y="22999"/>
                </a:lnTo>
                <a:lnTo>
                  <a:pt x="417322" y="25120"/>
                </a:lnTo>
                <a:lnTo>
                  <a:pt x="406501" y="33629"/>
                </a:lnTo>
                <a:lnTo>
                  <a:pt x="403136" y="39255"/>
                </a:lnTo>
                <a:lnTo>
                  <a:pt x="401802" y="46253"/>
                </a:lnTo>
                <a:lnTo>
                  <a:pt x="420509" y="47269"/>
                </a:lnTo>
                <a:lnTo>
                  <a:pt x="421093" y="44399"/>
                </a:lnTo>
                <a:lnTo>
                  <a:pt x="422376" y="42062"/>
                </a:lnTo>
                <a:lnTo>
                  <a:pt x="426288" y="38442"/>
                </a:lnTo>
                <a:lnTo>
                  <a:pt x="429082" y="37541"/>
                </a:lnTo>
                <a:lnTo>
                  <a:pt x="436816" y="37541"/>
                </a:lnTo>
                <a:lnTo>
                  <a:pt x="439775" y="38760"/>
                </a:lnTo>
                <a:lnTo>
                  <a:pt x="443395" y="43624"/>
                </a:lnTo>
                <a:lnTo>
                  <a:pt x="444309" y="47091"/>
                </a:lnTo>
                <a:lnTo>
                  <a:pt x="444309" y="51600"/>
                </a:lnTo>
                <a:lnTo>
                  <a:pt x="444309" y="64439"/>
                </a:lnTo>
                <a:lnTo>
                  <a:pt x="444207" y="72351"/>
                </a:lnTo>
                <a:lnTo>
                  <a:pt x="443788" y="74269"/>
                </a:lnTo>
                <a:lnTo>
                  <a:pt x="443687" y="74752"/>
                </a:lnTo>
                <a:lnTo>
                  <a:pt x="441223" y="79438"/>
                </a:lnTo>
                <a:lnTo>
                  <a:pt x="439432" y="81216"/>
                </a:lnTo>
                <a:lnTo>
                  <a:pt x="434733" y="83654"/>
                </a:lnTo>
                <a:lnTo>
                  <a:pt x="431876" y="84264"/>
                </a:lnTo>
                <a:lnTo>
                  <a:pt x="425615" y="84264"/>
                </a:lnTo>
                <a:lnTo>
                  <a:pt x="423621" y="83654"/>
                </a:lnTo>
                <a:lnTo>
                  <a:pt x="423481" y="83654"/>
                </a:lnTo>
                <a:lnTo>
                  <a:pt x="420433" y="80975"/>
                </a:lnTo>
                <a:lnTo>
                  <a:pt x="420268" y="80683"/>
                </a:lnTo>
                <a:lnTo>
                  <a:pt x="419608" y="79070"/>
                </a:lnTo>
                <a:lnTo>
                  <a:pt x="419608" y="74269"/>
                </a:lnTo>
                <a:lnTo>
                  <a:pt x="420255" y="72351"/>
                </a:lnTo>
                <a:lnTo>
                  <a:pt x="422871" y="69608"/>
                </a:lnTo>
                <a:lnTo>
                  <a:pt x="425157" y="68580"/>
                </a:lnTo>
                <a:lnTo>
                  <a:pt x="428421" y="67906"/>
                </a:lnTo>
                <a:lnTo>
                  <a:pt x="444309" y="64439"/>
                </a:lnTo>
                <a:lnTo>
                  <a:pt x="444309" y="51600"/>
                </a:lnTo>
                <a:lnTo>
                  <a:pt x="415963" y="57708"/>
                </a:lnTo>
                <a:lnTo>
                  <a:pt x="410629" y="60134"/>
                </a:lnTo>
                <a:lnTo>
                  <a:pt x="402882" y="66865"/>
                </a:lnTo>
                <a:lnTo>
                  <a:pt x="400939" y="71577"/>
                </a:lnTo>
                <a:lnTo>
                  <a:pt x="400939" y="81851"/>
                </a:lnTo>
                <a:lnTo>
                  <a:pt x="402005" y="85458"/>
                </a:lnTo>
                <a:lnTo>
                  <a:pt x="406260" y="91528"/>
                </a:lnTo>
                <a:lnTo>
                  <a:pt x="409143" y="93840"/>
                </a:lnTo>
                <a:lnTo>
                  <a:pt x="416509" y="97104"/>
                </a:lnTo>
                <a:lnTo>
                  <a:pt x="416661" y="97104"/>
                </a:lnTo>
                <a:lnTo>
                  <a:pt x="420382" y="97853"/>
                </a:lnTo>
                <a:lnTo>
                  <a:pt x="429107" y="97853"/>
                </a:lnTo>
                <a:lnTo>
                  <a:pt x="432892" y="97104"/>
                </a:lnTo>
                <a:lnTo>
                  <a:pt x="447090" y="84264"/>
                </a:lnTo>
                <a:lnTo>
                  <a:pt x="447167" y="84112"/>
                </a:lnTo>
                <a:lnTo>
                  <a:pt x="446316" y="86169"/>
                </a:lnTo>
                <a:lnTo>
                  <a:pt x="446493" y="86855"/>
                </a:lnTo>
                <a:lnTo>
                  <a:pt x="446532" y="87033"/>
                </a:lnTo>
                <a:lnTo>
                  <a:pt x="449160" y="91884"/>
                </a:lnTo>
                <a:lnTo>
                  <a:pt x="451307" y="93840"/>
                </a:lnTo>
                <a:lnTo>
                  <a:pt x="456298" y="96329"/>
                </a:lnTo>
                <a:lnTo>
                  <a:pt x="456641" y="96329"/>
                </a:lnTo>
                <a:lnTo>
                  <a:pt x="459079" y="96837"/>
                </a:lnTo>
                <a:lnTo>
                  <a:pt x="464667" y="96837"/>
                </a:lnTo>
                <a:lnTo>
                  <a:pt x="468630" y="96329"/>
                </a:lnTo>
                <a:lnTo>
                  <a:pt x="469163" y="96329"/>
                </a:lnTo>
                <a:lnTo>
                  <a:pt x="469163" y="82664"/>
                </a:lnTo>
                <a:close/>
              </a:path>
              <a:path w="549275" h="116839">
                <a:moveTo>
                  <a:pt x="548830" y="81864"/>
                </a:moveTo>
                <a:lnTo>
                  <a:pt x="526046" y="81864"/>
                </a:lnTo>
                <a:lnTo>
                  <a:pt x="526046" y="91440"/>
                </a:lnTo>
                <a:lnTo>
                  <a:pt x="525919" y="16433"/>
                </a:lnTo>
                <a:lnTo>
                  <a:pt x="524116" y="11036"/>
                </a:lnTo>
                <a:lnTo>
                  <a:pt x="516356" y="3276"/>
                </a:lnTo>
                <a:lnTo>
                  <a:pt x="510578" y="1346"/>
                </a:lnTo>
                <a:lnTo>
                  <a:pt x="484136" y="1346"/>
                </a:lnTo>
                <a:lnTo>
                  <a:pt x="484136" y="15722"/>
                </a:lnTo>
                <a:lnTo>
                  <a:pt x="502335" y="15722"/>
                </a:lnTo>
                <a:lnTo>
                  <a:pt x="504380" y="16433"/>
                </a:lnTo>
                <a:lnTo>
                  <a:pt x="507225" y="19265"/>
                </a:lnTo>
                <a:lnTo>
                  <a:pt x="507923" y="21323"/>
                </a:lnTo>
                <a:lnTo>
                  <a:pt x="507923" y="81864"/>
                </a:lnTo>
                <a:lnTo>
                  <a:pt x="481457" y="81864"/>
                </a:lnTo>
                <a:lnTo>
                  <a:pt x="481457" y="96240"/>
                </a:lnTo>
                <a:lnTo>
                  <a:pt x="548830" y="96240"/>
                </a:lnTo>
                <a:lnTo>
                  <a:pt x="548830" y="91440"/>
                </a:lnTo>
                <a:lnTo>
                  <a:pt x="548830" y="81864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8" name="object 8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976595" y="3483029"/>
            <a:ext cx="305187" cy="7485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377487" y="3460038"/>
            <a:ext cx="142701" cy="97844"/>
          </a:xfrm>
          <a:prstGeom prst="rect">
            <a:avLst/>
          </a:prstGeom>
        </p:spPr>
      </p:pic>
      <p:grpSp>
        <p:nvGrpSpPr>
          <p:cNvPr id="90" name="object 90"/>
          <p:cNvGrpSpPr/>
          <p:nvPr/>
        </p:nvGrpSpPr>
        <p:grpSpPr>
          <a:xfrm>
            <a:off x="3614878" y="3459236"/>
            <a:ext cx="551815" cy="99695"/>
            <a:chOff x="3614878" y="3459236"/>
            <a:chExt cx="551815" cy="99695"/>
          </a:xfrm>
        </p:grpSpPr>
        <p:pic>
          <p:nvPicPr>
            <p:cNvPr id="91" name="object 9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614878" y="3459236"/>
              <a:ext cx="68437" cy="99181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3718764" y="3536123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21064" y="0"/>
                  </a:moveTo>
                  <a:lnTo>
                    <a:pt x="0" y="0"/>
                  </a:lnTo>
                  <a:lnTo>
                    <a:pt x="0" y="20156"/>
                  </a:lnTo>
                  <a:lnTo>
                    <a:pt x="21064" y="20156"/>
                  </a:lnTo>
                  <a:lnTo>
                    <a:pt x="2106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775811" y="3459236"/>
              <a:ext cx="228302" cy="99181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039562" y="3536123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21065" y="0"/>
                  </a:moveTo>
                  <a:lnTo>
                    <a:pt x="0" y="0"/>
                  </a:lnTo>
                  <a:lnTo>
                    <a:pt x="0" y="20156"/>
                  </a:lnTo>
                  <a:lnTo>
                    <a:pt x="21065" y="20156"/>
                  </a:lnTo>
                  <a:lnTo>
                    <a:pt x="21065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093937" y="3461374"/>
              <a:ext cx="72715" cy="94904"/>
            </a:xfrm>
            <a:prstGeom prst="rect">
              <a:avLst/>
            </a:prstGeom>
          </p:spPr>
        </p:pic>
      </p:grpSp>
      <p:pic>
        <p:nvPicPr>
          <p:cNvPr id="96" name="object 9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2679377" y="3649847"/>
            <a:ext cx="588473" cy="80422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3501881" y="3648064"/>
            <a:ext cx="168910" cy="83185"/>
            <a:chOff x="3501881" y="3648064"/>
            <a:chExt cx="168910" cy="83185"/>
          </a:xfrm>
        </p:grpSpPr>
        <p:sp>
          <p:nvSpPr>
            <p:cNvPr id="98" name="object 98"/>
            <p:cNvSpPr/>
            <p:nvPr/>
          </p:nvSpPr>
          <p:spPr>
            <a:xfrm>
              <a:off x="3501881" y="371534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547774" y="3648064"/>
              <a:ext cx="122529" cy="82651"/>
            </a:xfrm>
            <a:prstGeom prst="rect">
              <a:avLst/>
            </a:prstGeom>
          </p:spPr>
        </p:pic>
      </p:grpSp>
      <p:pic>
        <p:nvPicPr>
          <p:cNvPr id="100" name="object 10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806464" y="3648064"/>
            <a:ext cx="590256" cy="242384"/>
          </a:xfrm>
          <a:prstGeom prst="rect">
            <a:avLst/>
          </a:prstGeom>
        </p:spPr>
      </p:pic>
      <p:sp>
        <p:nvSpPr>
          <p:cNvPr id="101" name="object 101"/>
          <p:cNvSpPr/>
          <p:nvPr/>
        </p:nvSpPr>
        <p:spPr>
          <a:xfrm>
            <a:off x="3744935" y="3692064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885730" y="3668572"/>
            <a:ext cx="118110" cy="62230"/>
          </a:xfrm>
          <a:custGeom>
            <a:avLst/>
            <a:gdLst/>
            <a:ahLst/>
            <a:cxnLst/>
            <a:rect l="l" t="t" r="r" b="b"/>
            <a:pathLst>
              <a:path w="118110" h="62229">
                <a:moveTo>
                  <a:pt x="48120" y="18224"/>
                </a:moveTo>
                <a:lnTo>
                  <a:pt x="47332" y="14452"/>
                </a:lnTo>
                <a:lnTo>
                  <a:pt x="44462" y="8242"/>
                </a:lnTo>
                <a:lnTo>
                  <a:pt x="44221" y="7696"/>
                </a:lnTo>
                <a:lnTo>
                  <a:pt x="41935" y="5003"/>
                </a:lnTo>
                <a:lnTo>
                  <a:pt x="35915" y="990"/>
                </a:lnTo>
                <a:lnTo>
                  <a:pt x="32156" y="0"/>
                </a:lnTo>
                <a:lnTo>
                  <a:pt x="24574" y="0"/>
                </a:lnTo>
                <a:lnTo>
                  <a:pt x="8801" y="11328"/>
                </a:lnTo>
                <a:lnTo>
                  <a:pt x="8801" y="11480"/>
                </a:lnTo>
                <a:lnTo>
                  <a:pt x="8534" y="11874"/>
                </a:lnTo>
                <a:lnTo>
                  <a:pt x="8572" y="1333"/>
                </a:lnTo>
                <a:lnTo>
                  <a:pt x="0" y="1333"/>
                </a:lnTo>
                <a:lnTo>
                  <a:pt x="0" y="60363"/>
                </a:lnTo>
                <a:lnTo>
                  <a:pt x="9347" y="60363"/>
                </a:lnTo>
                <a:lnTo>
                  <a:pt x="9347" y="21412"/>
                </a:lnTo>
                <a:lnTo>
                  <a:pt x="10071" y="18351"/>
                </a:lnTo>
                <a:lnTo>
                  <a:pt x="11226" y="16370"/>
                </a:lnTo>
                <a:lnTo>
                  <a:pt x="12979" y="13373"/>
                </a:lnTo>
                <a:lnTo>
                  <a:pt x="14922" y="11480"/>
                </a:lnTo>
                <a:lnTo>
                  <a:pt x="19608" y="8991"/>
                </a:lnTo>
                <a:lnTo>
                  <a:pt x="19354" y="8991"/>
                </a:lnTo>
                <a:lnTo>
                  <a:pt x="22567" y="8242"/>
                </a:lnTo>
                <a:lnTo>
                  <a:pt x="30073" y="8242"/>
                </a:lnTo>
                <a:lnTo>
                  <a:pt x="33375" y="9664"/>
                </a:lnTo>
                <a:lnTo>
                  <a:pt x="37680" y="15379"/>
                </a:lnTo>
                <a:lnTo>
                  <a:pt x="38760" y="19558"/>
                </a:lnTo>
                <a:lnTo>
                  <a:pt x="38760" y="60363"/>
                </a:lnTo>
                <a:lnTo>
                  <a:pt x="48120" y="60363"/>
                </a:lnTo>
                <a:lnTo>
                  <a:pt x="48120" y="18224"/>
                </a:lnTo>
                <a:close/>
              </a:path>
              <a:path w="118110" h="62229">
                <a:moveTo>
                  <a:pt x="117741" y="24015"/>
                </a:moveTo>
                <a:lnTo>
                  <a:pt x="108038" y="5626"/>
                </a:lnTo>
                <a:lnTo>
                  <a:pt x="108038" y="24015"/>
                </a:lnTo>
                <a:lnTo>
                  <a:pt x="108038" y="37680"/>
                </a:lnTo>
                <a:lnTo>
                  <a:pt x="106540" y="43040"/>
                </a:lnTo>
                <a:lnTo>
                  <a:pt x="100520" y="50838"/>
                </a:lnTo>
                <a:lnTo>
                  <a:pt x="96316" y="52793"/>
                </a:lnTo>
                <a:lnTo>
                  <a:pt x="85471" y="52793"/>
                </a:lnTo>
                <a:lnTo>
                  <a:pt x="81254" y="50838"/>
                </a:lnTo>
                <a:lnTo>
                  <a:pt x="75234" y="43040"/>
                </a:lnTo>
                <a:lnTo>
                  <a:pt x="73736" y="37680"/>
                </a:lnTo>
                <a:lnTo>
                  <a:pt x="73736" y="24015"/>
                </a:lnTo>
                <a:lnTo>
                  <a:pt x="75120" y="19075"/>
                </a:lnTo>
                <a:lnTo>
                  <a:pt x="75234" y="18656"/>
                </a:lnTo>
                <a:lnTo>
                  <a:pt x="81254" y="10858"/>
                </a:lnTo>
                <a:lnTo>
                  <a:pt x="85471" y="8902"/>
                </a:lnTo>
                <a:lnTo>
                  <a:pt x="96316" y="8902"/>
                </a:lnTo>
                <a:lnTo>
                  <a:pt x="100520" y="10858"/>
                </a:lnTo>
                <a:lnTo>
                  <a:pt x="106540" y="18656"/>
                </a:lnTo>
                <a:lnTo>
                  <a:pt x="108038" y="24015"/>
                </a:lnTo>
                <a:lnTo>
                  <a:pt x="108038" y="5626"/>
                </a:lnTo>
                <a:lnTo>
                  <a:pt x="101041" y="1257"/>
                </a:lnTo>
                <a:lnTo>
                  <a:pt x="96316" y="0"/>
                </a:lnTo>
                <a:lnTo>
                  <a:pt x="85471" y="0"/>
                </a:lnTo>
                <a:lnTo>
                  <a:pt x="64046" y="24015"/>
                </a:lnTo>
                <a:lnTo>
                  <a:pt x="64058" y="37680"/>
                </a:lnTo>
                <a:lnTo>
                  <a:pt x="85471" y="61709"/>
                </a:lnTo>
                <a:lnTo>
                  <a:pt x="96316" y="61709"/>
                </a:lnTo>
                <a:lnTo>
                  <a:pt x="117729" y="37680"/>
                </a:lnTo>
                <a:lnTo>
                  <a:pt x="117741" y="2401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3" name="object 103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4086903" y="3649847"/>
            <a:ext cx="384295" cy="80422"/>
          </a:xfrm>
          <a:prstGeom prst="rect">
            <a:avLst/>
          </a:prstGeom>
        </p:spPr>
      </p:pic>
      <p:grpSp>
        <p:nvGrpSpPr>
          <p:cNvPr id="104" name="object 104"/>
          <p:cNvGrpSpPr/>
          <p:nvPr/>
        </p:nvGrpSpPr>
        <p:grpSpPr>
          <a:xfrm>
            <a:off x="4550285" y="3649847"/>
            <a:ext cx="252729" cy="80645"/>
            <a:chOff x="4550285" y="3649847"/>
            <a:chExt cx="252729" cy="80645"/>
          </a:xfrm>
        </p:grpSpPr>
        <p:sp>
          <p:nvSpPr>
            <p:cNvPr id="105" name="object 105"/>
            <p:cNvSpPr/>
            <p:nvPr/>
          </p:nvSpPr>
          <p:spPr>
            <a:xfrm>
              <a:off x="4550285" y="3656084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622689" y="3649847"/>
              <a:ext cx="180005" cy="80422"/>
            </a:xfrm>
            <a:prstGeom prst="rect">
              <a:avLst/>
            </a:prstGeom>
          </p:spPr>
        </p:pic>
      </p:grpSp>
      <p:sp>
        <p:nvSpPr>
          <p:cNvPr id="107" name="object 107"/>
          <p:cNvSpPr/>
          <p:nvPr/>
        </p:nvSpPr>
        <p:spPr>
          <a:xfrm>
            <a:off x="5506904" y="3715344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70" h="13970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8" name="object 108"/>
          <p:cNvGrpSpPr/>
          <p:nvPr/>
        </p:nvGrpSpPr>
        <p:grpSpPr>
          <a:xfrm>
            <a:off x="1411312" y="3649847"/>
            <a:ext cx="1589405" cy="385445"/>
            <a:chOff x="1411312" y="3649847"/>
            <a:chExt cx="1589405" cy="385445"/>
          </a:xfrm>
        </p:grpSpPr>
        <p:pic>
          <p:nvPicPr>
            <p:cNvPr id="109" name="object 10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411312" y="3649847"/>
              <a:ext cx="1455534" cy="38540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2699873" y="386015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1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1" y="13588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811486" y="3794654"/>
              <a:ext cx="189028" cy="80424"/>
            </a:xfrm>
            <a:prstGeom prst="rect">
              <a:avLst/>
            </a:prstGeom>
          </p:spPr>
        </p:pic>
      </p:grpSp>
      <p:pic>
        <p:nvPicPr>
          <p:cNvPr id="112" name="object 112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4487238" y="3645391"/>
            <a:ext cx="1453974" cy="229687"/>
          </a:xfrm>
          <a:prstGeom prst="rect">
            <a:avLst/>
          </a:prstGeom>
        </p:spPr>
      </p:pic>
      <p:grpSp>
        <p:nvGrpSpPr>
          <p:cNvPr id="113" name="object 113"/>
          <p:cNvGrpSpPr/>
          <p:nvPr/>
        </p:nvGrpSpPr>
        <p:grpSpPr>
          <a:xfrm>
            <a:off x="3080933" y="3645391"/>
            <a:ext cx="1321435" cy="374650"/>
            <a:chOff x="3080933" y="3645391"/>
            <a:chExt cx="1321435" cy="374650"/>
          </a:xfrm>
        </p:grpSpPr>
        <p:pic>
          <p:nvPicPr>
            <p:cNvPr id="114" name="object 11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016058" y="3794654"/>
              <a:ext cx="386078" cy="8042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080933" y="3645391"/>
              <a:ext cx="988926" cy="374493"/>
            </a:xfrm>
            <a:prstGeom prst="rect">
              <a:avLst/>
            </a:prstGeom>
          </p:spPr>
        </p:pic>
      </p:grpSp>
      <p:pic>
        <p:nvPicPr>
          <p:cNvPr id="116" name="object 116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812033" y="3958174"/>
            <a:ext cx="582569" cy="77082"/>
          </a:xfrm>
          <a:prstGeom prst="rect">
            <a:avLst/>
          </a:prstGeom>
        </p:spPr>
      </p:pic>
      <p:sp>
        <p:nvSpPr>
          <p:cNvPr id="117" name="object 117"/>
          <p:cNvSpPr/>
          <p:nvPr/>
        </p:nvSpPr>
        <p:spPr>
          <a:xfrm>
            <a:off x="2946705" y="3958183"/>
            <a:ext cx="257175" cy="62230"/>
          </a:xfrm>
          <a:custGeom>
            <a:avLst/>
            <a:gdLst/>
            <a:ahLst/>
            <a:cxnLst/>
            <a:rect l="l" t="t" r="r" b="b"/>
            <a:pathLst>
              <a:path w="257175" h="62229">
                <a:moveTo>
                  <a:pt x="56349" y="60185"/>
                </a:moveTo>
                <a:lnTo>
                  <a:pt x="55257" y="60185"/>
                </a:lnTo>
                <a:lnTo>
                  <a:pt x="55257" y="52133"/>
                </a:lnTo>
                <a:lnTo>
                  <a:pt x="50279" y="52133"/>
                </a:lnTo>
                <a:lnTo>
                  <a:pt x="49390" y="51866"/>
                </a:lnTo>
                <a:lnTo>
                  <a:pt x="48234" y="50863"/>
                </a:lnTo>
                <a:lnTo>
                  <a:pt x="47942" y="50025"/>
                </a:lnTo>
                <a:lnTo>
                  <a:pt x="47904" y="48336"/>
                </a:lnTo>
                <a:lnTo>
                  <a:pt x="47904" y="31851"/>
                </a:lnTo>
                <a:lnTo>
                  <a:pt x="47904" y="16560"/>
                </a:lnTo>
                <a:lnTo>
                  <a:pt x="45935" y="10668"/>
                </a:lnTo>
                <a:lnTo>
                  <a:pt x="44310" y="8902"/>
                </a:lnTo>
                <a:lnTo>
                  <a:pt x="38061" y="2133"/>
                </a:lnTo>
                <a:lnTo>
                  <a:pt x="32524" y="0"/>
                </a:lnTo>
                <a:lnTo>
                  <a:pt x="18719" y="0"/>
                </a:lnTo>
                <a:lnTo>
                  <a:pt x="13271" y="1727"/>
                </a:lnTo>
                <a:lnTo>
                  <a:pt x="4889" y="8636"/>
                </a:lnTo>
                <a:lnTo>
                  <a:pt x="2235" y="13144"/>
                </a:lnTo>
                <a:lnTo>
                  <a:pt x="1104" y="18783"/>
                </a:lnTo>
                <a:lnTo>
                  <a:pt x="2070" y="18783"/>
                </a:lnTo>
                <a:lnTo>
                  <a:pt x="11036" y="19494"/>
                </a:lnTo>
                <a:lnTo>
                  <a:pt x="21310" y="8902"/>
                </a:lnTo>
                <a:lnTo>
                  <a:pt x="29629" y="8902"/>
                </a:lnTo>
                <a:lnTo>
                  <a:pt x="32880" y="10134"/>
                </a:lnTo>
                <a:lnTo>
                  <a:pt x="37414" y="15036"/>
                </a:lnTo>
                <a:lnTo>
                  <a:pt x="38544" y="18783"/>
                </a:lnTo>
                <a:lnTo>
                  <a:pt x="38544" y="23837"/>
                </a:lnTo>
                <a:lnTo>
                  <a:pt x="38544" y="31851"/>
                </a:lnTo>
                <a:lnTo>
                  <a:pt x="24511" y="53467"/>
                </a:lnTo>
                <a:lnTo>
                  <a:pt x="17157" y="53467"/>
                </a:lnTo>
                <a:lnTo>
                  <a:pt x="14795" y="52781"/>
                </a:lnTo>
                <a:lnTo>
                  <a:pt x="14630" y="52781"/>
                </a:lnTo>
                <a:lnTo>
                  <a:pt x="10756" y="49657"/>
                </a:lnTo>
                <a:lnTo>
                  <a:pt x="9804" y="47523"/>
                </a:lnTo>
                <a:lnTo>
                  <a:pt x="9804" y="42329"/>
                </a:lnTo>
                <a:lnTo>
                  <a:pt x="10477" y="40614"/>
                </a:lnTo>
                <a:lnTo>
                  <a:pt x="10579" y="40335"/>
                </a:lnTo>
                <a:lnTo>
                  <a:pt x="13703" y="37299"/>
                </a:lnTo>
                <a:lnTo>
                  <a:pt x="16484" y="36156"/>
                </a:lnTo>
                <a:lnTo>
                  <a:pt x="20497" y="35420"/>
                </a:lnTo>
                <a:lnTo>
                  <a:pt x="38544" y="31851"/>
                </a:lnTo>
                <a:lnTo>
                  <a:pt x="38544" y="23837"/>
                </a:lnTo>
                <a:lnTo>
                  <a:pt x="12255" y="29108"/>
                </a:lnTo>
                <a:lnTo>
                  <a:pt x="7518" y="31127"/>
                </a:lnTo>
                <a:lnTo>
                  <a:pt x="1511" y="36703"/>
                </a:lnTo>
                <a:lnTo>
                  <a:pt x="114" y="40335"/>
                </a:lnTo>
                <a:lnTo>
                  <a:pt x="0" y="48856"/>
                </a:lnTo>
                <a:lnTo>
                  <a:pt x="863" y="51663"/>
                </a:lnTo>
                <a:lnTo>
                  <a:pt x="4267" y="56489"/>
                </a:lnTo>
                <a:lnTo>
                  <a:pt x="6616" y="58369"/>
                </a:lnTo>
                <a:lnTo>
                  <a:pt x="12763" y="61137"/>
                </a:lnTo>
                <a:lnTo>
                  <a:pt x="13017" y="61137"/>
                </a:lnTo>
                <a:lnTo>
                  <a:pt x="15900" y="61709"/>
                </a:lnTo>
                <a:lnTo>
                  <a:pt x="23025" y="61709"/>
                </a:lnTo>
                <a:lnTo>
                  <a:pt x="26212" y="61137"/>
                </a:lnTo>
                <a:lnTo>
                  <a:pt x="32156" y="58826"/>
                </a:lnTo>
                <a:lnTo>
                  <a:pt x="34632" y="57238"/>
                </a:lnTo>
                <a:lnTo>
                  <a:pt x="38138" y="53594"/>
                </a:lnTo>
                <a:lnTo>
                  <a:pt x="38252" y="53467"/>
                </a:lnTo>
                <a:lnTo>
                  <a:pt x="38557" y="53149"/>
                </a:lnTo>
                <a:lnTo>
                  <a:pt x="38760" y="52781"/>
                </a:lnTo>
                <a:lnTo>
                  <a:pt x="38709" y="51663"/>
                </a:lnTo>
                <a:lnTo>
                  <a:pt x="38798" y="52133"/>
                </a:lnTo>
                <a:lnTo>
                  <a:pt x="38887" y="52552"/>
                </a:lnTo>
                <a:lnTo>
                  <a:pt x="39116" y="52133"/>
                </a:lnTo>
                <a:lnTo>
                  <a:pt x="39103" y="53594"/>
                </a:lnTo>
                <a:lnTo>
                  <a:pt x="40881" y="57238"/>
                </a:lnTo>
                <a:lnTo>
                  <a:pt x="42202" y="58547"/>
                </a:lnTo>
                <a:lnTo>
                  <a:pt x="45694" y="60185"/>
                </a:lnTo>
                <a:lnTo>
                  <a:pt x="47828" y="60591"/>
                </a:lnTo>
                <a:lnTo>
                  <a:pt x="53924" y="60591"/>
                </a:lnTo>
                <a:lnTo>
                  <a:pt x="56349" y="60185"/>
                </a:lnTo>
                <a:close/>
              </a:path>
              <a:path w="257175" h="62229">
                <a:moveTo>
                  <a:pt x="120967" y="1333"/>
                </a:moveTo>
                <a:lnTo>
                  <a:pt x="104597" y="1333"/>
                </a:lnTo>
                <a:lnTo>
                  <a:pt x="101219" y="2578"/>
                </a:lnTo>
                <a:lnTo>
                  <a:pt x="96164" y="7556"/>
                </a:lnTo>
                <a:lnTo>
                  <a:pt x="94615" y="11353"/>
                </a:lnTo>
                <a:lnTo>
                  <a:pt x="94653" y="12674"/>
                </a:lnTo>
                <a:lnTo>
                  <a:pt x="94589" y="11531"/>
                </a:lnTo>
                <a:lnTo>
                  <a:pt x="94475" y="9575"/>
                </a:lnTo>
                <a:lnTo>
                  <a:pt x="94221" y="5003"/>
                </a:lnTo>
                <a:lnTo>
                  <a:pt x="94081" y="2578"/>
                </a:lnTo>
                <a:lnTo>
                  <a:pt x="94018" y="1333"/>
                </a:lnTo>
                <a:lnTo>
                  <a:pt x="70853" y="1333"/>
                </a:lnTo>
                <a:lnTo>
                  <a:pt x="70853" y="9575"/>
                </a:lnTo>
                <a:lnTo>
                  <a:pt x="86220" y="9575"/>
                </a:lnTo>
                <a:lnTo>
                  <a:pt x="86220" y="52133"/>
                </a:lnTo>
                <a:lnTo>
                  <a:pt x="70853" y="52133"/>
                </a:lnTo>
                <a:lnTo>
                  <a:pt x="70853" y="60375"/>
                </a:lnTo>
                <a:lnTo>
                  <a:pt x="114287" y="60375"/>
                </a:lnTo>
                <a:lnTo>
                  <a:pt x="114287" y="56578"/>
                </a:lnTo>
                <a:lnTo>
                  <a:pt x="114287" y="52133"/>
                </a:lnTo>
                <a:lnTo>
                  <a:pt x="95580" y="52133"/>
                </a:lnTo>
                <a:lnTo>
                  <a:pt x="95580" y="21463"/>
                </a:lnTo>
                <a:lnTo>
                  <a:pt x="96100" y="18732"/>
                </a:lnTo>
                <a:lnTo>
                  <a:pt x="96850" y="17157"/>
                </a:lnTo>
                <a:lnTo>
                  <a:pt x="98171" y="14351"/>
                </a:lnTo>
                <a:lnTo>
                  <a:pt x="99682" y="12674"/>
                </a:lnTo>
                <a:lnTo>
                  <a:pt x="103619" y="10375"/>
                </a:lnTo>
                <a:lnTo>
                  <a:pt x="106045" y="9804"/>
                </a:lnTo>
                <a:lnTo>
                  <a:pt x="120967" y="9804"/>
                </a:lnTo>
                <a:lnTo>
                  <a:pt x="120967" y="1333"/>
                </a:lnTo>
                <a:close/>
              </a:path>
              <a:path w="257175" h="62229">
                <a:moveTo>
                  <a:pt x="187477" y="24358"/>
                </a:moveTo>
                <a:lnTo>
                  <a:pt x="186613" y="20015"/>
                </a:lnTo>
                <a:lnTo>
                  <a:pt x="186563" y="19786"/>
                </a:lnTo>
                <a:lnTo>
                  <a:pt x="186448" y="19189"/>
                </a:lnTo>
                <a:lnTo>
                  <a:pt x="177228" y="5067"/>
                </a:lnTo>
                <a:lnTo>
                  <a:pt x="177228" y="25501"/>
                </a:lnTo>
                <a:lnTo>
                  <a:pt x="144475" y="25501"/>
                </a:lnTo>
                <a:lnTo>
                  <a:pt x="145288" y="20015"/>
                </a:lnTo>
                <a:lnTo>
                  <a:pt x="147167" y="15875"/>
                </a:lnTo>
                <a:lnTo>
                  <a:pt x="153035" y="10299"/>
                </a:lnTo>
                <a:lnTo>
                  <a:pt x="156768" y="8902"/>
                </a:lnTo>
                <a:lnTo>
                  <a:pt x="165671" y="8902"/>
                </a:lnTo>
                <a:lnTo>
                  <a:pt x="177139" y="24358"/>
                </a:lnTo>
                <a:lnTo>
                  <a:pt x="177228" y="25501"/>
                </a:lnTo>
                <a:lnTo>
                  <a:pt x="177228" y="5067"/>
                </a:lnTo>
                <a:lnTo>
                  <a:pt x="171069" y="1282"/>
                </a:lnTo>
                <a:lnTo>
                  <a:pt x="171221" y="1282"/>
                </a:lnTo>
                <a:lnTo>
                  <a:pt x="166420" y="0"/>
                </a:lnTo>
                <a:lnTo>
                  <a:pt x="155879" y="0"/>
                </a:lnTo>
                <a:lnTo>
                  <a:pt x="134670" y="37084"/>
                </a:lnTo>
                <a:lnTo>
                  <a:pt x="135763" y="42532"/>
                </a:lnTo>
                <a:lnTo>
                  <a:pt x="156171" y="61709"/>
                </a:lnTo>
                <a:lnTo>
                  <a:pt x="167982" y="61709"/>
                </a:lnTo>
                <a:lnTo>
                  <a:pt x="173266" y="60020"/>
                </a:lnTo>
                <a:lnTo>
                  <a:pt x="181952" y="53263"/>
                </a:lnTo>
                <a:lnTo>
                  <a:pt x="182270" y="52793"/>
                </a:lnTo>
                <a:lnTo>
                  <a:pt x="184912" y="48933"/>
                </a:lnTo>
                <a:lnTo>
                  <a:pt x="186474" y="43662"/>
                </a:lnTo>
                <a:lnTo>
                  <a:pt x="176441" y="42887"/>
                </a:lnTo>
                <a:lnTo>
                  <a:pt x="175475" y="45847"/>
                </a:lnTo>
                <a:lnTo>
                  <a:pt x="173748" y="48247"/>
                </a:lnTo>
                <a:lnTo>
                  <a:pt x="168783" y="51892"/>
                </a:lnTo>
                <a:lnTo>
                  <a:pt x="165608" y="52793"/>
                </a:lnTo>
                <a:lnTo>
                  <a:pt x="156616" y="52793"/>
                </a:lnTo>
                <a:lnTo>
                  <a:pt x="152552" y="51193"/>
                </a:lnTo>
                <a:lnTo>
                  <a:pt x="146532" y="44818"/>
                </a:lnTo>
                <a:lnTo>
                  <a:pt x="144843" y="40055"/>
                </a:lnTo>
                <a:lnTo>
                  <a:pt x="144475" y="33743"/>
                </a:lnTo>
                <a:lnTo>
                  <a:pt x="187477" y="33743"/>
                </a:lnTo>
                <a:lnTo>
                  <a:pt x="187477" y="25501"/>
                </a:lnTo>
                <a:lnTo>
                  <a:pt x="187477" y="24358"/>
                </a:lnTo>
                <a:close/>
              </a:path>
              <a:path w="257175" h="62229">
                <a:moveTo>
                  <a:pt x="256857" y="60185"/>
                </a:moveTo>
                <a:lnTo>
                  <a:pt x="255752" y="60185"/>
                </a:lnTo>
                <a:lnTo>
                  <a:pt x="255752" y="52133"/>
                </a:lnTo>
                <a:lnTo>
                  <a:pt x="250774" y="52133"/>
                </a:lnTo>
                <a:lnTo>
                  <a:pt x="249885" y="51866"/>
                </a:lnTo>
                <a:lnTo>
                  <a:pt x="248742" y="50863"/>
                </a:lnTo>
                <a:lnTo>
                  <a:pt x="248450" y="50025"/>
                </a:lnTo>
                <a:lnTo>
                  <a:pt x="248399" y="48336"/>
                </a:lnTo>
                <a:lnTo>
                  <a:pt x="248399" y="31851"/>
                </a:lnTo>
                <a:lnTo>
                  <a:pt x="248399" y="16560"/>
                </a:lnTo>
                <a:lnTo>
                  <a:pt x="246430" y="10668"/>
                </a:lnTo>
                <a:lnTo>
                  <a:pt x="244805" y="8902"/>
                </a:lnTo>
                <a:lnTo>
                  <a:pt x="238569" y="2133"/>
                </a:lnTo>
                <a:lnTo>
                  <a:pt x="233032" y="0"/>
                </a:lnTo>
                <a:lnTo>
                  <a:pt x="219214" y="0"/>
                </a:lnTo>
                <a:lnTo>
                  <a:pt x="213779" y="1727"/>
                </a:lnTo>
                <a:lnTo>
                  <a:pt x="205384" y="8636"/>
                </a:lnTo>
                <a:lnTo>
                  <a:pt x="202730" y="13144"/>
                </a:lnTo>
                <a:lnTo>
                  <a:pt x="201599" y="18783"/>
                </a:lnTo>
                <a:lnTo>
                  <a:pt x="202577" y="18783"/>
                </a:lnTo>
                <a:lnTo>
                  <a:pt x="211531" y="19494"/>
                </a:lnTo>
                <a:lnTo>
                  <a:pt x="221818" y="8902"/>
                </a:lnTo>
                <a:lnTo>
                  <a:pt x="230136" y="8902"/>
                </a:lnTo>
                <a:lnTo>
                  <a:pt x="233387" y="10134"/>
                </a:lnTo>
                <a:lnTo>
                  <a:pt x="237909" y="15036"/>
                </a:lnTo>
                <a:lnTo>
                  <a:pt x="239052" y="18783"/>
                </a:lnTo>
                <a:lnTo>
                  <a:pt x="239052" y="23837"/>
                </a:lnTo>
                <a:lnTo>
                  <a:pt x="239052" y="31851"/>
                </a:lnTo>
                <a:lnTo>
                  <a:pt x="225005" y="53467"/>
                </a:lnTo>
                <a:lnTo>
                  <a:pt x="217665" y="53467"/>
                </a:lnTo>
                <a:lnTo>
                  <a:pt x="215303" y="52781"/>
                </a:lnTo>
                <a:lnTo>
                  <a:pt x="215138" y="52781"/>
                </a:lnTo>
                <a:lnTo>
                  <a:pt x="211251" y="49657"/>
                </a:lnTo>
                <a:lnTo>
                  <a:pt x="210312" y="47523"/>
                </a:lnTo>
                <a:lnTo>
                  <a:pt x="210312" y="42329"/>
                </a:lnTo>
                <a:lnTo>
                  <a:pt x="221005" y="35420"/>
                </a:lnTo>
                <a:lnTo>
                  <a:pt x="239052" y="31851"/>
                </a:lnTo>
                <a:lnTo>
                  <a:pt x="239052" y="23837"/>
                </a:lnTo>
                <a:lnTo>
                  <a:pt x="212763" y="29108"/>
                </a:lnTo>
                <a:lnTo>
                  <a:pt x="208026" y="31127"/>
                </a:lnTo>
                <a:lnTo>
                  <a:pt x="202006" y="36703"/>
                </a:lnTo>
                <a:lnTo>
                  <a:pt x="200609" y="40335"/>
                </a:lnTo>
                <a:lnTo>
                  <a:pt x="200507" y="48856"/>
                </a:lnTo>
                <a:lnTo>
                  <a:pt x="201358" y="51663"/>
                </a:lnTo>
                <a:lnTo>
                  <a:pt x="204774" y="56489"/>
                </a:lnTo>
                <a:lnTo>
                  <a:pt x="207111" y="58369"/>
                </a:lnTo>
                <a:lnTo>
                  <a:pt x="213258" y="61137"/>
                </a:lnTo>
                <a:lnTo>
                  <a:pt x="213525" y="61137"/>
                </a:lnTo>
                <a:lnTo>
                  <a:pt x="216395" y="61709"/>
                </a:lnTo>
                <a:lnTo>
                  <a:pt x="223520" y="61709"/>
                </a:lnTo>
                <a:lnTo>
                  <a:pt x="226720" y="61137"/>
                </a:lnTo>
                <a:lnTo>
                  <a:pt x="232664" y="58826"/>
                </a:lnTo>
                <a:lnTo>
                  <a:pt x="235127" y="57238"/>
                </a:lnTo>
                <a:lnTo>
                  <a:pt x="238633" y="53594"/>
                </a:lnTo>
                <a:lnTo>
                  <a:pt x="238760" y="53467"/>
                </a:lnTo>
                <a:lnTo>
                  <a:pt x="239064" y="53149"/>
                </a:lnTo>
                <a:lnTo>
                  <a:pt x="239268" y="52781"/>
                </a:lnTo>
                <a:lnTo>
                  <a:pt x="239204" y="51663"/>
                </a:lnTo>
                <a:lnTo>
                  <a:pt x="239306" y="52133"/>
                </a:lnTo>
                <a:lnTo>
                  <a:pt x="239395" y="52552"/>
                </a:lnTo>
                <a:lnTo>
                  <a:pt x="239623" y="52133"/>
                </a:lnTo>
                <a:lnTo>
                  <a:pt x="239598" y="53594"/>
                </a:lnTo>
                <a:lnTo>
                  <a:pt x="241388" y="57238"/>
                </a:lnTo>
                <a:lnTo>
                  <a:pt x="242709" y="58547"/>
                </a:lnTo>
                <a:lnTo>
                  <a:pt x="246189" y="60185"/>
                </a:lnTo>
                <a:lnTo>
                  <a:pt x="248323" y="60591"/>
                </a:lnTo>
                <a:lnTo>
                  <a:pt x="254431" y="60591"/>
                </a:lnTo>
                <a:lnTo>
                  <a:pt x="256857" y="6018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8" name="object 118"/>
          <p:cNvGrpSpPr/>
          <p:nvPr/>
        </p:nvGrpSpPr>
        <p:grpSpPr>
          <a:xfrm>
            <a:off x="4090244" y="3939461"/>
            <a:ext cx="381000" cy="80645"/>
            <a:chOff x="4090244" y="3939461"/>
            <a:chExt cx="381000" cy="80645"/>
          </a:xfrm>
        </p:grpSpPr>
        <p:sp>
          <p:nvSpPr>
            <p:cNvPr id="119" name="object 119"/>
            <p:cNvSpPr/>
            <p:nvPr/>
          </p:nvSpPr>
          <p:spPr>
            <a:xfrm>
              <a:off x="4090244" y="3981678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39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150395" y="3939461"/>
              <a:ext cx="320803" cy="80424"/>
            </a:xfrm>
            <a:prstGeom prst="rect">
              <a:avLst/>
            </a:prstGeom>
          </p:spPr>
        </p:pic>
      </p:grpSp>
      <p:grpSp>
        <p:nvGrpSpPr>
          <p:cNvPr id="121" name="object 121"/>
          <p:cNvGrpSpPr/>
          <p:nvPr/>
        </p:nvGrpSpPr>
        <p:grpSpPr>
          <a:xfrm>
            <a:off x="4550731" y="3945699"/>
            <a:ext cx="702945" cy="74295"/>
            <a:chOff x="4550731" y="3945699"/>
            <a:chExt cx="702945" cy="74295"/>
          </a:xfrm>
        </p:grpSpPr>
        <p:pic>
          <p:nvPicPr>
            <p:cNvPr id="122" name="object 12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550731" y="3945699"/>
              <a:ext cx="653414" cy="74185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5239567" y="400495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13812" y="13589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/>
          <p:nvPr/>
        </p:nvSpPr>
        <p:spPr>
          <a:xfrm>
            <a:off x="556950" y="4853974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5" name="object 125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556950" y="4168924"/>
            <a:ext cx="155946" cy="155947"/>
          </a:xfrm>
          <a:prstGeom prst="rect">
            <a:avLst/>
          </a:prstGeom>
        </p:spPr>
      </p:pic>
      <p:grpSp>
        <p:nvGrpSpPr>
          <p:cNvPr id="126" name="object 126"/>
          <p:cNvGrpSpPr/>
          <p:nvPr/>
        </p:nvGrpSpPr>
        <p:grpSpPr>
          <a:xfrm>
            <a:off x="806766" y="4207688"/>
            <a:ext cx="206375" cy="95250"/>
            <a:chOff x="806766" y="4207688"/>
            <a:chExt cx="206375" cy="95250"/>
          </a:xfrm>
        </p:grpSpPr>
        <p:pic>
          <p:nvPicPr>
            <p:cNvPr id="127" name="object 12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806766" y="4207688"/>
              <a:ext cx="151900" cy="94904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991948" y="4233486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9" y="69107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/>
          <p:nvPr/>
        </p:nvSpPr>
        <p:spPr>
          <a:xfrm>
            <a:off x="1131404" y="4206354"/>
            <a:ext cx="1192530" cy="98425"/>
          </a:xfrm>
          <a:custGeom>
            <a:avLst/>
            <a:gdLst/>
            <a:ahLst/>
            <a:cxnLst/>
            <a:rect l="l" t="t" r="r" b="b"/>
            <a:pathLst>
              <a:path w="1192530" h="98425">
                <a:moveTo>
                  <a:pt x="62992" y="72326"/>
                </a:moveTo>
                <a:lnTo>
                  <a:pt x="32029" y="54038"/>
                </a:lnTo>
                <a:lnTo>
                  <a:pt x="28714" y="53213"/>
                </a:lnTo>
                <a:lnTo>
                  <a:pt x="24028" y="51625"/>
                </a:lnTo>
                <a:lnTo>
                  <a:pt x="22402" y="50685"/>
                </a:lnTo>
                <a:lnTo>
                  <a:pt x="20561" y="48526"/>
                </a:lnTo>
                <a:lnTo>
                  <a:pt x="20104" y="47167"/>
                </a:lnTo>
                <a:lnTo>
                  <a:pt x="20104" y="43599"/>
                </a:lnTo>
                <a:lnTo>
                  <a:pt x="20955" y="41897"/>
                </a:lnTo>
                <a:lnTo>
                  <a:pt x="24345" y="38925"/>
                </a:lnTo>
                <a:lnTo>
                  <a:pt x="27127" y="38176"/>
                </a:lnTo>
                <a:lnTo>
                  <a:pt x="33528" y="38176"/>
                </a:lnTo>
                <a:lnTo>
                  <a:pt x="44437" y="47802"/>
                </a:lnTo>
                <a:lnTo>
                  <a:pt x="62458" y="47002"/>
                </a:lnTo>
                <a:lnTo>
                  <a:pt x="38074" y="22999"/>
                </a:lnTo>
                <a:lnTo>
                  <a:pt x="24371" y="22999"/>
                </a:lnTo>
                <a:lnTo>
                  <a:pt x="1549" y="41351"/>
                </a:lnTo>
                <a:lnTo>
                  <a:pt x="1549" y="49822"/>
                </a:lnTo>
                <a:lnTo>
                  <a:pt x="34467" y="69443"/>
                </a:lnTo>
                <a:lnTo>
                  <a:pt x="37426" y="70192"/>
                </a:lnTo>
                <a:lnTo>
                  <a:pt x="41389" y="71640"/>
                </a:lnTo>
                <a:lnTo>
                  <a:pt x="42722" y="72440"/>
                </a:lnTo>
                <a:lnTo>
                  <a:pt x="44094" y="74206"/>
                </a:lnTo>
                <a:lnTo>
                  <a:pt x="44437" y="75323"/>
                </a:lnTo>
                <a:lnTo>
                  <a:pt x="44437" y="78651"/>
                </a:lnTo>
                <a:lnTo>
                  <a:pt x="43459" y="80149"/>
                </a:lnTo>
                <a:lnTo>
                  <a:pt x="39535" y="82156"/>
                </a:lnTo>
                <a:lnTo>
                  <a:pt x="36487" y="82664"/>
                </a:lnTo>
                <a:lnTo>
                  <a:pt x="27965" y="82664"/>
                </a:lnTo>
                <a:lnTo>
                  <a:pt x="24650" y="81788"/>
                </a:lnTo>
                <a:lnTo>
                  <a:pt x="20142" y="78295"/>
                </a:lnTo>
                <a:lnTo>
                  <a:pt x="18630" y="75958"/>
                </a:lnTo>
                <a:lnTo>
                  <a:pt x="17856" y="73037"/>
                </a:lnTo>
                <a:lnTo>
                  <a:pt x="0" y="73761"/>
                </a:lnTo>
                <a:lnTo>
                  <a:pt x="25298" y="97853"/>
                </a:lnTo>
                <a:lnTo>
                  <a:pt x="32194" y="97853"/>
                </a:lnTo>
                <a:lnTo>
                  <a:pt x="38709" y="97853"/>
                </a:lnTo>
                <a:lnTo>
                  <a:pt x="62992" y="80810"/>
                </a:lnTo>
                <a:lnTo>
                  <a:pt x="62992" y="72326"/>
                </a:lnTo>
                <a:close/>
              </a:path>
              <a:path w="1192530" h="98425">
                <a:moveTo>
                  <a:pt x="145376" y="65341"/>
                </a:moveTo>
                <a:lnTo>
                  <a:pt x="125945" y="25654"/>
                </a:lnTo>
                <a:lnTo>
                  <a:pt x="125945" y="52984"/>
                </a:lnTo>
                <a:lnTo>
                  <a:pt x="96913" y="52984"/>
                </a:lnTo>
                <a:lnTo>
                  <a:pt x="97574" y="48399"/>
                </a:lnTo>
                <a:lnTo>
                  <a:pt x="99174" y="44932"/>
                </a:lnTo>
                <a:lnTo>
                  <a:pt x="104292" y="40170"/>
                </a:lnTo>
                <a:lnTo>
                  <a:pt x="107594" y="38976"/>
                </a:lnTo>
                <a:lnTo>
                  <a:pt x="115620" y="38976"/>
                </a:lnTo>
                <a:lnTo>
                  <a:pt x="125945" y="52984"/>
                </a:lnTo>
                <a:lnTo>
                  <a:pt x="125945" y="25654"/>
                </a:lnTo>
                <a:lnTo>
                  <a:pt x="124218" y="24574"/>
                </a:lnTo>
                <a:lnTo>
                  <a:pt x="118376" y="22999"/>
                </a:lnTo>
                <a:lnTo>
                  <a:pt x="105079" y="22999"/>
                </a:lnTo>
                <a:lnTo>
                  <a:pt x="78016" y="52984"/>
                </a:lnTo>
                <a:lnTo>
                  <a:pt x="78016" y="68021"/>
                </a:lnTo>
                <a:lnTo>
                  <a:pt x="105333" y="97853"/>
                </a:lnTo>
                <a:lnTo>
                  <a:pt x="120091" y="97853"/>
                </a:lnTo>
                <a:lnTo>
                  <a:pt x="126822" y="95808"/>
                </a:lnTo>
                <a:lnTo>
                  <a:pt x="137629" y="87642"/>
                </a:lnTo>
                <a:lnTo>
                  <a:pt x="141528" y="81864"/>
                </a:lnTo>
                <a:lnTo>
                  <a:pt x="143802" y="74752"/>
                </a:lnTo>
                <a:lnTo>
                  <a:pt x="143852" y="74625"/>
                </a:lnTo>
                <a:lnTo>
                  <a:pt x="143941" y="74345"/>
                </a:lnTo>
                <a:lnTo>
                  <a:pt x="125730" y="73088"/>
                </a:lnTo>
                <a:lnTo>
                  <a:pt x="124841" y="75742"/>
                </a:lnTo>
                <a:lnTo>
                  <a:pt x="123240" y="77876"/>
                </a:lnTo>
                <a:lnTo>
                  <a:pt x="118605" y="81064"/>
                </a:lnTo>
                <a:lnTo>
                  <a:pt x="115773" y="81864"/>
                </a:lnTo>
                <a:lnTo>
                  <a:pt x="107975" y="81864"/>
                </a:lnTo>
                <a:lnTo>
                  <a:pt x="104355" y="80441"/>
                </a:lnTo>
                <a:lnTo>
                  <a:pt x="98742" y="74752"/>
                </a:lnTo>
                <a:lnTo>
                  <a:pt x="97116" y="70675"/>
                </a:lnTo>
                <a:lnTo>
                  <a:pt x="96672" y="65341"/>
                </a:lnTo>
                <a:lnTo>
                  <a:pt x="145376" y="65341"/>
                </a:lnTo>
                <a:close/>
              </a:path>
              <a:path w="1192530" h="98425">
                <a:moveTo>
                  <a:pt x="222377" y="96240"/>
                </a:moveTo>
                <a:lnTo>
                  <a:pt x="222300" y="44170"/>
                </a:lnTo>
                <a:lnTo>
                  <a:pt x="221576" y="39966"/>
                </a:lnTo>
                <a:lnTo>
                  <a:pt x="220929" y="38341"/>
                </a:lnTo>
                <a:lnTo>
                  <a:pt x="218363" y="31902"/>
                </a:lnTo>
                <a:lnTo>
                  <a:pt x="216001" y="28829"/>
                </a:lnTo>
                <a:lnTo>
                  <a:pt x="212902" y="26606"/>
                </a:lnTo>
                <a:lnTo>
                  <a:pt x="209410" y="24142"/>
                </a:lnTo>
                <a:lnTo>
                  <a:pt x="205193" y="22999"/>
                </a:lnTo>
                <a:lnTo>
                  <a:pt x="196100" y="22999"/>
                </a:lnTo>
                <a:lnTo>
                  <a:pt x="178320" y="36741"/>
                </a:lnTo>
                <a:lnTo>
                  <a:pt x="178257" y="34861"/>
                </a:lnTo>
                <a:lnTo>
                  <a:pt x="178181" y="31902"/>
                </a:lnTo>
                <a:lnTo>
                  <a:pt x="178092" y="28829"/>
                </a:lnTo>
                <a:lnTo>
                  <a:pt x="177965" y="24599"/>
                </a:lnTo>
                <a:lnTo>
                  <a:pt x="161417" y="24599"/>
                </a:lnTo>
                <a:lnTo>
                  <a:pt x="161417" y="96240"/>
                </a:lnTo>
                <a:lnTo>
                  <a:pt x="179539" y="96240"/>
                </a:lnTo>
                <a:lnTo>
                  <a:pt x="179539" y="51130"/>
                </a:lnTo>
                <a:lnTo>
                  <a:pt x="180073" y="48590"/>
                </a:lnTo>
                <a:lnTo>
                  <a:pt x="190728" y="38341"/>
                </a:lnTo>
                <a:lnTo>
                  <a:pt x="196900" y="38341"/>
                </a:lnTo>
                <a:lnTo>
                  <a:pt x="199656" y="39598"/>
                </a:lnTo>
                <a:lnTo>
                  <a:pt x="203327" y="44640"/>
                </a:lnTo>
                <a:lnTo>
                  <a:pt x="204139" y="48120"/>
                </a:lnTo>
                <a:lnTo>
                  <a:pt x="204254" y="96240"/>
                </a:lnTo>
                <a:lnTo>
                  <a:pt x="222377" y="96240"/>
                </a:lnTo>
                <a:close/>
              </a:path>
              <a:path w="1192530" h="98425">
                <a:moveTo>
                  <a:pt x="303110" y="24599"/>
                </a:moveTo>
                <a:lnTo>
                  <a:pt x="276580" y="24599"/>
                </a:lnTo>
                <a:lnTo>
                  <a:pt x="276580" y="7785"/>
                </a:lnTo>
                <a:lnTo>
                  <a:pt x="258457" y="7785"/>
                </a:lnTo>
                <a:lnTo>
                  <a:pt x="258457" y="24599"/>
                </a:lnTo>
                <a:lnTo>
                  <a:pt x="237871" y="24599"/>
                </a:lnTo>
                <a:lnTo>
                  <a:pt x="237871" y="38976"/>
                </a:lnTo>
                <a:lnTo>
                  <a:pt x="258457" y="38976"/>
                </a:lnTo>
                <a:lnTo>
                  <a:pt x="258457" y="81457"/>
                </a:lnTo>
                <a:lnTo>
                  <a:pt x="260350" y="87083"/>
                </a:lnTo>
                <a:lnTo>
                  <a:pt x="267931" y="94411"/>
                </a:lnTo>
                <a:lnTo>
                  <a:pt x="273837" y="96240"/>
                </a:lnTo>
                <a:lnTo>
                  <a:pt x="303110" y="96240"/>
                </a:lnTo>
                <a:lnTo>
                  <a:pt x="303110" y="81864"/>
                </a:lnTo>
                <a:lnTo>
                  <a:pt x="282981" y="81864"/>
                </a:lnTo>
                <a:lnTo>
                  <a:pt x="280581" y="81051"/>
                </a:lnTo>
                <a:lnTo>
                  <a:pt x="277380" y="77825"/>
                </a:lnTo>
                <a:lnTo>
                  <a:pt x="276580" y="75374"/>
                </a:lnTo>
                <a:lnTo>
                  <a:pt x="276580" y="38976"/>
                </a:lnTo>
                <a:lnTo>
                  <a:pt x="303110" y="38976"/>
                </a:lnTo>
                <a:lnTo>
                  <a:pt x="303110" y="24599"/>
                </a:lnTo>
                <a:close/>
              </a:path>
              <a:path w="1192530" h="98425">
                <a:moveTo>
                  <a:pt x="385978" y="65341"/>
                </a:moveTo>
                <a:lnTo>
                  <a:pt x="385953" y="52984"/>
                </a:lnTo>
                <a:lnTo>
                  <a:pt x="384556" y="46469"/>
                </a:lnTo>
                <a:lnTo>
                  <a:pt x="380758" y="38976"/>
                </a:lnTo>
                <a:lnTo>
                  <a:pt x="378879" y="35255"/>
                </a:lnTo>
                <a:lnTo>
                  <a:pt x="374980" y="30886"/>
                </a:lnTo>
                <a:lnTo>
                  <a:pt x="366547" y="25654"/>
                </a:lnTo>
                <a:lnTo>
                  <a:pt x="366547" y="52984"/>
                </a:lnTo>
                <a:lnTo>
                  <a:pt x="337515" y="52984"/>
                </a:lnTo>
                <a:lnTo>
                  <a:pt x="338175" y="48399"/>
                </a:lnTo>
                <a:lnTo>
                  <a:pt x="339775" y="44932"/>
                </a:lnTo>
                <a:lnTo>
                  <a:pt x="344893" y="40170"/>
                </a:lnTo>
                <a:lnTo>
                  <a:pt x="348195" y="38976"/>
                </a:lnTo>
                <a:lnTo>
                  <a:pt x="356222" y="38976"/>
                </a:lnTo>
                <a:lnTo>
                  <a:pt x="366547" y="52984"/>
                </a:lnTo>
                <a:lnTo>
                  <a:pt x="366547" y="25654"/>
                </a:lnTo>
                <a:lnTo>
                  <a:pt x="364820" y="24574"/>
                </a:lnTo>
                <a:lnTo>
                  <a:pt x="358978" y="22999"/>
                </a:lnTo>
                <a:lnTo>
                  <a:pt x="345681" y="22999"/>
                </a:lnTo>
                <a:lnTo>
                  <a:pt x="318617" y="52984"/>
                </a:lnTo>
                <a:lnTo>
                  <a:pt x="318617" y="68021"/>
                </a:lnTo>
                <a:lnTo>
                  <a:pt x="319989" y="74345"/>
                </a:lnTo>
                <a:lnTo>
                  <a:pt x="320040" y="74625"/>
                </a:lnTo>
                <a:lnTo>
                  <a:pt x="325780" y="85864"/>
                </a:lnTo>
                <a:lnTo>
                  <a:pt x="329780" y="90208"/>
                </a:lnTo>
                <a:lnTo>
                  <a:pt x="340029" y="96316"/>
                </a:lnTo>
                <a:lnTo>
                  <a:pt x="345935" y="97853"/>
                </a:lnTo>
                <a:lnTo>
                  <a:pt x="360692" y="97853"/>
                </a:lnTo>
                <a:lnTo>
                  <a:pt x="367423" y="95808"/>
                </a:lnTo>
                <a:lnTo>
                  <a:pt x="378231" y="87642"/>
                </a:lnTo>
                <a:lnTo>
                  <a:pt x="382130" y="81864"/>
                </a:lnTo>
                <a:lnTo>
                  <a:pt x="384403" y="74752"/>
                </a:lnTo>
                <a:lnTo>
                  <a:pt x="384454" y="74625"/>
                </a:lnTo>
                <a:lnTo>
                  <a:pt x="384530" y="74345"/>
                </a:lnTo>
                <a:lnTo>
                  <a:pt x="366331" y="73088"/>
                </a:lnTo>
                <a:lnTo>
                  <a:pt x="365442" y="75742"/>
                </a:lnTo>
                <a:lnTo>
                  <a:pt x="363829" y="77876"/>
                </a:lnTo>
                <a:lnTo>
                  <a:pt x="359206" y="81064"/>
                </a:lnTo>
                <a:lnTo>
                  <a:pt x="356374" y="81864"/>
                </a:lnTo>
                <a:lnTo>
                  <a:pt x="348576" y="81864"/>
                </a:lnTo>
                <a:lnTo>
                  <a:pt x="344957" y="80441"/>
                </a:lnTo>
                <a:lnTo>
                  <a:pt x="339344" y="74752"/>
                </a:lnTo>
                <a:lnTo>
                  <a:pt x="337718" y="70675"/>
                </a:lnTo>
                <a:lnTo>
                  <a:pt x="337273" y="65341"/>
                </a:lnTo>
                <a:lnTo>
                  <a:pt x="385978" y="65341"/>
                </a:lnTo>
                <a:close/>
              </a:path>
              <a:path w="1192530" h="98425">
                <a:moveTo>
                  <a:pt x="462965" y="96240"/>
                </a:moveTo>
                <a:lnTo>
                  <a:pt x="462889" y="44170"/>
                </a:lnTo>
                <a:lnTo>
                  <a:pt x="462165" y="39966"/>
                </a:lnTo>
                <a:lnTo>
                  <a:pt x="461518" y="38341"/>
                </a:lnTo>
                <a:lnTo>
                  <a:pt x="458965" y="31902"/>
                </a:lnTo>
                <a:lnTo>
                  <a:pt x="456603" y="28829"/>
                </a:lnTo>
                <a:lnTo>
                  <a:pt x="453491" y="26606"/>
                </a:lnTo>
                <a:lnTo>
                  <a:pt x="450011" y="24142"/>
                </a:lnTo>
                <a:lnTo>
                  <a:pt x="445795" y="22999"/>
                </a:lnTo>
                <a:lnTo>
                  <a:pt x="436702" y="22999"/>
                </a:lnTo>
                <a:lnTo>
                  <a:pt x="418909" y="36741"/>
                </a:lnTo>
                <a:lnTo>
                  <a:pt x="418858" y="34861"/>
                </a:lnTo>
                <a:lnTo>
                  <a:pt x="418782" y="31902"/>
                </a:lnTo>
                <a:lnTo>
                  <a:pt x="418693" y="28829"/>
                </a:lnTo>
                <a:lnTo>
                  <a:pt x="418566" y="24599"/>
                </a:lnTo>
                <a:lnTo>
                  <a:pt x="402018" y="24599"/>
                </a:lnTo>
                <a:lnTo>
                  <a:pt x="402018" y="96240"/>
                </a:lnTo>
                <a:lnTo>
                  <a:pt x="420141" y="96240"/>
                </a:lnTo>
                <a:lnTo>
                  <a:pt x="420141" y="51130"/>
                </a:lnTo>
                <a:lnTo>
                  <a:pt x="420674" y="48590"/>
                </a:lnTo>
                <a:lnTo>
                  <a:pt x="420776" y="48120"/>
                </a:lnTo>
                <a:lnTo>
                  <a:pt x="422821" y="44170"/>
                </a:lnTo>
                <a:lnTo>
                  <a:pt x="423227" y="43370"/>
                </a:lnTo>
                <a:lnTo>
                  <a:pt x="424942" y="41440"/>
                </a:lnTo>
                <a:lnTo>
                  <a:pt x="429056" y="38963"/>
                </a:lnTo>
                <a:lnTo>
                  <a:pt x="431330" y="38341"/>
                </a:lnTo>
                <a:lnTo>
                  <a:pt x="437489" y="38341"/>
                </a:lnTo>
                <a:lnTo>
                  <a:pt x="440258" y="39598"/>
                </a:lnTo>
                <a:lnTo>
                  <a:pt x="443928" y="44640"/>
                </a:lnTo>
                <a:lnTo>
                  <a:pt x="444741" y="48120"/>
                </a:lnTo>
                <a:lnTo>
                  <a:pt x="444842" y="96240"/>
                </a:lnTo>
                <a:lnTo>
                  <a:pt x="462965" y="96240"/>
                </a:lnTo>
                <a:close/>
              </a:path>
              <a:path w="1192530" h="98425">
                <a:moveTo>
                  <a:pt x="546544" y="69672"/>
                </a:moveTo>
                <a:lnTo>
                  <a:pt x="528523" y="68707"/>
                </a:lnTo>
                <a:lnTo>
                  <a:pt x="527659" y="72986"/>
                </a:lnTo>
                <a:lnTo>
                  <a:pt x="525970" y="76250"/>
                </a:lnTo>
                <a:lnTo>
                  <a:pt x="520890" y="80733"/>
                </a:lnTo>
                <a:lnTo>
                  <a:pt x="517779" y="81864"/>
                </a:lnTo>
                <a:lnTo>
                  <a:pt x="509130" y="81864"/>
                </a:lnTo>
                <a:lnTo>
                  <a:pt x="505244" y="79946"/>
                </a:lnTo>
                <a:lnTo>
                  <a:pt x="499605" y="72301"/>
                </a:lnTo>
                <a:lnTo>
                  <a:pt x="498208" y="67068"/>
                </a:lnTo>
                <a:lnTo>
                  <a:pt x="498208" y="53771"/>
                </a:lnTo>
                <a:lnTo>
                  <a:pt x="499605" y="48539"/>
                </a:lnTo>
                <a:lnTo>
                  <a:pt x="505244" y="40894"/>
                </a:lnTo>
                <a:lnTo>
                  <a:pt x="509130" y="38976"/>
                </a:lnTo>
                <a:lnTo>
                  <a:pt x="517715" y="38976"/>
                </a:lnTo>
                <a:lnTo>
                  <a:pt x="520776" y="40055"/>
                </a:lnTo>
                <a:lnTo>
                  <a:pt x="525703" y="44323"/>
                </a:lnTo>
                <a:lnTo>
                  <a:pt x="527392" y="47409"/>
                </a:lnTo>
                <a:lnTo>
                  <a:pt x="528307" y="51435"/>
                </a:lnTo>
                <a:lnTo>
                  <a:pt x="546328" y="50469"/>
                </a:lnTo>
                <a:lnTo>
                  <a:pt x="519557" y="22999"/>
                </a:lnTo>
                <a:lnTo>
                  <a:pt x="507111" y="22999"/>
                </a:lnTo>
                <a:lnTo>
                  <a:pt x="479386" y="52984"/>
                </a:lnTo>
                <a:lnTo>
                  <a:pt x="479386" y="67856"/>
                </a:lnTo>
                <a:lnTo>
                  <a:pt x="507111" y="97853"/>
                </a:lnTo>
                <a:lnTo>
                  <a:pt x="513930" y="97853"/>
                </a:lnTo>
                <a:lnTo>
                  <a:pt x="519607" y="97853"/>
                </a:lnTo>
                <a:lnTo>
                  <a:pt x="545769" y="75298"/>
                </a:lnTo>
                <a:lnTo>
                  <a:pt x="546544" y="69672"/>
                </a:lnTo>
                <a:close/>
              </a:path>
              <a:path w="1192530" h="98425">
                <a:moveTo>
                  <a:pt x="626579" y="65341"/>
                </a:moveTo>
                <a:lnTo>
                  <a:pt x="607148" y="25654"/>
                </a:lnTo>
                <a:lnTo>
                  <a:pt x="607148" y="52984"/>
                </a:lnTo>
                <a:lnTo>
                  <a:pt x="578104" y="52984"/>
                </a:lnTo>
                <a:lnTo>
                  <a:pt x="578764" y="48399"/>
                </a:lnTo>
                <a:lnTo>
                  <a:pt x="580377" y="44932"/>
                </a:lnTo>
                <a:lnTo>
                  <a:pt x="585495" y="40170"/>
                </a:lnTo>
                <a:lnTo>
                  <a:pt x="588797" y="38976"/>
                </a:lnTo>
                <a:lnTo>
                  <a:pt x="596811" y="38976"/>
                </a:lnTo>
                <a:lnTo>
                  <a:pt x="607148" y="52984"/>
                </a:lnTo>
                <a:lnTo>
                  <a:pt x="607148" y="25654"/>
                </a:lnTo>
                <a:lnTo>
                  <a:pt x="605421" y="24574"/>
                </a:lnTo>
                <a:lnTo>
                  <a:pt x="599579" y="22999"/>
                </a:lnTo>
                <a:lnTo>
                  <a:pt x="586282" y="22999"/>
                </a:lnTo>
                <a:lnTo>
                  <a:pt x="559206" y="52984"/>
                </a:lnTo>
                <a:lnTo>
                  <a:pt x="559206" y="68021"/>
                </a:lnTo>
                <a:lnTo>
                  <a:pt x="560590" y="74345"/>
                </a:lnTo>
                <a:lnTo>
                  <a:pt x="560641" y="74625"/>
                </a:lnTo>
                <a:lnTo>
                  <a:pt x="566381" y="85864"/>
                </a:lnTo>
                <a:lnTo>
                  <a:pt x="570382" y="90208"/>
                </a:lnTo>
                <a:lnTo>
                  <a:pt x="580631" y="96316"/>
                </a:lnTo>
                <a:lnTo>
                  <a:pt x="586536" y="97853"/>
                </a:lnTo>
                <a:lnTo>
                  <a:pt x="601294" y="97853"/>
                </a:lnTo>
                <a:lnTo>
                  <a:pt x="608025" y="95808"/>
                </a:lnTo>
                <a:lnTo>
                  <a:pt x="618832" y="87642"/>
                </a:lnTo>
                <a:lnTo>
                  <a:pt x="622719" y="81864"/>
                </a:lnTo>
                <a:lnTo>
                  <a:pt x="625005" y="74752"/>
                </a:lnTo>
                <a:lnTo>
                  <a:pt x="625043" y="74625"/>
                </a:lnTo>
                <a:lnTo>
                  <a:pt x="625132" y="74345"/>
                </a:lnTo>
                <a:lnTo>
                  <a:pt x="606933" y="73088"/>
                </a:lnTo>
                <a:lnTo>
                  <a:pt x="606044" y="75742"/>
                </a:lnTo>
                <a:lnTo>
                  <a:pt x="604431" y="77876"/>
                </a:lnTo>
                <a:lnTo>
                  <a:pt x="599795" y="81064"/>
                </a:lnTo>
                <a:lnTo>
                  <a:pt x="596963" y="81864"/>
                </a:lnTo>
                <a:lnTo>
                  <a:pt x="589178" y="81864"/>
                </a:lnTo>
                <a:lnTo>
                  <a:pt x="585558" y="80441"/>
                </a:lnTo>
                <a:lnTo>
                  <a:pt x="579945" y="74752"/>
                </a:lnTo>
                <a:lnTo>
                  <a:pt x="578319" y="70675"/>
                </a:lnTo>
                <a:lnTo>
                  <a:pt x="577875" y="65341"/>
                </a:lnTo>
                <a:lnTo>
                  <a:pt x="626579" y="65341"/>
                </a:lnTo>
                <a:close/>
              </a:path>
              <a:path w="1192530" h="98425">
                <a:moveTo>
                  <a:pt x="697953" y="49034"/>
                </a:moveTo>
                <a:lnTo>
                  <a:pt x="648233" y="49034"/>
                </a:lnTo>
                <a:lnTo>
                  <a:pt x="648233" y="65443"/>
                </a:lnTo>
                <a:lnTo>
                  <a:pt x="697953" y="65443"/>
                </a:lnTo>
                <a:lnTo>
                  <a:pt x="697953" y="49034"/>
                </a:lnTo>
                <a:close/>
              </a:path>
              <a:path w="1192530" h="98425">
                <a:moveTo>
                  <a:pt x="791527" y="24599"/>
                </a:moveTo>
                <a:lnTo>
                  <a:pt x="773455" y="24599"/>
                </a:lnTo>
                <a:lnTo>
                  <a:pt x="766876" y="71335"/>
                </a:lnTo>
                <a:lnTo>
                  <a:pt x="759498" y="34975"/>
                </a:lnTo>
                <a:lnTo>
                  <a:pt x="747090" y="34975"/>
                </a:lnTo>
                <a:lnTo>
                  <a:pt x="739711" y="71335"/>
                </a:lnTo>
                <a:lnTo>
                  <a:pt x="733132" y="24599"/>
                </a:lnTo>
                <a:lnTo>
                  <a:pt x="715060" y="24599"/>
                </a:lnTo>
                <a:lnTo>
                  <a:pt x="728218" y="96240"/>
                </a:lnTo>
                <a:lnTo>
                  <a:pt x="745705" y="96240"/>
                </a:lnTo>
                <a:lnTo>
                  <a:pt x="753287" y="60909"/>
                </a:lnTo>
                <a:lnTo>
                  <a:pt x="760882" y="96240"/>
                </a:lnTo>
                <a:lnTo>
                  <a:pt x="778421" y="96240"/>
                </a:lnTo>
                <a:lnTo>
                  <a:pt x="791527" y="24599"/>
                </a:lnTo>
                <a:close/>
              </a:path>
              <a:path w="1192530" h="98425">
                <a:moveTo>
                  <a:pt x="846988" y="0"/>
                </a:moveTo>
                <a:lnTo>
                  <a:pt x="828548" y="0"/>
                </a:lnTo>
                <a:lnTo>
                  <a:pt x="828548" y="15773"/>
                </a:lnTo>
                <a:lnTo>
                  <a:pt x="846988" y="15773"/>
                </a:lnTo>
                <a:lnTo>
                  <a:pt x="846988" y="0"/>
                </a:lnTo>
                <a:close/>
              </a:path>
              <a:path w="1192530" h="98425">
                <a:moveTo>
                  <a:pt x="869848" y="81813"/>
                </a:moveTo>
                <a:lnTo>
                  <a:pt x="847267" y="81813"/>
                </a:lnTo>
                <a:lnTo>
                  <a:pt x="847267" y="39039"/>
                </a:lnTo>
                <a:lnTo>
                  <a:pt x="847267" y="31280"/>
                </a:lnTo>
                <a:lnTo>
                  <a:pt x="847267" y="24599"/>
                </a:lnTo>
                <a:lnTo>
                  <a:pt x="803821" y="24599"/>
                </a:lnTo>
                <a:lnTo>
                  <a:pt x="803821" y="39039"/>
                </a:lnTo>
                <a:lnTo>
                  <a:pt x="829081" y="39039"/>
                </a:lnTo>
                <a:lnTo>
                  <a:pt x="829081" y="81813"/>
                </a:lnTo>
                <a:lnTo>
                  <a:pt x="802487" y="81813"/>
                </a:lnTo>
                <a:lnTo>
                  <a:pt x="802487" y="96240"/>
                </a:lnTo>
                <a:lnTo>
                  <a:pt x="869848" y="96240"/>
                </a:lnTo>
                <a:lnTo>
                  <a:pt x="869848" y="81813"/>
                </a:lnTo>
                <a:close/>
              </a:path>
              <a:path w="1192530" h="98425">
                <a:moveTo>
                  <a:pt x="944168" y="96240"/>
                </a:moveTo>
                <a:lnTo>
                  <a:pt x="944092" y="44170"/>
                </a:lnTo>
                <a:lnTo>
                  <a:pt x="943368" y="39966"/>
                </a:lnTo>
                <a:lnTo>
                  <a:pt x="942721" y="38341"/>
                </a:lnTo>
                <a:lnTo>
                  <a:pt x="940155" y="31902"/>
                </a:lnTo>
                <a:lnTo>
                  <a:pt x="937793" y="28829"/>
                </a:lnTo>
                <a:lnTo>
                  <a:pt x="934694" y="26606"/>
                </a:lnTo>
                <a:lnTo>
                  <a:pt x="931202" y="24142"/>
                </a:lnTo>
                <a:lnTo>
                  <a:pt x="926985" y="22999"/>
                </a:lnTo>
                <a:lnTo>
                  <a:pt x="917905" y="22999"/>
                </a:lnTo>
                <a:lnTo>
                  <a:pt x="900112" y="36741"/>
                </a:lnTo>
                <a:lnTo>
                  <a:pt x="900061" y="34861"/>
                </a:lnTo>
                <a:lnTo>
                  <a:pt x="899972" y="31902"/>
                </a:lnTo>
                <a:lnTo>
                  <a:pt x="899883" y="28829"/>
                </a:lnTo>
                <a:lnTo>
                  <a:pt x="899769" y="24599"/>
                </a:lnTo>
                <a:lnTo>
                  <a:pt x="883221" y="24599"/>
                </a:lnTo>
                <a:lnTo>
                  <a:pt x="883221" y="96240"/>
                </a:lnTo>
                <a:lnTo>
                  <a:pt x="901344" y="96240"/>
                </a:lnTo>
                <a:lnTo>
                  <a:pt x="901344" y="51130"/>
                </a:lnTo>
                <a:lnTo>
                  <a:pt x="901865" y="48590"/>
                </a:lnTo>
                <a:lnTo>
                  <a:pt x="912520" y="38341"/>
                </a:lnTo>
                <a:lnTo>
                  <a:pt x="918692" y="38341"/>
                </a:lnTo>
                <a:lnTo>
                  <a:pt x="921461" y="39598"/>
                </a:lnTo>
                <a:lnTo>
                  <a:pt x="925131" y="44640"/>
                </a:lnTo>
                <a:lnTo>
                  <a:pt x="925931" y="48120"/>
                </a:lnTo>
                <a:lnTo>
                  <a:pt x="926045" y="96240"/>
                </a:lnTo>
                <a:lnTo>
                  <a:pt x="944168" y="96240"/>
                </a:lnTo>
                <a:close/>
              </a:path>
              <a:path w="1192530" h="98425">
                <a:moveTo>
                  <a:pt x="1025169" y="1346"/>
                </a:moveTo>
                <a:lnTo>
                  <a:pt x="1008646" y="1346"/>
                </a:lnTo>
                <a:lnTo>
                  <a:pt x="1008646" y="39357"/>
                </a:lnTo>
                <a:lnTo>
                  <a:pt x="1007960" y="36220"/>
                </a:lnTo>
                <a:lnTo>
                  <a:pt x="1008570" y="38976"/>
                </a:lnTo>
                <a:lnTo>
                  <a:pt x="1008646" y="39357"/>
                </a:lnTo>
                <a:lnTo>
                  <a:pt x="1008646" y="1346"/>
                </a:lnTo>
                <a:lnTo>
                  <a:pt x="1007160" y="1346"/>
                </a:lnTo>
                <a:lnTo>
                  <a:pt x="1007160" y="81864"/>
                </a:lnTo>
                <a:lnTo>
                  <a:pt x="1007084" y="80010"/>
                </a:lnTo>
                <a:lnTo>
                  <a:pt x="1007135" y="81026"/>
                </a:lnTo>
                <a:lnTo>
                  <a:pt x="1007160" y="81864"/>
                </a:lnTo>
                <a:lnTo>
                  <a:pt x="1007160" y="1346"/>
                </a:lnTo>
                <a:lnTo>
                  <a:pt x="1007046" y="34366"/>
                </a:lnTo>
                <a:lnTo>
                  <a:pt x="1007046" y="55803"/>
                </a:lnTo>
                <a:lnTo>
                  <a:pt x="1007046" y="64960"/>
                </a:lnTo>
                <a:lnTo>
                  <a:pt x="1006487" y="68313"/>
                </a:lnTo>
                <a:lnTo>
                  <a:pt x="994422" y="81864"/>
                </a:lnTo>
                <a:lnTo>
                  <a:pt x="986370" y="81864"/>
                </a:lnTo>
                <a:lnTo>
                  <a:pt x="982662" y="80010"/>
                </a:lnTo>
                <a:lnTo>
                  <a:pt x="977620" y="72593"/>
                </a:lnTo>
                <a:lnTo>
                  <a:pt x="976350" y="67297"/>
                </a:lnTo>
                <a:lnTo>
                  <a:pt x="976350" y="53505"/>
                </a:lnTo>
                <a:lnTo>
                  <a:pt x="977620" y="48209"/>
                </a:lnTo>
                <a:lnTo>
                  <a:pt x="982662" y="40830"/>
                </a:lnTo>
                <a:lnTo>
                  <a:pt x="986332" y="38976"/>
                </a:lnTo>
                <a:lnTo>
                  <a:pt x="994410" y="38976"/>
                </a:lnTo>
                <a:lnTo>
                  <a:pt x="1007046" y="55803"/>
                </a:lnTo>
                <a:lnTo>
                  <a:pt x="1007046" y="34366"/>
                </a:lnTo>
                <a:lnTo>
                  <a:pt x="990079" y="22999"/>
                </a:lnTo>
                <a:lnTo>
                  <a:pt x="980274" y="22999"/>
                </a:lnTo>
                <a:lnTo>
                  <a:pt x="957618" y="68834"/>
                </a:lnTo>
                <a:lnTo>
                  <a:pt x="958710" y="75057"/>
                </a:lnTo>
                <a:lnTo>
                  <a:pt x="963396" y="86207"/>
                </a:lnTo>
                <a:lnTo>
                  <a:pt x="966698" y="90474"/>
                </a:lnTo>
                <a:lnTo>
                  <a:pt x="975258" y="96380"/>
                </a:lnTo>
                <a:lnTo>
                  <a:pt x="980274" y="97853"/>
                </a:lnTo>
                <a:lnTo>
                  <a:pt x="990155" y="97853"/>
                </a:lnTo>
                <a:lnTo>
                  <a:pt x="1007313" y="85153"/>
                </a:lnTo>
                <a:lnTo>
                  <a:pt x="1007541" y="90474"/>
                </a:lnTo>
                <a:lnTo>
                  <a:pt x="1007605" y="91821"/>
                </a:lnTo>
                <a:lnTo>
                  <a:pt x="1007694" y="93929"/>
                </a:lnTo>
                <a:lnTo>
                  <a:pt x="1007795" y="96240"/>
                </a:lnTo>
                <a:lnTo>
                  <a:pt x="1025169" y="96240"/>
                </a:lnTo>
                <a:lnTo>
                  <a:pt x="1025169" y="77241"/>
                </a:lnTo>
                <a:lnTo>
                  <a:pt x="1025169" y="42405"/>
                </a:lnTo>
                <a:lnTo>
                  <a:pt x="1025169" y="1346"/>
                </a:lnTo>
                <a:close/>
              </a:path>
              <a:path w="1192530" h="98425">
                <a:moveTo>
                  <a:pt x="1108049" y="52806"/>
                </a:moveTo>
                <a:lnTo>
                  <a:pt x="1089228" y="25984"/>
                </a:lnTo>
                <a:lnTo>
                  <a:pt x="1089228" y="53492"/>
                </a:lnTo>
                <a:lnTo>
                  <a:pt x="1089228" y="67271"/>
                </a:lnTo>
                <a:lnTo>
                  <a:pt x="1087920" y="72567"/>
                </a:lnTo>
                <a:lnTo>
                  <a:pt x="1082675" y="80010"/>
                </a:lnTo>
                <a:lnTo>
                  <a:pt x="1078941" y="81864"/>
                </a:lnTo>
                <a:lnTo>
                  <a:pt x="1069238" y="81864"/>
                </a:lnTo>
                <a:lnTo>
                  <a:pt x="1065504" y="80010"/>
                </a:lnTo>
                <a:lnTo>
                  <a:pt x="1060272" y="72567"/>
                </a:lnTo>
                <a:lnTo>
                  <a:pt x="1058964" y="67271"/>
                </a:lnTo>
                <a:lnTo>
                  <a:pt x="1058964" y="53492"/>
                </a:lnTo>
                <a:lnTo>
                  <a:pt x="1060272" y="48209"/>
                </a:lnTo>
                <a:lnTo>
                  <a:pt x="1065504" y="40830"/>
                </a:lnTo>
                <a:lnTo>
                  <a:pt x="1069238" y="38976"/>
                </a:lnTo>
                <a:lnTo>
                  <a:pt x="1078941" y="38976"/>
                </a:lnTo>
                <a:lnTo>
                  <a:pt x="1082675" y="40830"/>
                </a:lnTo>
                <a:lnTo>
                  <a:pt x="1087920" y="48209"/>
                </a:lnTo>
                <a:lnTo>
                  <a:pt x="1089228" y="53492"/>
                </a:lnTo>
                <a:lnTo>
                  <a:pt x="1089228" y="25984"/>
                </a:lnTo>
                <a:lnTo>
                  <a:pt x="1086802" y="24523"/>
                </a:lnTo>
                <a:lnTo>
                  <a:pt x="1080858" y="22999"/>
                </a:lnTo>
                <a:lnTo>
                  <a:pt x="1067320" y="22999"/>
                </a:lnTo>
                <a:lnTo>
                  <a:pt x="1040142" y="52806"/>
                </a:lnTo>
                <a:lnTo>
                  <a:pt x="1040142" y="68021"/>
                </a:lnTo>
                <a:lnTo>
                  <a:pt x="1067320" y="97853"/>
                </a:lnTo>
                <a:lnTo>
                  <a:pt x="1080858" y="97853"/>
                </a:lnTo>
                <a:lnTo>
                  <a:pt x="1108049" y="68021"/>
                </a:lnTo>
                <a:lnTo>
                  <a:pt x="1108049" y="52806"/>
                </a:lnTo>
                <a:close/>
              </a:path>
              <a:path w="1192530" h="98425">
                <a:moveTo>
                  <a:pt x="1192517" y="24599"/>
                </a:moveTo>
                <a:lnTo>
                  <a:pt x="1174445" y="24599"/>
                </a:lnTo>
                <a:lnTo>
                  <a:pt x="1167866" y="71335"/>
                </a:lnTo>
                <a:lnTo>
                  <a:pt x="1160500" y="34975"/>
                </a:lnTo>
                <a:lnTo>
                  <a:pt x="1148092" y="34975"/>
                </a:lnTo>
                <a:lnTo>
                  <a:pt x="1140714" y="71335"/>
                </a:lnTo>
                <a:lnTo>
                  <a:pt x="1134135" y="24599"/>
                </a:lnTo>
                <a:lnTo>
                  <a:pt x="1116063" y="24599"/>
                </a:lnTo>
                <a:lnTo>
                  <a:pt x="1129220" y="96240"/>
                </a:lnTo>
                <a:lnTo>
                  <a:pt x="1146695" y="96240"/>
                </a:lnTo>
                <a:lnTo>
                  <a:pt x="1154290" y="60909"/>
                </a:lnTo>
                <a:lnTo>
                  <a:pt x="1161884" y="96240"/>
                </a:lnTo>
                <a:lnTo>
                  <a:pt x="1179423" y="96240"/>
                </a:lnTo>
                <a:lnTo>
                  <a:pt x="1192517" y="245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0" name="object 130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2413353" y="4231535"/>
            <a:ext cx="65497" cy="65497"/>
          </a:xfrm>
          <a:prstGeom prst="rect">
            <a:avLst/>
          </a:prstGeom>
        </p:spPr>
      </p:pic>
      <p:pic>
        <p:nvPicPr>
          <p:cNvPr id="131" name="object 131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2576882" y="4206351"/>
            <a:ext cx="300907" cy="117895"/>
          </a:xfrm>
          <a:prstGeom prst="rect">
            <a:avLst/>
          </a:prstGeom>
        </p:spPr>
      </p:pic>
      <p:sp>
        <p:nvSpPr>
          <p:cNvPr id="132" name="object 132"/>
          <p:cNvSpPr/>
          <p:nvPr/>
        </p:nvSpPr>
        <p:spPr>
          <a:xfrm>
            <a:off x="2973540" y="4207700"/>
            <a:ext cx="550545" cy="115570"/>
          </a:xfrm>
          <a:custGeom>
            <a:avLst/>
            <a:gdLst/>
            <a:ahLst/>
            <a:cxnLst/>
            <a:rect l="l" t="t" r="r" b="b"/>
            <a:pathLst>
              <a:path w="550545" h="115570">
                <a:moveTo>
                  <a:pt x="67906" y="51460"/>
                </a:moveTo>
                <a:lnTo>
                  <a:pt x="49085" y="24638"/>
                </a:lnTo>
                <a:lnTo>
                  <a:pt x="49085" y="52146"/>
                </a:lnTo>
                <a:lnTo>
                  <a:pt x="49085" y="65925"/>
                </a:lnTo>
                <a:lnTo>
                  <a:pt x="47777" y="71221"/>
                </a:lnTo>
                <a:lnTo>
                  <a:pt x="42532" y="78663"/>
                </a:lnTo>
                <a:lnTo>
                  <a:pt x="38798" y="80518"/>
                </a:lnTo>
                <a:lnTo>
                  <a:pt x="29108" y="80518"/>
                </a:lnTo>
                <a:lnTo>
                  <a:pt x="25374" y="78663"/>
                </a:lnTo>
                <a:lnTo>
                  <a:pt x="20129" y="71221"/>
                </a:lnTo>
                <a:lnTo>
                  <a:pt x="18821" y="65925"/>
                </a:lnTo>
                <a:lnTo>
                  <a:pt x="18821" y="52146"/>
                </a:lnTo>
                <a:lnTo>
                  <a:pt x="20129" y="46863"/>
                </a:lnTo>
                <a:lnTo>
                  <a:pt x="25374" y="39484"/>
                </a:lnTo>
                <a:lnTo>
                  <a:pt x="29108" y="37630"/>
                </a:lnTo>
                <a:lnTo>
                  <a:pt x="38798" y="37630"/>
                </a:lnTo>
                <a:lnTo>
                  <a:pt x="42532" y="39484"/>
                </a:lnTo>
                <a:lnTo>
                  <a:pt x="47777" y="46863"/>
                </a:lnTo>
                <a:lnTo>
                  <a:pt x="49085" y="52146"/>
                </a:lnTo>
                <a:lnTo>
                  <a:pt x="49085" y="24638"/>
                </a:lnTo>
                <a:lnTo>
                  <a:pt x="46659" y="23177"/>
                </a:lnTo>
                <a:lnTo>
                  <a:pt x="40728" y="21653"/>
                </a:lnTo>
                <a:lnTo>
                  <a:pt x="27178" y="21653"/>
                </a:lnTo>
                <a:lnTo>
                  <a:pt x="0" y="51460"/>
                </a:lnTo>
                <a:lnTo>
                  <a:pt x="0" y="66675"/>
                </a:lnTo>
                <a:lnTo>
                  <a:pt x="27178" y="96507"/>
                </a:lnTo>
                <a:lnTo>
                  <a:pt x="40728" y="96507"/>
                </a:lnTo>
                <a:lnTo>
                  <a:pt x="67906" y="66675"/>
                </a:lnTo>
                <a:lnTo>
                  <a:pt x="67906" y="51460"/>
                </a:lnTo>
                <a:close/>
              </a:path>
              <a:path w="550545" h="115570">
                <a:moveTo>
                  <a:pt x="149491" y="23253"/>
                </a:moveTo>
                <a:lnTo>
                  <a:pt x="130302" y="23253"/>
                </a:lnTo>
                <a:lnTo>
                  <a:pt x="114147" y="75069"/>
                </a:lnTo>
                <a:lnTo>
                  <a:pt x="98005" y="23253"/>
                </a:lnTo>
                <a:lnTo>
                  <a:pt x="78816" y="23253"/>
                </a:lnTo>
                <a:lnTo>
                  <a:pt x="103136" y="94894"/>
                </a:lnTo>
                <a:lnTo>
                  <a:pt x="125171" y="94894"/>
                </a:lnTo>
                <a:lnTo>
                  <a:pt x="149491" y="23253"/>
                </a:lnTo>
                <a:close/>
              </a:path>
              <a:path w="550545" h="115570">
                <a:moveTo>
                  <a:pt x="228041" y="63995"/>
                </a:moveTo>
                <a:lnTo>
                  <a:pt x="208610" y="24307"/>
                </a:lnTo>
                <a:lnTo>
                  <a:pt x="208610" y="51638"/>
                </a:lnTo>
                <a:lnTo>
                  <a:pt x="179565" y="51638"/>
                </a:lnTo>
                <a:lnTo>
                  <a:pt x="180225" y="47053"/>
                </a:lnTo>
                <a:lnTo>
                  <a:pt x="181838" y="43586"/>
                </a:lnTo>
                <a:lnTo>
                  <a:pt x="186956" y="38823"/>
                </a:lnTo>
                <a:lnTo>
                  <a:pt x="190258" y="37630"/>
                </a:lnTo>
                <a:lnTo>
                  <a:pt x="198272" y="37630"/>
                </a:lnTo>
                <a:lnTo>
                  <a:pt x="208610" y="51638"/>
                </a:lnTo>
                <a:lnTo>
                  <a:pt x="208610" y="24307"/>
                </a:lnTo>
                <a:lnTo>
                  <a:pt x="206883" y="23228"/>
                </a:lnTo>
                <a:lnTo>
                  <a:pt x="201041" y="21653"/>
                </a:lnTo>
                <a:lnTo>
                  <a:pt x="187744" y="21653"/>
                </a:lnTo>
                <a:lnTo>
                  <a:pt x="160667" y="51638"/>
                </a:lnTo>
                <a:lnTo>
                  <a:pt x="160667" y="66675"/>
                </a:lnTo>
                <a:lnTo>
                  <a:pt x="187985" y="96507"/>
                </a:lnTo>
                <a:lnTo>
                  <a:pt x="202742" y="96507"/>
                </a:lnTo>
                <a:lnTo>
                  <a:pt x="226504" y="73279"/>
                </a:lnTo>
                <a:lnTo>
                  <a:pt x="226593" y="72999"/>
                </a:lnTo>
                <a:lnTo>
                  <a:pt x="208394" y="71742"/>
                </a:lnTo>
                <a:lnTo>
                  <a:pt x="207492" y="74396"/>
                </a:lnTo>
                <a:lnTo>
                  <a:pt x="205892" y="76530"/>
                </a:lnTo>
                <a:lnTo>
                  <a:pt x="201256" y="79717"/>
                </a:lnTo>
                <a:lnTo>
                  <a:pt x="198424" y="80518"/>
                </a:lnTo>
                <a:lnTo>
                  <a:pt x="190639" y="80518"/>
                </a:lnTo>
                <a:lnTo>
                  <a:pt x="187020" y="79095"/>
                </a:lnTo>
                <a:lnTo>
                  <a:pt x="181394" y="73406"/>
                </a:lnTo>
                <a:lnTo>
                  <a:pt x="179768" y="69329"/>
                </a:lnTo>
                <a:lnTo>
                  <a:pt x="179324" y="63995"/>
                </a:lnTo>
                <a:lnTo>
                  <a:pt x="228041" y="63995"/>
                </a:lnTo>
                <a:close/>
              </a:path>
              <a:path w="550545" h="115570">
                <a:moveTo>
                  <a:pt x="309041" y="23253"/>
                </a:moveTo>
                <a:lnTo>
                  <a:pt x="287121" y="23253"/>
                </a:lnTo>
                <a:lnTo>
                  <a:pt x="282752" y="24968"/>
                </a:lnTo>
                <a:lnTo>
                  <a:pt x="276961" y="31851"/>
                </a:lnTo>
                <a:lnTo>
                  <a:pt x="276110" y="34340"/>
                </a:lnTo>
                <a:lnTo>
                  <a:pt x="276110" y="43281"/>
                </a:lnTo>
                <a:lnTo>
                  <a:pt x="275767" y="38646"/>
                </a:lnTo>
                <a:lnTo>
                  <a:pt x="276085" y="42722"/>
                </a:lnTo>
                <a:lnTo>
                  <a:pt x="276110" y="43281"/>
                </a:lnTo>
                <a:lnTo>
                  <a:pt x="276110" y="34340"/>
                </a:lnTo>
                <a:lnTo>
                  <a:pt x="275564" y="35928"/>
                </a:lnTo>
                <a:lnTo>
                  <a:pt x="275107" y="29908"/>
                </a:lnTo>
                <a:lnTo>
                  <a:pt x="274612" y="23253"/>
                </a:lnTo>
                <a:lnTo>
                  <a:pt x="244081" y="23253"/>
                </a:lnTo>
                <a:lnTo>
                  <a:pt x="244081" y="37630"/>
                </a:lnTo>
                <a:lnTo>
                  <a:pt x="261239" y="37630"/>
                </a:lnTo>
                <a:lnTo>
                  <a:pt x="261239" y="80518"/>
                </a:lnTo>
                <a:lnTo>
                  <a:pt x="244081" y="80518"/>
                </a:lnTo>
                <a:lnTo>
                  <a:pt x="244081" y="94894"/>
                </a:lnTo>
                <a:lnTo>
                  <a:pt x="301180" y="94894"/>
                </a:lnTo>
                <a:lnTo>
                  <a:pt x="301180" y="88188"/>
                </a:lnTo>
                <a:lnTo>
                  <a:pt x="301180" y="80518"/>
                </a:lnTo>
                <a:lnTo>
                  <a:pt x="279361" y="80518"/>
                </a:lnTo>
                <a:lnTo>
                  <a:pt x="279361" y="50241"/>
                </a:lnTo>
                <a:lnTo>
                  <a:pt x="279908" y="47332"/>
                </a:lnTo>
                <a:lnTo>
                  <a:pt x="281101" y="44805"/>
                </a:lnTo>
                <a:lnTo>
                  <a:pt x="282079" y="42722"/>
                </a:lnTo>
                <a:lnTo>
                  <a:pt x="283730" y="40982"/>
                </a:lnTo>
                <a:lnTo>
                  <a:pt x="288124" y="38646"/>
                </a:lnTo>
                <a:lnTo>
                  <a:pt x="290906" y="38061"/>
                </a:lnTo>
                <a:lnTo>
                  <a:pt x="309041" y="38061"/>
                </a:lnTo>
                <a:lnTo>
                  <a:pt x="309041" y="23253"/>
                </a:lnTo>
                <a:close/>
              </a:path>
              <a:path w="550545" h="115570">
                <a:moveTo>
                  <a:pt x="388442" y="80518"/>
                </a:moveTo>
                <a:lnTo>
                  <a:pt x="365658" y="80518"/>
                </a:lnTo>
                <a:lnTo>
                  <a:pt x="365658" y="15468"/>
                </a:lnTo>
                <a:lnTo>
                  <a:pt x="363715" y="9690"/>
                </a:lnTo>
                <a:lnTo>
                  <a:pt x="355968" y="1930"/>
                </a:lnTo>
                <a:lnTo>
                  <a:pt x="350189" y="0"/>
                </a:lnTo>
                <a:lnTo>
                  <a:pt x="323735" y="0"/>
                </a:lnTo>
                <a:lnTo>
                  <a:pt x="323735" y="14376"/>
                </a:lnTo>
                <a:lnTo>
                  <a:pt x="341934" y="14376"/>
                </a:lnTo>
                <a:lnTo>
                  <a:pt x="343992" y="15087"/>
                </a:lnTo>
                <a:lnTo>
                  <a:pt x="346824" y="17919"/>
                </a:lnTo>
                <a:lnTo>
                  <a:pt x="347535" y="19977"/>
                </a:lnTo>
                <a:lnTo>
                  <a:pt x="347535" y="80518"/>
                </a:lnTo>
                <a:lnTo>
                  <a:pt x="321068" y="80518"/>
                </a:lnTo>
                <a:lnTo>
                  <a:pt x="321068" y="94894"/>
                </a:lnTo>
                <a:lnTo>
                  <a:pt x="388442" y="94894"/>
                </a:lnTo>
                <a:lnTo>
                  <a:pt x="388442" y="90093"/>
                </a:lnTo>
                <a:lnTo>
                  <a:pt x="388442" y="80518"/>
                </a:lnTo>
                <a:close/>
              </a:path>
              <a:path w="550545" h="115570">
                <a:moveTo>
                  <a:pt x="469176" y="81318"/>
                </a:moveTo>
                <a:lnTo>
                  <a:pt x="465023" y="81318"/>
                </a:lnTo>
                <a:lnTo>
                  <a:pt x="464083" y="80975"/>
                </a:lnTo>
                <a:lnTo>
                  <a:pt x="462762" y="79629"/>
                </a:lnTo>
                <a:lnTo>
                  <a:pt x="462686" y="79336"/>
                </a:lnTo>
                <a:lnTo>
                  <a:pt x="462432" y="78371"/>
                </a:lnTo>
                <a:lnTo>
                  <a:pt x="462432" y="63080"/>
                </a:lnTo>
                <a:lnTo>
                  <a:pt x="462432" y="41948"/>
                </a:lnTo>
                <a:lnTo>
                  <a:pt x="460514" y="36195"/>
                </a:lnTo>
                <a:lnTo>
                  <a:pt x="460006" y="34658"/>
                </a:lnTo>
                <a:lnTo>
                  <a:pt x="450291" y="24244"/>
                </a:lnTo>
                <a:lnTo>
                  <a:pt x="442709" y="21653"/>
                </a:lnTo>
                <a:lnTo>
                  <a:pt x="424154" y="21653"/>
                </a:lnTo>
                <a:lnTo>
                  <a:pt x="417334" y="23774"/>
                </a:lnTo>
                <a:lnTo>
                  <a:pt x="406514" y="32270"/>
                </a:lnTo>
                <a:lnTo>
                  <a:pt x="403136" y="37896"/>
                </a:lnTo>
                <a:lnTo>
                  <a:pt x="401802" y="44907"/>
                </a:lnTo>
                <a:lnTo>
                  <a:pt x="420522" y="45923"/>
                </a:lnTo>
                <a:lnTo>
                  <a:pt x="421106" y="43053"/>
                </a:lnTo>
                <a:lnTo>
                  <a:pt x="422376" y="40716"/>
                </a:lnTo>
                <a:lnTo>
                  <a:pt x="426300" y="37096"/>
                </a:lnTo>
                <a:lnTo>
                  <a:pt x="429082" y="36195"/>
                </a:lnTo>
                <a:lnTo>
                  <a:pt x="436829" y="36195"/>
                </a:lnTo>
                <a:lnTo>
                  <a:pt x="439788" y="37401"/>
                </a:lnTo>
                <a:lnTo>
                  <a:pt x="443407" y="42278"/>
                </a:lnTo>
                <a:lnTo>
                  <a:pt x="444309" y="45745"/>
                </a:lnTo>
                <a:lnTo>
                  <a:pt x="444309" y="50253"/>
                </a:lnTo>
                <a:lnTo>
                  <a:pt x="444309" y="63080"/>
                </a:lnTo>
                <a:lnTo>
                  <a:pt x="444220" y="71005"/>
                </a:lnTo>
                <a:lnTo>
                  <a:pt x="443801" y="72923"/>
                </a:lnTo>
                <a:lnTo>
                  <a:pt x="443699" y="73406"/>
                </a:lnTo>
                <a:lnTo>
                  <a:pt x="441236" y="78092"/>
                </a:lnTo>
                <a:lnTo>
                  <a:pt x="439445" y="79870"/>
                </a:lnTo>
                <a:lnTo>
                  <a:pt x="434733" y="82308"/>
                </a:lnTo>
                <a:lnTo>
                  <a:pt x="431876" y="82918"/>
                </a:lnTo>
                <a:lnTo>
                  <a:pt x="425627" y="82918"/>
                </a:lnTo>
                <a:lnTo>
                  <a:pt x="423621" y="82308"/>
                </a:lnTo>
                <a:lnTo>
                  <a:pt x="423481" y="82308"/>
                </a:lnTo>
                <a:lnTo>
                  <a:pt x="420446" y="79629"/>
                </a:lnTo>
                <a:lnTo>
                  <a:pt x="420281" y="79336"/>
                </a:lnTo>
                <a:lnTo>
                  <a:pt x="419608" y="77724"/>
                </a:lnTo>
                <a:lnTo>
                  <a:pt x="419608" y="72923"/>
                </a:lnTo>
                <a:lnTo>
                  <a:pt x="420268" y="71005"/>
                </a:lnTo>
                <a:lnTo>
                  <a:pt x="422884" y="68262"/>
                </a:lnTo>
                <a:lnTo>
                  <a:pt x="425170" y="67233"/>
                </a:lnTo>
                <a:lnTo>
                  <a:pt x="428434" y="66560"/>
                </a:lnTo>
                <a:lnTo>
                  <a:pt x="444309" y="63080"/>
                </a:lnTo>
                <a:lnTo>
                  <a:pt x="444309" y="50253"/>
                </a:lnTo>
                <a:lnTo>
                  <a:pt x="415975" y="56362"/>
                </a:lnTo>
                <a:lnTo>
                  <a:pt x="410641" y="58775"/>
                </a:lnTo>
                <a:lnTo>
                  <a:pt x="402882" y="65519"/>
                </a:lnTo>
                <a:lnTo>
                  <a:pt x="400951" y="70231"/>
                </a:lnTo>
                <a:lnTo>
                  <a:pt x="400951" y="80505"/>
                </a:lnTo>
                <a:lnTo>
                  <a:pt x="402005" y="84112"/>
                </a:lnTo>
                <a:lnTo>
                  <a:pt x="406273" y="90182"/>
                </a:lnTo>
                <a:lnTo>
                  <a:pt x="409143" y="92494"/>
                </a:lnTo>
                <a:lnTo>
                  <a:pt x="416509" y="95758"/>
                </a:lnTo>
                <a:lnTo>
                  <a:pt x="416674" y="95758"/>
                </a:lnTo>
                <a:lnTo>
                  <a:pt x="420395" y="96507"/>
                </a:lnTo>
                <a:lnTo>
                  <a:pt x="429107" y="96507"/>
                </a:lnTo>
                <a:lnTo>
                  <a:pt x="432904" y="95758"/>
                </a:lnTo>
                <a:lnTo>
                  <a:pt x="439432" y="92786"/>
                </a:lnTo>
                <a:lnTo>
                  <a:pt x="442061" y="90728"/>
                </a:lnTo>
                <a:lnTo>
                  <a:pt x="446036" y="85509"/>
                </a:lnTo>
                <a:lnTo>
                  <a:pt x="446328" y="84823"/>
                </a:lnTo>
                <a:lnTo>
                  <a:pt x="446493" y="85509"/>
                </a:lnTo>
                <a:lnTo>
                  <a:pt x="446544" y="85686"/>
                </a:lnTo>
                <a:lnTo>
                  <a:pt x="449160" y="90538"/>
                </a:lnTo>
                <a:lnTo>
                  <a:pt x="451307" y="92494"/>
                </a:lnTo>
                <a:lnTo>
                  <a:pt x="456298" y="94983"/>
                </a:lnTo>
                <a:lnTo>
                  <a:pt x="456653" y="94983"/>
                </a:lnTo>
                <a:lnTo>
                  <a:pt x="459079" y="95491"/>
                </a:lnTo>
                <a:lnTo>
                  <a:pt x="464667" y="95491"/>
                </a:lnTo>
                <a:lnTo>
                  <a:pt x="468642" y="94983"/>
                </a:lnTo>
                <a:lnTo>
                  <a:pt x="469176" y="94983"/>
                </a:lnTo>
                <a:lnTo>
                  <a:pt x="469176" y="81318"/>
                </a:lnTo>
                <a:close/>
              </a:path>
              <a:path w="550545" h="115570">
                <a:moveTo>
                  <a:pt x="550125" y="51752"/>
                </a:moveTo>
                <a:lnTo>
                  <a:pt x="549236" y="46342"/>
                </a:lnTo>
                <a:lnTo>
                  <a:pt x="549135" y="45694"/>
                </a:lnTo>
                <a:lnTo>
                  <a:pt x="546150" y="37630"/>
                </a:lnTo>
                <a:lnTo>
                  <a:pt x="544957" y="34417"/>
                </a:lnTo>
                <a:lnTo>
                  <a:pt x="541820" y="29933"/>
                </a:lnTo>
                <a:lnTo>
                  <a:pt x="533400" y="23304"/>
                </a:lnTo>
                <a:lnTo>
                  <a:pt x="531355" y="22669"/>
                </a:lnTo>
                <a:lnTo>
                  <a:pt x="531355" y="51752"/>
                </a:lnTo>
                <a:lnTo>
                  <a:pt x="531355" y="66395"/>
                </a:lnTo>
                <a:lnTo>
                  <a:pt x="530034" y="71805"/>
                </a:lnTo>
                <a:lnTo>
                  <a:pt x="524764" y="78778"/>
                </a:lnTo>
                <a:lnTo>
                  <a:pt x="521030" y="80518"/>
                </a:lnTo>
                <a:lnTo>
                  <a:pt x="513194" y="80518"/>
                </a:lnTo>
                <a:lnTo>
                  <a:pt x="500659" y="63957"/>
                </a:lnTo>
                <a:lnTo>
                  <a:pt x="500659" y="54190"/>
                </a:lnTo>
                <a:lnTo>
                  <a:pt x="501319" y="50165"/>
                </a:lnTo>
                <a:lnTo>
                  <a:pt x="503986" y="43815"/>
                </a:lnTo>
                <a:lnTo>
                  <a:pt x="505815" y="41465"/>
                </a:lnTo>
                <a:lnTo>
                  <a:pt x="508406" y="39776"/>
                </a:lnTo>
                <a:lnTo>
                  <a:pt x="510501" y="38404"/>
                </a:lnTo>
                <a:lnTo>
                  <a:pt x="513194" y="37630"/>
                </a:lnTo>
                <a:lnTo>
                  <a:pt x="521030" y="37630"/>
                </a:lnTo>
                <a:lnTo>
                  <a:pt x="524764" y="39382"/>
                </a:lnTo>
                <a:lnTo>
                  <a:pt x="530034" y="46342"/>
                </a:lnTo>
                <a:lnTo>
                  <a:pt x="531355" y="51752"/>
                </a:lnTo>
                <a:lnTo>
                  <a:pt x="531355" y="22669"/>
                </a:lnTo>
                <a:lnTo>
                  <a:pt x="528129" y="21653"/>
                </a:lnTo>
                <a:lnTo>
                  <a:pt x="516026" y="21653"/>
                </a:lnTo>
                <a:lnTo>
                  <a:pt x="510692" y="23304"/>
                </a:lnTo>
                <a:lnTo>
                  <a:pt x="511009" y="23304"/>
                </a:lnTo>
                <a:lnTo>
                  <a:pt x="503516" y="29108"/>
                </a:lnTo>
                <a:lnTo>
                  <a:pt x="500684" y="33388"/>
                </a:lnTo>
                <a:lnTo>
                  <a:pt x="500367" y="34417"/>
                </a:lnTo>
                <a:lnTo>
                  <a:pt x="498843" y="38976"/>
                </a:lnTo>
                <a:lnTo>
                  <a:pt x="500341" y="34417"/>
                </a:lnTo>
                <a:lnTo>
                  <a:pt x="500024" y="23304"/>
                </a:lnTo>
                <a:lnTo>
                  <a:pt x="482536" y="23304"/>
                </a:lnTo>
                <a:lnTo>
                  <a:pt x="482536" y="114947"/>
                </a:lnTo>
                <a:lnTo>
                  <a:pt x="500659" y="114947"/>
                </a:lnTo>
                <a:lnTo>
                  <a:pt x="500659" y="85344"/>
                </a:lnTo>
                <a:lnTo>
                  <a:pt x="501726" y="87160"/>
                </a:lnTo>
                <a:lnTo>
                  <a:pt x="505993" y="91833"/>
                </a:lnTo>
                <a:lnTo>
                  <a:pt x="508571" y="93586"/>
                </a:lnTo>
                <a:lnTo>
                  <a:pt x="514629" y="95923"/>
                </a:lnTo>
                <a:lnTo>
                  <a:pt x="518020" y="96507"/>
                </a:lnTo>
                <a:lnTo>
                  <a:pt x="528129" y="96507"/>
                </a:lnTo>
                <a:lnTo>
                  <a:pt x="546138" y="80518"/>
                </a:lnTo>
                <a:lnTo>
                  <a:pt x="549135" y="72390"/>
                </a:lnTo>
                <a:lnTo>
                  <a:pt x="550113" y="66395"/>
                </a:lnTo>
                <a:lnTo>
                  <a:pt x="550125" y="51752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3" name="object 133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616347" y="4231535"/>
            <a:ext cx="65497" cy="65497"/>
          </a:xfrm>
          <a:prstGeom prst="rect">
            <a:avLst/>
          </a:prstGeom>
        </p:spPr>
      </p:pic>
      <p:sp>
        <p:nvSpPr>
          <p:cNvPr id="134" name="object 134"/>
          <p:cNvSpPr txBox="1"/>
          <p:nvPr/>
        </p:nvSpPr>
        <p:spPr>
          <a:xfrm>
            <a:off x="3756695" y="4156230"/>
            <a:ext cx="10604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470" dirty="0">
                <a:solidFill>
                  <a:srgbClr val="0D1117"/>
                </a:solidFill>
                <a:latin typeface="HGGothicE"/>
                <a:cs typeface="HGGothicE"/>
              </a:rPr>
              <a:t>λ</a:t>
            </a:r>
            <a:endParaRPr sz="1050">
              <a:latin typeface="HGGothicE"/>
              <a:cs typeface="HGGothicE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3860002" y="4205550"/>
            <a:ext cx="306070" cy="99695"/>
            <a:chOff x="3860002" y="4205550"/>
            <a:chExt cx="306070" cy="99695"/>
          </a:xfrm>
        </p:grpSpPr>
        <p:pic>
          <p:nvPicPr>
            <p:cNvPr id="136" name="object 13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860002" y="4205550"/>
              <a:ext cx="144387" cy="99181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4039838" y="4282436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20">
                  <a:moveTo>
                    <a:pt x="21064" y="0"/>
                  </a:moveTo>
                  <a:lnTo>
                    <a:pt x="0" y="0"/>
                  </a:lnTo>
                  <a:lnTo>
                    <a:pt x="0" y="20157"/>
                  </a:lnTo>
                  <a:lnTo>
                    <a:pt x="21064" y="20157"/>
                  </a:lnTo>
                  <a:lnTo>
                    <a:pt x="2106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095549" y="4205550"/>
              <a:ext cx="70041" cy="99181"/>
            </a:xfrm>
            <a:prstGeom prst="rect">
              <a:avLst/>
            </a:prstGeom>
          </p:spPr>
        </p:pic>
      </p:grpSp>
      <p:grpSp>
        <p:nvGrpSpPr>
          <p:cNvPr id="139" name="object 139"/>
          <p:cNvGrpSpPr/>
          <p:nvPr/>
        </p:nvGrpSpPr>
        <p:grpSpPr>
          <a:xfrm>
            <a:off x="809805" y="4394379"/>
            <a:ext cx="3794125" cy="388620"/>
            <a:chOff x="809805" y="4394379"/>
            <a:chExt cx="3794125" cy="388620"/>
          </a:xfrm>
        </p:grpSpPr>
        <p:sp>
          <p:nvSpPr>
            <p:cNvPr id="140" name="object 140"/>
            <p:cNvSpPr/>
            <p:nvPr/>
          </p:nvSpPr>
          <p:spPr>
            <a:xfrm>
              <a:off x="1408407" y="4394379"/>
              <a:ext cx="57150" cy="83185"/>
            </a:xfrm>
            <a:custGeom>
              <a:avLst/>
              <a:gdLst/>
              <a:ahLst/>
              <a:cxnLst/>
              <a:rect l="l" t="t" r="r" b="b"/>
              <a:pathLst>
                <a:path w="57150" h="83185">
                  <a:moveTo>
                    <a:pt x="34486" y="0"/>
                  </a:moveTo>
                  <a:lnTo>
                    <a:pt x="22575" y="0"/>
                  </a:lnTo>
                  <a:lnTo>
                    <a:pt x="17473" y="1677"/>
                  </a:lnTo>
                  <a:lnTo>
                    <a:pt x="8948" y="8392"/>
                  </a:lnTo>
                  <a:lnTo>
                    <a:pt x="5680" y="13162"/>
                  </a:lnTo>
                  <a:lnTo>
                    <a:pt x="1136" y="25534"/>
                  </a:lnTo>
                  <a:lnTo>
                    <a:pt x="0" y="32896"/>
                  </a:lnTo>
                  <a:lnTo>
                    <a:pt x="0" y="49946"/>
                  </a:lnTo>
                  <a:lnTo>
                    <a:pt x="22575" y="82651"/>
                  </a:lnTo>
                  <a:lnTo>
                    <a:pt x="34486" y="82651"/>
                  </a:lnTo>
                  <a:lnTo>
                    <a:pt x="39596" y="80991"/>
                  </a:lnTo>
                  <a:lnTo>
                    <a:pt x="48091" y="74352"/>
                  </a:lnTo>
                  <a:lnTo>
                    <a:pt x="51351" y="69609"/>
                  </a:lnTo>
                  <a:lnTo>
                    <a:pt x="51618" y="68883"/>
                  </a:lnTo>
                  <a:lnTo>
                    <a:pt x="18580" y="68883"/>
                  </a:lnTo>
                  <a:lnTo>
                    <a:pt x="9668" y="68036"/>
                  </a:lnTo>
                  <a:lnTo>
                    <a:pt x="17147" y="53935"/>
                  </a:lnTo>
                  <a:lnTo>
                    <a:pt x="16797" y="52486"/>
                  </a:lnTo>
                  <a:lnTo>
                    <a:pt x="16306" y="47452"/>
                  </a:lnTo>
                  <a:lnTo>
                    <a:pt x="16306" y="35317"/>
                  </a:lnTo>
                  <a:lnTo>
                    <a:pt x="16797" y="30231"/>
                  </a:lnTo>
                  <a:lnTo>
                    <a:pt x="18757" y="22122"/>
                  </a:lnTo>
                  <a:lnTo>
                    <a:pt x="20161" y="19085"/>
                  </a:lnTo>
                  <a:lnTo>
                    <a:pt x="23815" y="15044"/>
                  </a:lnTo>
                  <a:lnTo>
                    <a:pt x="25990" y="14034"/>
                  </a:lnTo>
                  <a:lnTo>
                    <a:pt x="38309" y="14034"/>
                  </a:lnTo>
                  <a:lnTo>
                    <a:pt x="38451" y="13766"/>
                  </a:lnTo>
                  <a:lnTo>
                    <a:pt x="51573" y="13766"/>
                  </a:lnTo>
                  <a:lnTo>
                    <a:pt x="51351" y="13162"/>
                  </a:lnTo>
                  <a:lnTo>
                    <a:pt x="48091" y="8392"/>
                  </a:lnTo>
                  <a:lnTo>
                    <a:pt x="39596" y="1677"/>
                  </a:lnTo>
                  <a:lnTo>
                    <a:pt x="34486" y="0"/>
                  </a:lnTo>
                  <a:close/>
                </a:path>
                <a:path w="57150" h="83185">
                  <a:moveTo>
                    <a:pt x="17147" y="53935"/>
                  </a:moveTo>
                  <a:lnTo>
                    <a:pt x="9668" y="68036"/>
                  </a:lnTo>
                  <a:lnTo>
                    <a:pt x="18580" y="68883"/>
                  </a:lnTo>
                  <a:lnTo>
                    <a:pt x="20926" y="64459"/>
                  </a:lnTo>
                  <a:lnTo>
                    <a:pt x="20161" y="63621"/>
                  </a:lnTo>
                  <a:lnTo>
                    <a:pt x="18757" y="60596"/>
                  </a:lnTo>
                  <a:lnTo>
                    <a:pt x="17147" y="53935"/>
                  </a:lnTo>
                  <a:close/>
                </a:path>
                <a:path w="57150" h="83185">
                  <a:moveTo>
                    <a:pt x="20926" y="64459"/>
                  </a:moveTo>
                  <a:lnTo>
                    <a:pt x="18580" y="68883"/>
                  </a:lnTo>
                  <a:lnTo>
                    <a:pt x="51618" y="68883"/>
                  </a:lnTo>
                  <a:lnTo>
                    <a:pt x="51717" y="68615"/>
                  </a:lnTo>
                  <a:lnTo>
                    <a:pt x="25990" y="68615"/>
                  </a:lnTo>
                  <a:lnTo>
                    <a:pt x="23815" y="67617"/>
                  </a:lnTo>
                  <a:lnTo>
                    <a:pt x="20926" y="64459"/>
                  </a:lnTo>
                  <a:close/>
                </a:path>
                <a:path w="57150" h="83185">
                  <a:moveTo>
                    <a:pt x="51573" y="13766"/>
                  </a:moveTo>
                  <a:lnTo>
                    <a:pt x="38451" y="13766"/>
                  </a:lnTo>
                  <a:lnTo>
                    <a:pt x="47363" y="14613"/>
                  </a:lnTo>
                  <a:lnTo>
                    <a:pt x="39873" y="28736"/>
                  </a:lnTo>
                  <a:lnTo>
                    <a:pt x="40234" y="30231"/>
                  </a:lnTo>
                  <a:lnTo>
                    <a:pt x="40725" y="35317"/>
                  </a:lnTo>
                  <a:lnTo>
                    <a:pt x="40725" y="47452"/>
                  </a:lnTo>
                  <a:lnTo>
                    <a:pt x="31115" y="68615"/>
                  </a:lnTo>
                  <a:lnTo>
                    <a:pt x="51717" y="68615"/>
                  </a:lnTo>
                  <a:lnTo>
                    <a:pt x="55895" y="57283"/>
                  </a:lnTo>
                  <a:lnTo>
                    <a:pt x="57031" y="49946"/>
                  </a:lnTo>
                  <a:lnTo>
                    <a:pt x="57031" y="32896"/>
                  </a:lnTo>
                  <a:lnTo>
                    <a:pt x="55895" y="25534"/>
                  </a:lnTo>
                  <a:lnTo>
                    <a:pt x="51671" y="14034"/>
                  </a:lnTo>
                  <a:lnTo>
                    <a:pt x="51573" y="13766"/>
                  </a:lnTo>
                  <a:close/>
                </a:path>
                <a:path w="57150" h="83185">
                  <a:moveTo>
                    <a:pt x="36102" y="18196"/>
                  </a:moveTo>
                  <a:lnTo>
                    <a:pt x="17147" y="53935"/>
                  </a:lnTo>
                  <a:lnTo>
                    <a:pt x="18757" y="60596"/>
                  </a:lnTo>
                  <a:lnTo>
                    <a:pt x="20161" y="63621"/>
                  </a:lnTo>
                  <a:lnTo>
                    <a:pt x="20926" y="64459"/>
                  </a:lnTo>
                  <a:lnTo>
                    <a:pt x="39873" y="28736"/>
                  </a:lnTo>
                  <a:lnTo>
                    <a:pt x="38273" y="22122"/>
                  </a:lnTo>
                  <a:lnTo>
                    <a:pt x="36889" y="19085"/>
                  </a:lnTo>
                  <a:lnTo>
                    <a:pt x="36102" y="18196"/>
                  </a:lnTo>
                  <a:close/>
                </a:path>
                <a:path w="57150" h="83185">
                  <a:moveTo>
                    <a:pt x="38451" y="13766"/>
                  </a:moveTo>
                  <a:lnTo>
                    <a:pt x="36102" y="18196"/>
                  </a:lnTo>
                  <a:lnTo>
                    <a:pt x="36889" y="19085"/>
                  </a:lnTo>
                  <a:lnTo>
                    <a:pt x="38273" y="22122"/>
                  </a:lnTo>
                  <a:lnTo>
                    <a:pt x="39873" y="28736"/>
                  </a:lnTo>
                  <a:lnTo>
                    <a:pt x="47363" y="14613"/>
                  </a:lnTo>
                  <a:lnTo>
                    <a:pt x="38451" y="13766"/>
                  </a:lnTo>
                  <a:close/>
                </a:path>
                <a:path w="57150" h="83185">
                  <a:moveTo>
                    <a:pt x="38309" y="14034"/>
                  </a:moveTo>
                  <a:lnTo>
                    <a:pt x="31115" y="14034"/>
                  </a:lnTo>
                  <a:lnTo>
                    <a:pt x="33309" y="15044"/>
                  </a:lnTo>
                  <a:lnTo>
                    <a:pt x="36102" y="18196"/>
                  </a:lnTo>
                  <a:lnTo>
                    <a:pt x="38309" y="14034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874456" y="4414206"/>
              <a:ext cx="459588" cy="62378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2410891" y="4394390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39" h="83185">
                  <a:moveTo>
                    <a:pt x="57035" y="32893"/>
                  </a:moveTo>
                  <a:lnTo>
                    <a:pt x="55905" y="25527"/>
                  </a:lnTo>
                  <a:lnTo>
                    <a:pt x="51676" y="14033"/>
                  </a:lnTo>
                  <a:lnTo>
                    <a:pt x="51574" y="13766"/>
                  </a:lnTo>
                  <a:lnTo>
                    <a:pt x="51358" y="13157"/>
                  </a:lnTo>
                  <a:lnTo>
                    <a:pt x="48094" y="8382"/>
                  </a:lnTo>
                  <a:lnTo>
                    <a:pt x="40728" y="2578"/>
                  </a:lnTo>
                  <a:lnTo>
                    <a:pt x="40728" y="35306"/>
                  </a:lnTo>
                  <a:lnTo>
                    <a:pt x="40728" y="47447"/>
                  </a:lnTo>
                  <a:lnTo>
                    <a:pt x="31115" y="68605"/>
                  </a:lnTo>
                  <a:lnTo>
                    <a:pt x="25996" y="68605"/>
                  </a:lnTo>
                  <a:lnTo>
                    <a:pt x="23825" y="67614"/>
                  </a:lnTo>
                  <a:lnTo>
                    <a:pt x="20929" y="64452"/>
                  </a:lnTo>
                  <a:lnTo>
                    <a:pt x="39878" y="28727"/>
                  </a:lnTo>
                  <a:lnTo>
                    <a:pt x="40246" y="30226"/>
                  </a:lnTo>
                  <a:lnTo>
                    <a:pt x="40728" y="35306"/>
                  </a:lnTo>
                  <a:lnTo>
                    <a:pt x="40728" y="2578"/>
                  </a:lnTo>
                  <a:lnTo>
                    <a:pt x="39598" y="1676"/>
                  </a:lnTo>
                  <a:lnTo>
                    <a:pt x="36106" y="533"/>
                  </a:lnTo>
                  <a:lnTo>
                    <a:pt x="36106" y="18186"/>
                  </a:lnTo>
                  <a:lnTo>
                    <a:pt x="17157" y="53924"/>
                  </a:lnTo>
                  <a:lnTo>
                    <a:pt x="16802" y="52476"/>
                  </a:lnTo>
                  <a:lnTo>
                    <a:pt x="16306" y="47447"/>
                  </a:lnTo>
                  <a:lnTo>
                    <a:pt x="16306" y="35306"/>
                  </a:lnTo>
                  <a:lnTo>
                    <a:pt x="25996" y="14033"/>
                  </a:lnTo>
                  <a:lnTo>
                    <a:pt x="31115" y="14033"/>
                  </a:lnTo>
                  <a:lnTo>
                    <a:pt x="33312" y="15036"/>
                  </a:lnTo>
                  <a:lnTo>
                    <a:pt x="36106" y="18186"/>
                  </a:lnTo>
                  <a:lnTo>
                    <a:pt x="36106" y="533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893"/>
                  </a:lnTo>
                  <a:lnTo>
                    <a:pt x="0" y="49936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39598" y="80987"/>
                  </a:lnTo>
                  <a:lnTo>
                    <a:pt x="48094" y="74345"/>
                  </a:lnTo>
                  <a:lnTo>
                    <a:pt x="51358" y="69608"/>
                  </a:lnTo>
                  <a:lnTo>
                    <a:pt x="51625" y="68872"/>
                  </a:lnTo>
                  <a:lnTo>
                    <a:pt x="51727" y="68605"/>
                  </a:lnTo>
                  <a:lnTo>
                    <a:pt x="55905" y="57277"/>
                  </a:lnTo>
                  <a:lnTo>
                    <a:pt x="57035" y="49936"/>
                  </a:lnTo>
                  <a:lnTo>
                    <a:pt x="57035" y="32893"/>
                  </a:lnTo>
                  <a:close/>
                </a:path>
                <a:path w="104139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60"/>
                  </a:lnTo>
                  <a:lnTo>
                    <a:pt x="104127" y="80860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545683" y="4394379"/>
              <a:ext cx="189138" cy="82651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2809257" y="4438378"/>
              <a:ext cx="62865" cy="8890"/>
            </a:xfrm>
            <a:custGeom>
              <a:avLst/>
              <a:gdLst/>
              <a:ahLst/>
              <a:cxnLst/>
              <a:rect l="l" t="t" r="r" b="b"/>
              <a:pathLst>
                <a:path w="62864" h="8889">
                  <a:moveTo>
                    <a:pt x="62378" y="0"/>
                  </a:moveTo>
                  <a:lnTo>
                    <a:pt x="0" y="0"/>
                  </a:lnTo>
                  <a:lnTo>
                    <a:pt x="0" y="8688"/>
                  </a:lnTo>
                  <a:lnTo>
                    <a:pt x="62378" y="8688"/>
                  </a:lnTo>
                  <a:lnTo>
                    <a:pt x="6237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809805" y="4394379"/>
              <a:ext cx="1520475" cy="388528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213321" y="4540967"/>
              <a:ext cx="182011" cy="80424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2415375" y="4540973"/>
              <a:ext cx="119380" cy="79375"/>
            </a:xfrm>
            <a:custGeom>
              <a:avLst/>
              <a:gdLst/>
              <a:ahLst/>
              <a:cxnLst/>
              <a:rect l="l" t="t" r="r" b="b"/>
              <a:pathLst>
                <a:path w="119380" h="79375">
                  <a:moveTo>
                    <a:pt x="48120" y="36944"/>
                  </a:moveTo>
                  <a:lnTo>
                    <a:pt x="32156" y="18719"/>
                  </a:lnTo>
                  <a:lnTo>
                    <a:pt x="24587" y="18719"/>
                  </a:lnTo>
                  <a:lnTo>
                    <a:pt x="8801" y="30048"/>
                  </a:lnTo>
                  <a:lnTo>
                    <a:pt x="8801" y="30200"/>
                  </a:lnTo>
                  <a:lnTo>
                    <a:pt x="8547" y="30594"/>
                  </a:lnTo>
                  <a:lnTo>
                    <a:pt x="8585" y="20053"/>
                  </a:lnTo>
                  <a:lnTo>
                    <a:pt x="0" y="20053"/>
                  </a:lnTo>
                  <a:lnTo>
                    <a:pt x="0" y="79082"/>
                  </a:lnTo>
                  <a:lnTo>
                    <a:pt x="9359" y="79082"/>
                  </a:lnTo>
                  <a:lnTo>
                    <a:pt x="9359" y="40132"/>
                  </a:lnTo>
                  <a:lnTo>
                    <a:pt x="10083" y="37071"/>
                  </a:lnTo>
                  <a:lnTo>
                    <a:pt x="11239" y="35090"/>
                  </a:lnTo>
                  <a:lnTo>
                    <a:pt x="12979" y="32092"/>
                  </a:lnTo>
                  <a:lnTo>
                    <a:pt x="14922" y="30200"/>
                  </a:lnTo>
                  <a:lnTo>
                    <a:pt x="19621" y="27711"/>
                  </a:lnTo>
                  <a:lnTo>
                    <a:pt x="19367" y="27711"/>
                  </a:lnTo>
                  <a:lnTo>
                    <a:pt x="22580" y="26962"/>
                  </a:lnTo>
                  <a:lnTo>
                    <a:pt x="30073" y="26962"/>
                  </a:lnTo>
                  <a:lnTo>
                    <a:pt x="33388" y="28384"/>
                  </a:lnTo>
                  <a:lnTo>
                    <a:pt x="37693" y="34099"/>
                  </a:lnTo>
                  <a:lnTo>
                    <a:pt x="38760" y="38277"/>
                  </a:lnTo>
                  <a:lnTo>
                    <a:pt x="38760" y="79082"/>
                  </a:lnTo>
                  <a:lnTo>
                    <a:pt x="48120" y="79082"/>
                  </a:lnTo>
                  <a:lnTo>
                    <a:pt x="48120" y="36944"/>
                  </a:lnTo>
                  <a:close/>
                </a:path>
                <a:path w="119380" h="79375">
                  <a:moveTo>
                    <a:pt x="119189" y="79082"/>
                  </a:moveTo>
                  <a:lnTo>
                    <a:pt x="94792" y="45110"/>
                  </a:lnTo>
                  <a:lnTo>
                    <a:pt x="118071" y="20053"/>
                  </a:lnTo>
                  <a:lnTo>
                    <a:pt x="105600" y="20053"/>
                  </a:lnTo>
                  <a:lnTo>
                    <a:pt x="76860" y="51790"/>
                  </a:lnTo>
                  <a:lnTo>
                    <a:pt x="76860" y="0"/>
                  </a:lnTo>
                  <a:lnTo>
                    <a:pt x="67500" y="0"/>
                  </a:lnTo>
                  <a:lnTo>
                    <a:pt x="67500" y="79082"/>
                  </a:lnTo>
                  <a:lnTo>
                    <a:pt x="76860" y="79082"/>
                  </a:lnTo>
                  <a:lnTo>
                    <a:pt x="76860" y="63715"/>
                  </a:lnTo>
                  <a:lnTo>
                    <a:pt x="88442" y="51460"/>
                  </a:lnTo>
                  <a:lnTo>
                    <a:pt x="107823" y="79082"/>
                  </a:lnTo>
                  <a:lnTo>
                    <a:pt x="119189" y="7908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613095" y="4396049"/>
              <a:ext cx="1990656" cy="385521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2415375" y="4704498"/>
              <a:ext cx="182245" cy="62230"/>
            </a:xfrm>
            <a:custGeom>
              <a:avLst/>
              <a:gdLst/>
              <a:ahLst/>
              <a:cxnLst/>
              <a:rect l="l" t="t" r="r" b="b"/>
              <a:pathLst>
                <a:path w="182244" h="62229">
                  <a:moveTo>
                    <a:pt x="48120" y="18224"/>
                  </a:moveTo>
                  <a:lnTo>
                    <a:pt x="32156" y="0"/>
                  </a:lnTo>
                  <a:lnTo>
                    <a:pt x="24587" y="0"/>
                  </a:lnTo>
                  <a:lnTo>
                    <a:pt x="8801" y="11328"/>
                  </a:lnTo>
                  <a:lnTo>
                    <a:pt x="8801" y="11493"/>
                  </a:lnTo>
                  <a:lnTo>
                    <a:pt x="8547" y="11874"/>
                  </a:lnTo>
                  <a:lnTo>
                    <a:pt x="8585" y="1333"/>
                  </a:lnTo>
                  <a:lnTo>
                    <a:pt x="0" y="1333"/>
                  </a:lnTo>
                  <a:lnTo>
                    <a:pt x="0" y="60363"/>
                  </a:lnTo>
                  <a:lnTo>
                    <a:pt x="9359" y="60363"/>
                  </a:lnTo>
                  <a:lnTo>
                    <a:pt x="9359" y="21424"/>
                  </a:lnTo>
                  <a:lnTo>
                    <a:pt x="10083" y="18351"/>
                  </a:lnTo>
                  <a:lnTo>
                    <a:pt x="11239" y="16370"/>
                  </a:lnTo>
                  <a:lnTo>
                    <a:pt x="12979" y="13385"/>
                  </a:lnTo>
                  <a:lnTo>
                    <a:pt x="14922" y="11493"/>
                  </a:lnTo>
                  <a:lnTo>
                    <a:pt x="19621" y="9004"/>
                  </a:lnTo>
                  <a:lnTo>
                    <a:pt x="19354" y="9004"/>
                  </a:lnTo>
                  <a:lnTo>
                    <a:pt x="22580" y="8242"/>
                  </a:lnTo>
                  <a:lnTo>
                    <a:pt x="30073" y="8242"/>
                  </a:lnTo>
                  <a:lnTo>
                    <a:pt x="33388" y="9664"/>
                  </a:lnTo>
                  <a:lnTo>
                    <a:pt x="37693" y="15379"/>
                  </a:lnTo>
                  <a:lnTo>
                    <a:pt x="38760" y="19558"/>
                  </a:lnTo>
                  <a:lnTo>
                    <a:pt x="38760" y="60363"/>
                  </a:lnTo>
                  <a:lnTo>
                    <a:pt x="48120" y="60363"/>
                  </a:lnTo>
                  <a:lnTo>
                    <a:pt x="48120" y="18224"/>
                  </a:lnTo>
                  <a:close/>
                </a:path>
                <a:path w="182244" h="62229">
                  <a:moveTo>
                    <a:pt x="117741" y="24015"/>
                  </a:moveTo>
                  <a:lnTo>
                    <a:pt x="108051" y="5638"/>
                  </a:lnTo>
                  <a:lnTo>
                    <a:pt x="108051" y="24015"/>
                  </a:lnTo>
                  <a:lnTo>
                    <a:pt x="108051" y="37680"/>
                  </a:lnTo>
                  <a:lnTo>
                    <a:pt x="106553" y="43053"/>
                  </a:lnTo>
                  <a:lnTo>
                    <a:pt x="100533" y="50850"/>
                  </a:lnTo>
                  <a:lnTo>
                    <a:pt x="96316" y="52793"/>
                  </a:lnTo>
                  <a:lnTo>
                    <a:pt x="85471" y="52793"/>
                  </a:lnTo>
                  <a:lnTo>
                    <a:pt x="81267" y="50850"/>
                  </a:lnTo>
                  <a:lnTo>
                    <a:pt x="75247" y="43053"/>
                  </a:lnTo>
                  <a:lnTo>
                    <a:pt x="73748" y="37680"/>
                  </a:lnTo>
                  <a:lnTo>
                    <a:pt x="73748" y="24015"/>
                  </a:lnTo>
                  <a:lnTo>
                    <a:pt x="75120" y="19075"/>
                  </a:lnTo>
                  <a:lnTo>
                    <a:pt x="75247" y="18656"/>
                  </a:lnTo>
                  <a:lnTo>
                    <a:pt x="81267" y="10858"/>
                  </a:lnTo>
                  <a:lnTo>
                    <a:pt x="85471" y="8902"/>
                  </a:lnTo>
                  <a:lnTo>
                    <a:pt x="96316" y="8902"/>
                  </a:lnTo>
                  <a:lnTo>
                    <a:pt x="100533" y="10858"/>
                  </a:lnTo>
                  <a:lnTo>
                    <a:pt x="106553" y="18656"/>
                  </a:lnTo>
                  <a:lnTo>
                    <a:pt x="108051" y="24015"/>
                  </a:lnTo>
                  <a:lnTo>
                    <a:pt x="108051" y="5638"/>
                  </a:lnTo>
                  <a:lnTo>
                    <a:pt x="101053" y="1257"/>
                  </a:lnTo>
                  <a:lnTo>
                    <a:pt x="96316" y="0"/>
                  </a:lnTo>
                  <a:lnTo>
                    <a:pt x="85471" y="0"/>
                  </a:lnTo>
                  <a:lnTo>
                    <a:pt x="64046" y="24015"/>
                  </a:lnTo>
                  <a:lnTo>
                    <a:pt x="64058" y="37680"/>
                  </a:lnTo>
                  <a:lnTo>
                    <a:pt x="85471" y="61709"/>
                  </a:lnTo>
                  <a:lnTo>
                    <a:pt x="96316" y="61709"/>
                  </a:lnTo>
                  <a:lnTo>
                    <a:pt x="101053" y="60439"/>
                  </a:lnTo>
                  <a:lnTo>
                    <a:pt x="109143" y="55397"/>
                  </a:lnTo>
                  <a:lnTo>
                    <a:pt x="111417" y="52793"/>
                  </a:lnTo>
                  <a:lnTo>
                    <a:pt x="112280" y="51816"/>
                  </a:lnTo>
                  <a:lnTo>
                    <a:pt x="116738" y="42532"/>
                  </a:lnTo>
                  <a:lnTo>
                    <a:pt x="117729" y="37680"/>
                  </a:lnTo>
                  <a:lnTo>
                    <a:pt x="117741" y="24015"/>
                  </a:lnTo>
                  <a:close/>
                </a:path>
                <a:path w="182244" h="62229">
                  <a:moveTo>
                    <a:pt x="181787" y="18224"/>
                  </a:moveTo>
                  <a:lnTo>
                    <a:pt x="165823" y="0"/>
                  </a:lnTo>
                  <a:lnTo>
                    <a:pt x="158254" y="0"/>
                  </a:lnTo>
                  <a:lnTo>
                    <a:pt x="142468" y="11328"/>
                  </a:lnTo>
                  <a:lnTo>
                    <a:pt x="142468" y="11493"/>
                  </a:lnTo>
                  <a:lnTo>
                    <a:pt x="142214" y="11874"/>
                  </a:lnTo>
                  <a:lnTo>
                    <a:pt x="142252" y="1333"/>
                  </a:lnTo>
                  <a:lnTo>
                    <a:pt x="133667" y="1333"/>
                  </a:lnTo>
                  <a:lnTo>
                    <a:pt x="133667" y="60363"/>
                  </a:lnTo>
                  <a:lnTo>
                    <a:pt x="143027" y="60363"/>
                  </a:lnTo>
                  <a:lnTo>
                    <a:pt x="143027" y="21424"/>
                  </a:lnTo>
                  <a:lnTo>
                    <a:pt x="143751" y="18351"/>
                  </a:lnTo>
                  <a:lnTo>
                    <a:pt x="144907" y="16370"/>
                  </a:lnTo>
                  <a:lnTo>
                    <a:pt x="146646" y="13385"/>
                  </a:lnTo>
                  <a:lnTo>
                    <a:pt x="148602" y="11493"/>
                  </a:lnTo>
                  <a:lnTo>
                    <a:pt x="153289" y="9004"/>
                  </a:lnTo>
                  <a:lnTo>
                    <a:pt x="153022" y="9004"/>
                  </a:lnTo>
                  <a:lnTo>
                    <a:pt x="156248" y="8242"/>
                  </a:lnTo>
                  <a:lnTo>
                    <a:pt x="163741" y="8242"/>
                  </a:lnTo>
                  <a:lnTo>
                    <a:pt x="167055" y="9664"/>
                  </a:lnTo>
                  <a:lnTo>
                    <a:pt x="171361" y="15379"/>
                  </a:lnTo>
                  <a:lnTo>
                    <a:pt x="172440" y="19558"/>
                  </a:lnTo>
                  <a:lnTo>
                    <a:pt x="172440" y="60363"/>
                  </a:lnTo>
                  <a:lnTo>
                    <a:pt x="181787" y="60363"/>
                  </a:lnTo>
                  <a:lnTo>
                    <a:pt x="181787" y="18224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/>
          <p:nvPr/>
        </p:nvSpPr>
        <p:spPr>
          <a:xfrm>
            <a:off x="4683950" y="4394390"/>
            <a:ext cx="188595" cy="83185"/>
          </a:xfrm>
          <a:custGeom>
            <a:avLst/>
            <a:gdLst/>
            <a:ahLst/>
            <a:cxnLst/>
            <a:rect l="l" t="t" r="r" b="b"/>
            <a:pathLst>
              <a:path w="188595" h="83185">
                <a:moveTo>
                  <a:pt x="55689" y="32893"/>
                </a:moveTo>
                <a:lnTo>
                  <a:pt x="54584" y="25539"/>
                </a:lnTo>
                <a:lnTo>
                  <a:pt x="50126" y="13208"/>
                </a:lnTo>
                <a:lnTo>
                  <a:pt x="49771" y="12687"/>
                </a:lnTo>
                <a:lnTo>
                  <a:pt x="47536" y="9347"/>
                </a:lnTo>
                <a:lnTo>
                  <a:pt x="46926" y="8445"/>
                </a:lnTo>
                <a:lnTo>
                  <a:pt x="45669" y="7429"/>
                </a:lnTo>
                <a:lnTo>
                  <a:pt x="45669" y="34823"/>
                </a:lnTo>
                <a:lnTo>
                  <a:pt x="45669" y="47891"/>
                </a:lnTo>
                <a:lnTo>
                  <a:pt x="31559" y="73291"/>
                </a:lnTo>
                <a:lnTo>
                  <a:pt x="24206" y="73291"/>
                </a:lnTo>
                <a:lnTo>
                  <a:pt x="21056" y="71983"/>
                </a:lnTo>
                <a:lnTo>
                  <a:pt x="18948" y="69951"/>
                </a:lnTo>
                <a:lnTo>
                  <a:pt x="17487" y="68529"/>
                </a:lnTo>
                <a:lnTo>
                  <a:pt x="42875" y="22275"/>
                </a:lnTo>
                <a:lnTo>
                  <a:pt x="44945" y="29121"/>
                </a:lnTo>
                <a:lnTo>
                  <a:pt x="45669" y="34823"/>
                </a:lnTo>
                <a:lnTo>
                  <a:pt x="45669" y="7429"/>
                </a:lnTo>
                <a:lnTo>
                  <a:pt x="38608" y="1689"/>
                </a:lnTo>
                <a:lnTo>
                  <a:pt x="38214" y="1562"/>
                </a:lnTo>
                <a:lnTo>
                  <a:pt x="38214" y="14084"/>
                </a:lnTo>
                <a:lnTo>
                  <a:pt x="12814" y="60363"/>
                </a:lnTo>
                <a:lnTo>
                  <a:pt x="10744" y="53517"/>
                </a:lnTo>
                <a:lnTo>
                  <a:pt x="10020" y="47891"/>
                </a:lnTo>
                <a:lnTo>
                  <a:pt x="10020" y="34823"/>
                </a:lnTo>
                <a:lnTo>
                  <a:pt x="24206" y="9347"/>
                </a:lnTo>
                <a:lnTo>
                  <a:pt x="31559" y="9347"/>
                </a:lnTo>
                <a:lnTo>
                  <a:pt x="34734" y="10655"/>
                </a:lnTo>
                <a:lnTo>
                  <a:pt x="38214" y="14084"/>
                </a:lnTo>
                <a:lnTo>
                  <a:pt x="38214" y="1562"/>
                </a:lnTo>
                <a:lnTo>
                  <a:pt x="33642" y="0"/>
                </a:lnTo>
                <a:lnTo>
                  <a:pt x="22123" y="0"/>
                </a:lnTo>
                <a:lnTo>
                  <a:pt x="0" y="32893"/>
                </a:lnTo>
                <a:lnTo>
                  <a:pt x="0" y="49898"/>
                </a:lnTo>
                <a:lnTo>
                  <a:pt x="22123" y="82651"/>
                </a:lnTo>
                <a:lnTo>
                  <a:pt x="33642" y="82651"/>
                </a:lnTo>
                <a:lnTo>
                  <a:pt x="38608" y="80975"/>
                </a:lnTo>
                <a:lnTo>
                  <a:pt x="46926" y="74295"/>
                </a:lnTo>
                <a:lnTo>
                  <a:pt x="47599" y="73291"/>
                </a:lnTo>
                <a:lnTo>
                  <a:pt x="50126" y="69532"/>
                </a:lnTo>
                <a:lnTo>
                  <a:pt x="54584" y="57213"/>
                </a:lnTo>
                <a:lnTo>
                  <a:pt x="55689" y="49898"/>
                </a:lnTo>
                <a:lnTo>
                  <a:pt x="55689" y="32893"/>
                </a:lnTo>
                <a:close/>
              </a:path>
              <a:path w="188595" h="83185">
                <a:moveTo>
                  <a:pt x="101587" y="67271"/>
                </a:moveTo>
                <a:lnTo>
                  <a:pt x="87769" y="67271"/>
                </a:lnTo>
                <a:lnTo>
                  <a:pt x="87769" y="80860"/>
                </a:lnTo>
                <a:lnTo>
                  <a:pt x="101587" y="80860"/>
                </a:lnTo>
                <a:lnTo>
                  <a:pt x="101587" y="67271"/>
                </a:lnTo>
                <a:close/>
              </a:path>
              <a:path w="188595" h="83185">
                <a:moveTo>
                  <a:pt x="188252" y="1778"/>
                </a:moveTo>
                <a:lnTo>
                  <a:pt x="134785" y="1778"/>
                </a:lnTo>
                <a:lnTo>
                  <a:pt x="134785" y="11137"/>
                </a:lnTo>
                <a:lnTo>
                  <a:pt x="177774" y="11137"/>
                </a:lnTo>
                <a:lnTo>
                  <a:pt x="173532" y="16281"/>
                </a:lnTo>
                <a:lnTo>
                  <a:pt x="154762" y="50355"/>
                </a:lnTo>
                <a:lnTo>
                  <a:pt x="149479" y="72694"/>
                </a:lnTo>
                <a:lnTo>
                  <a:pt x="149479" y="80860"/>
                </a:lnTo>
                <a:lnTo>
                  <a:pt x="159727" y="80860"/>
                </a:lnTo>
                <a:lnTo>
                  <a:pt x="159727" y="74180"/>
                </a:lnTo>
                <a:lnTo>
                  <a:pt x="160286" y="67818"/>
                </a:lnTo>
                <a:lnTo>
                  <a:pt x="178981" y="21717"/>
                </a:lnTo>
                <a:lnTo>
                  <a:pt x="188252" y="10464"/>
                </a:lnTo>
                <a:lnTo>
                  <a:pt x="188252" y="17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952276" y="4414875"/>
            <a:ext cx="118110" cy="62230"/>
          </a:xfrm>
          <a:custGeom>
            <a:avLst/>
            <a:gdLst/>
            <a:ahLst/>
            <a:cxnLst/>
            <a:rect l="l" t="t" r="r" b="b"/>
            <a:pathLst>
              <a:path w="118110" h="62229">
                <a:moveTo>
                  <a:pt x="53708" y="24028"/>
                </a:moveTo>
                <a:lnTo>
                  <a:pt x="52692" y="19088"/>
                </a:lnTo>
                <a:lnTo>
                  <a:pt x="48247" y="9880"/>
                </a:lnTo>
                <a:lnTo>
                  <a:pt x="47396" y="8915"/>
                </a:lnTo>
                <a:lnTo>
                  <a:pt x="45110" y="6311"/>
                </a:lnTo>
                <a:lnTo>
                  <a:pt x="44005" y="5626"/>
                </a:lnTo>
                <a:lnTo>
                  <a:pt x="44005" y="24028"/>
                </a:lnTo>
                <a:lnTo>
                  <a:pt x="44005" y="37693"/>
                </a:lnTo>
                <a:lnTo>
                  <a:pt x="42506" y="43053"/>
                </a:lnTo>
                <a:lnTo>
                  <a:pt x="36487" y="50850"/>
                </a:lnTo>
                <a:lnTo>
                  <a:pt x="32270" y="52806"/>
                </a:lnTo>
                <a:lnTo>
                  <a:pt x="21437" y="52806"/>
                </a:lnTo>
                <a:lnTo>
                  <a:pt x="17221" y="50850"/>
                </a:lnTo>
                <a:lnTo>
                  <a:pt x="11201" y="43053"/>
                </a:lnTo>
                <a:lnTo>
                  <a:pt x="9702" y="37693"/>
                </a:lnTo>
                <a:lnTo>
                  <a:pt x="9702" y="24028"/>
                </a:lnTo>
                <a:lnTo>
                  <a:pt x="11087" y="19088"/>
                </a:lnTo>
                <a:lnTo>
                  <a:pt x="11201" y="18656"/>
                </a:lnTo>
                <a:lnTo>
                  <a:pt x="17221" y="10871"/>
                </a:lnTo>
                <a:lnTo>
                  <a:pt x="21437" y="8915"/>
                </a:lnTo>
                <a:lnTo>
                  <a:pt x="32270" y="8915"/>
                </a:lnTo>
                <a:lnTo>
                  <a:pt x="36487" y="10871"/>
                </a:lnTo>
                <a:lnTo>
                  <a:pt x="42506" y="18656"/>
                </a:lnTo>
                <a:lnTo>
                  <a:pt x="44005" y="24028"/>
                </a:lnTo>
                <a:lnTo>
                  <a:pt x="44005" y="5626"/>
                </a:lnTo>
                <a:lnTo>
                  <a:pt x="37007" y="1270"/>
                </a:lnTo>
                <a:lnTo>
                  <a:pt x="32270" y="0"/>
                </a:lnTo>
                <a:lnTo>
                  <a:pt x="21437" y="0"/>
                </a:lnTo>
                <a:lnTo>
                  <a:pt x="0" y="24028"/>
                </a:lnTo>
                <a:lnTo>
                  <a:pt x="25" y="37693"/>
                </a:lnTo>
                <a:lnTo>
                  <a:pt x="21437" y="61709"/>
                </a:lnTo>
                <a:lnTo>
                  <a:pt x="32270" y="61709"/>
                </a:lnTo>
                <a:lnTo>
                  <a:pt x="53695" y="37693"/>
                </a:lnTo>
                <a:lnTo>
                  <a:pt x="53708" y="24028"/>
                </a:lnTo>
                <a:close/>
              </a:path>
              <a:path w="118110" h="62229">
                <a:moveTo>
                  <a:pt x="117754" y="18237"/>
                </a:moveTo>
                <a:lnTo>
                  <a:pt x="116967" y="14465"/>
                </a:lnTo>
                <a:lnTo>
                  <a:pt x="114096" y="8242"/>
                </a:lnTo>
                <a:lnTo>
                  <a:pt x="113855" y="7708"/>
                </a:lnTo>
                <a:lnTo>
                  <a:pt x="111569" y="5016"/>
                </a:lnTo>
                <a:lnTo>
                  <a:pt x="105549" y="1003"/>
                </a:lnTo>
                <a:lnTo>
                  <a:pt x="101790" y="0"/>
                </a:lnTo>
                <a:lnTo>
                  <a:pt x="94208" y="0"/>
                </a:lnTo>
                <a:lnTo>
                  <a:pt x="78422" y="11341"/>
                </a:lnTo>
                <a:lnTo>
                  <a:pt x="78422" y="11518"/>
                </a:lnTo>
                <a:lnTo>
                  <a:pt x="78168" y="11887"/>
                </a:lnTo>
                <a:lnTo>
                  <a:pt x="78206" y="1346"/>
                </a:lnTo>
                <a:lnTo>
                  <a:pt x="69634" y="1346"/>
                </a:lnTo>
                <a:lnTo>
                  <a:pt x="69634" y="60375"/>
                </a:lnTo>
                <a:lnTo>
                  <a:pt x="78981" y="60375"/>
                </a:lnTo>
                <a:lnTo>
                  <a:pt x="78981" y="21424"/>
                </a:lnTo>
                <a:lnTo>
                  <a:pt x="79705" y="18364"/>
                </a:lnTo>
                <a:lnTo>
                  <a:pt x="80860" y="16383"/>
                </a:lnTo>
                <a:lnTo>
                  <a:pt x="82600" y="13385"/>
                </a:lnTo>
                <a:lnTo>
                  <a:pt x="84556" y="11493"/>
                </a:lnTo>
                <a:lnTo>
                  <a:pt x="89242" y="9004"/>
                </a:lnTo>
                <a:lnTo>
                  <a:pt x="88988" y="9004"/>
                </a:lnTo>
                <a:lnTo>
                  <a:pt x="92202" y="8242"/>
                </a:lnTo>
                <a:lnTo>
                  <a:pt x="99707" y="8242"/>
                </a:lnTo>
                <a:lnTo>
                  <a:pt x="103009" y="9677"/>
                </a:lnTo>
                <a:lnTo>
                  <a:pt x="107315" y="15392"/>
                </a:lnTo>
                <a:lnTo>
                  <a:pt x="108394" y="19570"/>
                </a:lnTo>
                <a:lnTo>
                  <a:pt x="108394" y="60375"/>
                </a:lnTo>
                <a:lnTo>
                  <a:pt x="117754" y="60375"/>
                </a:lnTo>
                <a:lnTo>
                  <a:pt x="117754" y="18237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2" name="object 152"/>
          <p:cNvGrpSpPr/>
          <p:nvPr/>
        </p:nvGrpSpPr>
        <p:grpSpPr>
          <a:xfrm>
            <a:off x="5156248" y="4396160"/>
            <a:ext cx="248920" cy="80645"/>
            <a:chOff x="5156248" y="4396160"/>
            <a:chExt cx="248920" cy="80645"/>
          </a:xfrm>
        </p:grpSpPr>
        <p:pic>
          <p:nvPicPr>
            <p:cNvPr id="153" name="object 153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156248" y="4396160"/>
              <a:ext cx="181565" cy="80424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5357864" y="4396160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89" h="79375">
                  <a:moveTo>
                    <a:pt x="9356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6" y="79086"/>
                  </a:lnTo>
                  <a:lnTo>
                    <a:pt x="9469" y="38058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6" y="33083"/>
                  </a:lnTo>
                  <a:lnTo>
                    <a:pt x="8242" y="32859"/>
                  </a:lnTo>
                  <a:lnTo>
                    <a:pt x="8985" y="29592"/>
                  </a:lnTo>
                  <a:lnTo>
                    <a:pt x="9356" y="28806"/>
                  </a:lnTo>
                  <a:lnTo>
                    <a:pt x="9356" y="0"/>
                  </a:lnTo>
                  <a:close/>
                </a:path>
                <a:path w="46989" h="79375">
                  <a:moveTo>
                    <a:pt x="43370" y="26957"/>
                  </a:moveTo>
                  <a:lnTo>
                    <a:pt x="29220" y="26957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2" y="79086"/>
                  </a:lnTo>
                  <a:lnTo>
                    <a:pt x="46782" y="36722"/>
                  </a:lnTo>
                  <a:lnTo>
                    <a:pt x="46069" y="33083"/>
                  </a:lnTo>
                  <a:lnTo>
                    <a:pt x="46025" y="32859"/>
                  </a:lnTo>
                  <a:lnTo>
                    <a:pt x="43370" y="26957"/>
                  </a:lnTo>
                  <a:close/>
                </a:path>
                <a:path w="46989" h="79375">
                  <a:moveTo>
                    <a:pt x="9356" y="28806"/>
                  </a:moveTo>
                  <a:lnTo>
                    <a:pt x="8985" y="29592"/>
                  </a:lnTo>
                  <a:lnTo>
                    <a:pt x="8242" y="32859"/>
                  </a:lnTo>
                  <a:lnTo>
                    <a:pt x="9356" y="33083"/>
                  </a:lnTo>
                  <a:lnTo>
                    <a:pt x="9356" y="28806"/>
                  </a:lnTo>
                  <a:close/>
                </a:path>
                <a:path w="46989" h="79375">
                  <a:moveTo>
                    <a:pt x="31300" y="18713"/>
                  </a:moveTo>
                  <a:lnTo>
                    <a:pt x="24022" y="18713"/>
                  </a:lnTo>
                  <a:lnTo>
                    <a:pt x="21200" y="19215"/>
                  </a:lnTo>
                  <a:lnTo>
                    <a:pt x="16001" y="21220"/>
                  </a:lnTo>
                  <a:lnTo>
                    <a:pt x="13811" y="22760"/>
                  </a:lnTo>
                  <a:lnTo>
                    <a:pt x="10229" y="26957"/>
                  </a:lnTo>
                  <a:lnTo>
                    <a:pt x="9356" y="28806"/>
                  </a:lnTo>
                  <a:lnTo>
                    <a:pt x="9356" y="33083"/>
                  </a:lnTo>
                  <a:lnTo>
                    <a:pt x="11885" y="33083"/>
                  </a:lnTo>
                  <a:lnTo>
                    <a:pt x="16503" y="28404"/>
                  </a:lnTo>
                  <a:lnTo>
                    <a:pt x="20309" y="26957"/>
                  </a:lnTo>
                  <a:lnTo>
                    <a:pt x="43370" y="26957"/>
                  </a:lnTo>
                  <a:lnTo>
                    <a:pt x="42976" y="26084"/>
                  </a:lnTo>
                  <a:lnTo>
                    <a:pt x="40749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5" name="object 155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5484931" y="4396049"/>
            <a:ext cx="454388" cy="80535"/>
          </a:xfrm>
          <a:prstGeom prst="rect">
            <a:avLst/>
          </a:prstGeom>
        </p:spPr>
      </p:pic>
      <p:grpSp>
        <p:nvGrpSpPr>
          <p:cNvPr id="156" name="object 156"/>
          <p:cNvGrpSpPr/>
          <p:nvPr/>
        </p:nvGrpSpPr>
        <p:grpSpPr>
          <a:xfrm>
            <a:off x="4682840" y="4540856"/>
            <a:ext cx="591820" cy="96520"/>
            <a:chOff x="4682840" y="4540856"/>
            <a:chExt cx="591820" cy="96520"/>
          </a:xfrm>
        </p:grpSpPr>
        <p:pic>
          <p:nvPicPr>
            <p:cNvPr id="157" name="object 15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682840" y="4540856"/>
              <a:ext cx="383181" cy="80534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090528" y="4540967"/>
              <a:ext cx="183793" cy="95796"/>
            </a:xfrm>
            <a:prstGeom prst="rect">
              <a:avLst/>
            </a:prstGeom>
          </p:spPr>
        </p:pic>
      </p:grpSp>
      <p:sp>
        <p:nvSpPr>
          <p:cNvPr id="159" name="object 159"/>
          <p:cNvSpPr/>
          <p:nvPr/>
        </p:nvSpPr>
        <p:spPr>
          <a:xfrm>
            <a:off x="5353736" y="4540859"/>
            <a:ext cx="520700" cy="80645"/>
          </a:xfrm>
          <a:custGeom>
            <a:avLst/>
            <a:gdLst/>
            <a:ahLst/>
            <a:cxnLst/>
            <a:rect l="l" t="t" r="r" b="b"/>
            <a:pathLst>
              <a:path w="520700" h="80645">
                <a:moveTo>
                  <a:pt x="52793" y="43180"/>
                </a:moveTo>
                <a:lnTo>
                  <a:pt x="51930" y="38836"/>
                </a:lnTo>
                <a:lnTo>
                  <a:pt x="51892" y="38620"/>
                </a:lnTo>
                <a:lnTo>
                  <a:pt x="51777" y="38023"/>
                </a:lnTo>
                <a:lnTo>
                  <a:pt x="42557" y="23901"/>
                </a:lnTo>
                <a:lnTo>
                  <a:pt x="42557" y="44335"/>
                </a:lnTo>
                <a:lnTo>
                  <a:pt x="9804" y="44335"/>
                </a:lnTo>
                <a:lnTo>
                  <a:pt x="10617" y="38836"/>
                </a:lnTo>
                <a:lnTo>
                  <a:pt x="12496" y="34696"/>
                </a:lnTo>
                <a:lnTo>
                  <a:pt x="18364" y="29133"/>
                </a:lnTo>
                <a:lnTo>
                  <a:pt x="22098" y="27736"/>
                </a:lnTo>
                <a:lnTo>
                  <a:pt x="31000" y="27736"/>
                </a:lnTo>
                <a:lnTo>
                  <a:pt x="42456" y="43180"/>
                </a:lnTo>
                <a:lnTo>
                  <a:pt x="42557" y="44335"/>
                </a:lnTo>
                <a:lnTo>
                  <a:pt x="42557" y="23901"/>
                </a:lnTo>
                <a:lnTo>
                  <a:pt x="36398" y="20104"/>
                </a:lnTo>
                <a:lnTo>
                  <a:pt x="36550" y="20104"/>
                </a:lnTo>
                <a:lnTo>
                  <a:pt x="31750" y="18834"/>
                </a:lnTo>
                <a:lnTo>
                  <a:pt x="21196" y="18834"/>
                </a:lnTo>
                <a:lnTo>
                  <a:pt x="0" y="55918"/>
                </a:lnTo>
                <a:lnTo>
                  <a:pt x="1092" y="61366"/>
                </a:lnTo>
                <a:lnTo>
                  <a:pt x="21501" y="80543"/>
                </a:lnTo>
                <a:lnTo>
                  <a:pt x="33312" y="80543"/>
                </a:lnTo>
                <a:lnTo>
                  <a:pt x="51803" y="62496"/>
                </a:lnTo>
                <a:lnTo>
                  <a:pt x="41770" y="61709"/>
                </a:lnTo>
                <a:lnTo>
                  <a:pt x="40805" y="64681"/>
                </a:lnTo>
                <a:lnTo>
                  <a:pt x="39077" y="67081"/>
                </a:lnTo>
                <a:lnTo>
                  <a:pt x="34099" y="70713"/>
                </a:lnTo>
                <a:lnTo>
                  <a:pt x="30924" y="71628"/>
                </a:lnTo>
                <a:lnTo>
                  <a:pt x="21945" y="71628"/>
                </a:lnTo>
                <a:lnTo>
                  <a:pt x="17881" y="70027"/>
                </a:lnTo>
                <a:lnTo>
                  <a:pt x="11861" y="63639"/>
                </a:lnTo>
                <a:lnTo>
                  <a:pt x="10172" y="58889"/>
                </a:lnTo>
                <a:lnTo>
                  <a:pt x="9804" y="52578"/>
                </a:lnTo>
                <a:lnTo>
                  <a:pt x="52793" y="52578"/>
                </a:lnTo>
                <a:lnTo>
                  <a:pt x="52793" y="44335"/>
                </a:lnTo>
                <a:lnTo>
                  <a:pt x="52793" y="43180"/>
                </a:lnTo>
                <a:close/>
              </a:path>
              <a:path w="520700" h="80645">
                <a:moveTo>
                  <a:pt x="121081" y="20167"/>
                </a:moveTo>
                <a:lnTo>
                  <a:pt x="110832" y="20167"/>
                </a:lnTo>
                <a:lnTo>
                  <a:pt x="93230" y="69621"/>
                </a:lnTo>
                <a:lnTo>
                  <a:pt x="75641" y="20167"/>
                </a:lnTo>
                <a:lnTo>
                  <a:pt x="65392" y="20167"/>
                </a:lnTo>
                <a:lnTo>
                  <a:pt x="87325" y="79197"/>
                </a:lnTo>
                <a:lnTo>
                  <a:pt x="99136" y="79197"/>
                </a:lnTo>
                <a:lnTo>
                  <a:pt x="121081" y="20167"/>
                </a:lnTo>
                <a:close/>
              </a:path>
              <a:path w="520700" h="80645">
                <a:moveTo>
                  <a:pt x="168198" y="0"/>
                </a:moveTo>
                <a:lnTo>
                  <a:pt x="158394" y="0"/>
                </a:lnTo>
                <a:lnTo>
                  <a:pt x="158394" y="10922"/>
                </a:lnTo>
                <a:lnTo>
                  <a:pt x="168198" y="10922"/>
                </a:lnTo>
                <a:lnTo>
                  <a:pt x="168198" y="0"/>
                </a:lnTo>
                <a:close/>
              </a:path>
              <a:path w="520700" h="80645">
                <a:moveTo>
                  <a:pt x="189026" y="70954"/>
                </a:moveTo>
                <a:lnTo>
                  <a:pt x="168643" y="70954"/>
                </a:lnTo>
                <a:lnTo>
                  <a:pt x="168643" y="28409"/>
                </a:lnTo>
                <a:lnTo>
                  <a:pt x="168643" y="23837"/>
                </a:lnTo>
                <a:lnTo>
                  <a:pt x="168643" y="20167"/>
                </a:lnTo>
                <a:lnTo>
                  <a:pt x="136677" y="20167"/>
                </a:lnTo>
                <a:lnTo>
                  <a:pt x="136677" y="28409"/>
                </a:lnTo>
                <a:lnTo>
                  <a:pt x="159283" y="28409"/>
                </a:lnTo>
                <a:lnTo>
                  <a:pt x="159283" y="70954"/>
                </a:lnTo>
                <a:lnTo>
                  <a:pt x="135559" y="70954"/>
                </a:lnTo>
                <a:lnTo>
                  <a:pt x="135559" y="79197"/>
                </a:lnTo>
                <a:lnTo>
                  <a:pt x="189026" y="79197"/>
                </a:lnTo>
                <a:lnTo>
                  <a:pt x="189026" y="70954"/>
                </a:lnTo>
                <a:close/>
              </a:path>
              <a:path w="520700" h="80645">
                <a:moveTo>
                  <a:pt x="250291" y="114"/>
                </a:moveTo>
                <a:lnTo>
                  <a:pt x="240931" y="114"/>
                </a:lnTo>
                <a:lnTo>
                  <a:pt x="240931" y="28168"/>
                </a:lnTo>
                <a:lnTo>
                  <a:pt x="240931" y="45085"/>
                </a:lnTo>
                <a:lnTo>
                  <a:pt x="240931" y="54140"/>
                </a:lnTo>
                <a:lnTo>
                  <a:pt x="240245" y="58013"/>
                </a:lnTo>
                <a:lnTo>
                  <a:pt x="227342" y="71628"/>
                </a:lnTo>
                <a:lnTo>
                  <a:pt x="218808" y="71628"/>
                </a:lnTo>
                <a:lnTo>
                  <a:pt x="214896" y="69659"/>
                </a:lnTo>
                <a:lnTo>
                  <a:pt x="209169" y="61785"/>
                </a:lnTo>
                <a:lnTo>
                  <a:pt x="207746" y="56438"/>
                </a:lnTo>
                <a:lnTo>
                  <a:pt x="207746" y="42849"/>
                </a:lnTo>
                <a:lnTo>
                  <a:pt x="209054" y="37909"/>
                </a:lnTo>
                <a:lnTo>
                  <a:pt x="209169" y="37490"/>
                </a:lnTo>
                <a:lnTo>
                  <a:pt x="214896" y="29692"/>
                </a:lnTo>
                <a:lnTo>
                  <a:pt x="218732" y="27736"/>
                </a:lnTo>
                <a:lnTo>
                  <a:pt x="227203" y="27736"/>
                </a:lnTo>
                <a:lnTo>
                  <a:pt x="230644" y="28702"/>
                </a:lnTo>
                <a:lnTo>
                  <a:pt x="230454" y="28702"/>
                </a:lnTo>
                <a:lnTo>
                  <a:pt x="235521" y="32105"/>
                </a:lnTo>
                <a:lnTo>
                  <a:pt x="237502" y="34607"/>
                </a:lnTo>
                <a:lnTo>
                  <a:pt x="240245" y="41148"/>
                </a:lnTo>
                <a:lnTo>
                  <a:pt x="240931" y="45085"/>
                </a:lnTo>
                <a:lnTo>
                  <a:pt x="240931" y="28168"/>
                </a:lnTo>
                <a:lnTo>
                  <a:pt x="226415" y="18834"/>
                </a:lnTo>
                <a:lnTo>
                  <a:pt x="218033" y="18834"/>
                </a:lnTo>
                <a:lnTo>
                  <a:pt x="198018" y="56438"/>
                </a:lnTo>
                <a:lnTo>
                  <a:pt x="198958" y="61455"/>
                </a:lnTo>
                <a:lnTo>
                  <a:pt x="218033" y="80543"/>
                </a:lnTo>
                <a:lnTo>
                  <a:pt x="226352" y="80543"/>
                </a:lnTo>
                <a:lnTo>
                  <a:pt x="240957" y="71628"/>
                </a:lnTo>
                <a:lnTo>
                  <a:pt x="241477" y="70764"/>
                </a:lnTo>
                <a:lnTo>
                  <a:pt x="241515" y="71628"/>
                </a:lnTo>
                <a:lnTo>
                  <a:pt x="241617" y="74231"/>
                </a:lnTo>
                <a:lnTo>
                  <a:pt x="241719" y="76441"/>
                </a:lnTo>
                <a:lnTo>
                  <a:pt x="241833" y="79273"/>
                </a:lnTo>
                <a:lnTo>
                  <a:pt x="250291" y="79273"/>
                </a:lnTo>
                <a:lnTo>
                  <a:pt x="250291" y="65836"/>
                </a:lnTo>
                <a:lnTo>
                  <a:pt x="250291" y="32867"/>
                </a:lnTo>
                <a:lnTo>
                  <a:pt x="250291" y="114"/>
                </a:lnTo>
                <a:close/>
              </a:path>
              <a:path w="520700" h="80645">
                <a:moveTo>
                  <a:pt x="320141" y="43180"/>
                </a:moveTo>
                <a:lnTo>
                  <a:pt x="319278" y="38836"/>
                </a:lnTo>
                <a:lnTo>
                  <a:pt x="319227" y="38620"/>
                </a:lnTo>
                <a:lnTo>
                  <a:pt x="319112" y="38023"/>
                </a:lnTo>
                <a:lnTo>
                  <a:pt x="309892" y="23901"/>
                </a:lnTo>
                <a:lnTo>
                  <a:pt x="309892" y="44335"/>
                </a:lnTo>
                <a:lnTo>
                  <a:pt x="277139" y="44335"/>
                </a:lnTo>
                <a:lnTo>
                  <a:pt x="277952" y="38836"/>
                </a:lnTo>
                <a:lnTo>
                  <a:pt x="279831" y="34696"/>
                </a:lnTo>
                <a:lnTo>
                  <a:pt x="285699" y="29133"/>
                </a:lnTo>
                <a:lnTo>
                  <a:pt x="289433" y="27736"/>
                </a:lnTo>
                <a:lnTo>
                  <a:pt x="298335" y="27736"/>
                </a:lnTo>
                <a:lnTo>
                  <a:pt x="309892" y="44335"/>
                </a:lnTo>
                <a:lnTo>
                  <a:pt x="309892" y="23901"/>
                </a:lnTo>
                <a:lnTo>
                  <a:pt x="303733" y="20104"/>
                </a:lnTo>
                <a:lnTo>
                  <a:pt x="303885" y="20104"/>
                </a:lnTo>
                <a:lnTo>
                  <a:pt x="299085" y="18834"/>
                </a:lnTo>
                <a:lnTo>
                  <a:pt x="288544" y="18834"/>
                </a:lnTo>
                <a:lnTo>
                  <a:pt x="283845" y="20104"/>
                </a:lnTo>
                <a:lnTo>
                  <a:pt x="267335" y="55918"/>
                </a:lnTo>
                <a:lnTo>
                  <a:pt x="268427" y="61366"/>
                </a:lnTo>
                <a:lnTo>
                  <a:pt x="288836" y="80543"/>
                </a:lnTo>
                <a:lnTo>
                  <a:pt x="300647" y="80543"/>
                </a:lnTo>
                <a:lnTo>
                  <a:pt x="319138" y="62496"/>
                </a:lnTo>
                <a:lnTo>
                  <a:pt x="309105" y="61709"/>
                </a:lnTo>
                <a:lnTo>
                  <a:pt x="308140" y="64681"/>
                </a:lnTo>
                <a:lnTo>
                  <a:pt x="306412" y="67081"/>
                </a:lnTo>
                <a:lnTo>
                  <a:pt x="301447" y="70713"/>
                </a:lnTo>
                <a:lnTo>
                  <a:pt x="298272" y="71628"/>
                </a:lnTo>
                <a:lnTo>
                  <a:pt x="289280" y="71628"/>
                </a:lnTo>
                <a:lnTo>
                  <a:pt x="285216" y="70027"/>
                </a:lnTo>
                <a:lnTo>
                  <a:pt x="279196" y="63639"/>
                </a:lnTo>
                <a:lnTo>
                  <a:pt x="277507" y="58889"/>
                </a:lnTo>
                <a:lnTo>
                  <a:pt x="277139" y="52578"/>
                </a:lnTo>
                <a:lnTo>
                  <a:pt x="320141" y="52578"/>
                </a:lnTo>
                <a:lnTo>
                  <a:pt x="320141" y="44335"/>
                </a:lnTo>
                <a:lnTo>
                  <a:pt x="320141" y="43180"/>
                </a:lnTo>
                <a:close/>
              </a:path>
              <a:path w="520700" h="80645">
                <a:moveTo>
                  <a:pt x="384632" y="37058"/>
                </a:moveTo>
                <a:lnTo>
                  <a:pt x="383857" y="33286"/>
                </a:lnTo>
                <a:lnTo>
                  <a:pt x="380974" y="27076"/>
                </a:lnTo>
                <a:lnTo>
                  <a:pt x="380733" y="26530"/>
                </a:lnTo>
                <a:lnTo>
                  <a:pt x="378447" y="23837"/>
                </a:lnTo>
                <a:lnTo>
                  <a:pt x="372440" y="19824"/>
                </a:lnTo>
                <a:lnTo>
                  <a:pt x="368668" y="18834"/>
                </a:lnTo>
                <a:lnTo>
                  <a:pt x="361086" y="18834"/>
                </a:lnTo>
                <a:lnTo>
                  <a:pt x="345313" y="30162"/>
                </a:lnTo>
                <a:lnTo>
                  <a:pt x="345313" y="30314"/>
                </a:lnTo>
                <a:lnTo>
                  <a:pt x="345046" y="30708"/>
                </a:lnTo>
                <a:lnTo>
                  <a:pt x="345084" y="20167"/>
                </a:lnTo>
                <a:lnTo>
                  <a:pt x="336511" y="20167"/>
                </a:lnTo>
                <a:lnTo>
                  <a:pt x="336511" y="79197"/>
                </a:lnTo>
                <a:lnTo>
                  <a:pt x="345871" y="79197"/>
                </a:lnTo>
                <a:lnTo>
                  <a:pt x="345871" y="40246"/>
                </a:lnTo>
                <a:lnTo>
                  <a:pt x="346595" y="37185"/>
                </a:lnTo>
                <a:lnTo>
                  <a:pt x="347751" y="35204"/>
                </a:lnTo>
                <a:lnTo>
                  <a:pt x="349491" y="32207"/>
                </a:lnTo>
                <a:lnTo>
                  <a:pt x="351434" y="30314"/>
                </a:lnTo>
                <a:lnTo>
                  <a:pt x="356133" y="27825"/>
                </a:lnTo>
                <a:lnTo>
                  <a:pt x="355866" y="27825"/>
                </a:lnTo>
                <a:lnTo>
                  <a:pt x="359079" y="27076"/>
                </a:lnTo>
                <a:lnTo>
                  <a:pt x="366585" y="27076"/>
                </a:lnTo>
                <a:lnTo>
                  <a:pt x="369887" y="28498"/>
                </a:lnTo>
                <a:lnTo>
                  <a:pt x="374192" y="34213"/>
                </a:lnTo>
                <a:lnTo>
                  <a:pt x="375272" y="38392"/>
                </a:lnTo>
                <a:lnTo>
                  <a:pt x="375272" y="79197"/>
                </a:lnTo>
                <a:lnTo>
                  <a:pt x="384632" y="79197"/>
                </a:lnTo>
                <a:lnTo>
                  <a:pt x="384632" y="37058"/>
                </a:lnTo>
                <a:close/>
              </a:path>
              <a:path w="520700" h="80645">
                <a:moveTo>
                  <a:pt x="454139" y="58928"/>
                </a:moveTo>
                <a:lnTo>
                  <a:pt x="444334" y="58254"/>
                </a:lnTo>
                <a:lnTo>
                  <a:pt x="443445" y="62712"/>
                </a:lnTo>
                <a:lnTo>
                  <a:pt x="441604" y="66052"/>
                </a:lnTo>
                <a:lnTo>
                  <a:pt x="436041" y="70510"/>
                </a:lnTo>
                <a:lnTo>
                  <a:pt x="432752" y="71628"/>
                </a:lnTo>
                <a:lnTo>
                  <a:pt x="423545" y="71628"/>
                </a:lnTo>
                <a:lnTo>
                  <a:pt x="419290" y="69672"/>
                </a:lnTo>
                <a:lnTo>
                  <a:pt x="413131" y="61874"/>
                </a:lnTo>
                <a:lnTo>
                  <a:pt x="411581" y="56515"/>
                </a:lnTo>
                <a:lnTo>
                  <a:pt x="411581" y="42849"/>
                </a:lnTo>
                <a:lnTo>
                  <a:pt x="413131" y="37490"/>
                </a:lnTo>
                <a:lnTo>
                  <a:pt x="419290" y="29692"/>
                </a:lnTo>
                <a:lnTo>
                  <a:pt x="423545" y="27736"/>
                </a:lnTo>
                <a:lnTo>
                  <a:pt x="432752" y="27736"/>
                </a:lnTo>
                <a:lnTo>
                  <a:pt x="435965" y="28790"/>
                </a:lnTo>
                <a:lnTo>
                  <a:pt x="441236" y="33032"/>
                </a:lnTo>
                <a:lnTo>
                  <a:pt x="443001" y="36055"/>
                </a:lnTo>
                <a:lnTo>
                  <a:pt x="443890" y="39992"/>
                </a:lnTo>
                <a:lnTo>
                  <a:pt x="453694" y="39319"/>
                </a:lnTo>
                <a:lnTo>
                  <a:pt x="433349" y="18834"/>
                </a:lnTo>
                <a:lnTo>
                  <a:pt x="423468" y="18834"/>
                </a:lnTo>
                <a:lnTo>
                  <a:pt x="401789" y="43446"/>
                </a:lnTo>
                <a:lnTo>
                  <a:pt x="401789" y="55918"/>
                </a:lnTo>
                <a:lnTo>
                  <a:pt x="423468" y="80543"/>
                </a:lnTo>
                <a:lnTo>
                  <a:pt x="428967" y="80543"/>
                </a:lnTo>
                <a:lnTo>
                  <a:pt x="433349" y="80543"/>
                </a:lnTo>
                <a:lnTo>
                  <a:pt x="453326" y="63309"/>
                </a:lnTo>
                <a:lnTo>
                  <a:pt x="454139" y="58928"/>
                </a:lnTo>
                <a:close/>
              </a:path>
              <a:path w="520700" h="80645">
                <a:moveTo>
                  <a:pt x="520636" y="43180"/>
                </a:moveTo>
                <a:lnTo>
                  <a:pt x="519772" y="38836"/>
                </a:lnTo>
                <a:lnTo>
                  <a:pt x="519734" y="38620"/>
                </a:lnTo>
                <a:lnTo>
                  <a:pt x="519607" y="38023"/>
                </a:lnTo>
                <a:lnTo>
                  <a:pt x="510387" y="23888"/>
                </a:lnTo>
                <a:lnTo>
                  <a:pt x="510387" y="44335"/>
                </a:lnTo>
                <a:lnTo>
                  <a:pt x="477647" y="44335"/>
                </a:lnTo>
                <a:lnTo>
                  <a:pt x="478459" y="38836"/>
                </a:lnTo>
                <a:lnTo>
                  <a:pt x="480339" y="34696"/>
                </a:lnTo>
                <a:lnTo>
                  <a:pt x="486194" y="29133"/>
                </a:lnTo>
                <a:lnTo>
                  <a:pt x="489927" y="27736"/>
                </a:lnTo>
                <a:lnTo>
                  <a:pt x="498843" y="27736"/>
                </a:lnTo>
                <a:lnTo>
                  <a:pt x="510387" y="44335"/>
                </a:lnTo>
                <a:lnTo>
                  <a:pt x="510387" y="23888"/>
                </a:lnTo>
                <a:lnTo>
                  <a:pt x="504240" y="20104"/>
                </a:lnTo>
                <a:lnTo>
                  <a:pt x="504393" y="20104"/>
                </a:lnTo>
                <a:lnTo>
                  <a:pt x="499579" y="18834"/>
                </a:lnTo>
                <a:lnTo>
                  <a:pt x="489038" y="18834"/>
                </a:lnTo>
                <a:lnTo>
                  <a:pt x="484339" y="20104"/>
                </a:lnTo>
                <a:lnTo>
                  <a:pt x="467842" y="55918"/>
                </a:lnTo>
                <a:lnTo>
                  <a:pt x="468934" y="61366"/>
                </a:lnTo>
                <a:lnTo>
                  <a:pt x="489343" y="80543"/>
                </a:lnTo>
                <a:lnTo>
                  <a:pt x="501142" y="80543"/>
                </a:lnTo>
                <a:lnTo>
                  <a:pt x="519633" y="62496"/>
                </a:lnTo>
                <a:lnTo>
                  <a:pt x="509612" y="61709"/>
                </a:lnTo>
                <a:lnTo>
                  <a:pt x="508647" y="64681"/>
                </a:lnTo>
                <a:lnTo>
                  <a:pt x="506920" y="67081"/>
                </a:lnTo>
                <a:lnTo>
                  <a:pt x="501942" y="70713"/>
                </a:lnTo>
                <a:lnTo>
                  <a:pt x="498767" y="71628"/>
                </a:lnTo>
                <a:lnTo>
                  <a:pt x="489788" y="71628"/>
                </a:lnTo>
                <a:lnTo>
                  <a:pt x="485711" y="70027"/>
                </a:lnTo>
                <a:lnTo>
                  <a:pt x="479704" y="63639"/>
                </a:lnTo>
                <a:lnTo>
                  <a:pt x="478015" y="58889"/>
                </a:lnTo>
                <a:lnTo>
                  <a:pt x="477647" y="52578"/>
                </a:lnTo>
                <a:lnTo>
                  <a:pt x="520636" y="52578"/>
                </a:lnTo>
                <a:lnTo>
                  <a:pt x="520636" y="44335"/>
                </a:lnTo>
                <a:lnTo>
                  <a:pt x="520636" y="4318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56950" y="5600288"/>
            <a:ext cx="5614670" cy="5715"/>
          </a:xfrm>
          <a:custGeom>
            <a:avLst/>
            <a:gdLst/>
            <a:ahLst/>
            <a:cxnLst/>
            <a:rect l="l" t="t" r="r" b="b"/>
            <a:pathLst>
              <a:path w="5614670" h="5714">
                <a:moveTo>
                  <a:pt x="5614060" y="0"/>
                </a:moveTo>
                <a:lnTo>
                  <a:pt x="0" y="0"/>
                </a:lnTo>
                <a:lnTo>
                  <a:pt x="0" y="5568"/>
                </a:lnTo>
                <a:lnTo>
                  <a:pt x="5614060" y="5568"/>
                </a:lnTo>
                <a:lnTo>
                  <a:pt x="561406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1" name="object 161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556950" y="4915239"/>
            <a:ext cx="155946" cy="155940"/>
          </a:xfrm>
          <a:prstGeom prst="rect">
            <a:avLst/>
          </a:prstGeom>
        </p:spPr>
      </p:pic>
      <p:grpSp>
        <p:nvGrpSpPr>
          <p:cNvPr id="162" name="object 162"/>
          <p:cNvGrpSpPr/>
          <p:nvPr/>
        </p:nvGrpSpPr>
        <p:grpSpPr>
          <a:xfrm>
            <a:off x="806766" y="4951863"/>
            <a:ext cx="206375" cy="99695"/>
            <a:chOff x="806766" y="4951863"/>
            <a:chExt cx="206375" cy="99695"/>
          </a:xfrm>
        </p:grpSpPr>
        <p:pic>
          <p:nvPicPr>
            <p:cNvPr id="163" name="object 16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806766" y="4951863"/>
              <a:ext cx="150563" cy="99181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991948" y="4979800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5"/>
                  </a:lnTo>
                  <a:lnTo>
                    <a:pt x="21119" y="69105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5" name="object 165"/>
          <p:cNvGrpSpPr/>
          <p:nvPr/>
        </p:nvGrpSpPr>
        <p:grpSpPr>
          <a:xfrm>
            <a:off x="1130292" y="4975656"/>
            <a:ext cx="307340" cy="93345"/>
            <a:chOff x="1130292" y="4975656"/>
            <a:chExt cx="307340" cy="93345"/>
          </a:xfrm>
        </p:grpSpPr>
        <p:pic>
          <p:nvPicPr>
            <p:cNvPr id="166" name="object 166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130292" y="4975656"/>
              <a:ext cx="142649" cy="9330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292830" y="4975656"/>
              <a:ext cx="144360" cy="74853"/>
            </a:xfrm>
            <a:prstGeom prst="rect">
              <a:avLst/>
            </a:prstGeom>
          </p:spPr>
        </p:pic>
      </p:grpSp>
      <p:pic>
        <p:nvPicPr>
          <p:cNvPr id="168" name="object 168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1527638" y="4954001"/>
            <a:ext cx="390751" cy="96508"/>
          </a:xfrm>
          <a:prstGeom prst="rect">
            <a:avLst/>
          </a:prstGeom>
        </p:spPr>
      </p:pic>
      <p:sp>
        <p:nvSpPr>
          <p:cNvPr id="169" name="object 169"/>
          <p:cNvSpPr/>
          <p:nvPr/>
        </p:nvSpPr>
        <p:spPr>
          <a:xfrm>
            <a:off x="2014626" y="4952669"/>
            <a:ext cx="706120" cy="98425"/>
          </a:xfrm>
          <a:custGeom>
            <a:avLst/>
            <a:gdLst/>
            <a:ahLst/>
            <a:cxnLst/>
            <a:rect l="l" t="t" r="r" b="b"/>
            <a:pathLst>
              <a:path w="706119" h="98425">
                <a:moveTo>
                  <a:pt x="64960" y="24599"/>
                </a:moveTo>
                <a:lnTo>
                  <a:pt x="43040" y="24599"/>
                </a:lnTo>
                <a:lnTo>
                  <a:pt x="38671" y="26314"/>
                </a:lnTo>
                <a:lnTo>
                  <a:pt x="32880" y="33197"/>
                </a:lnTo>
                <a:lnTo>
                  <a:pt x="32029" y="35687"/>
                </a:lnTo>
                <a:lnTo>
                  <a:pt x="32029" y="44564"/>
                </a:lnTo>
                <a:lnTo>
                  <a:pt x="31686" y="39992"/>
                </a:lnTo>
                <a:lnTo>
                  <a:pt x="32004" y="44069"/>
                </a:lnTo>
                <a:lnTo>
                  <a:pt x="32029" y="44564"/>
                </a:lnTo>
                <a:lnTo>
                  <a:pt x="32029" y="35687"/>
                </a:lnTo>
                <a:lnTo>
                  <a:pt x="31483" y="37274"/>
                </a:lnTo>
                <a:lnTo>
                  <a:pt x="31026" y="31254"/>
                </a:lnTo>
                <a:lnTo>
                  <a:pt x="30530" y="24599"/>
                </a:lnTo>
                <a:lnTo>
                  <a:pt x="0" y="24599"/>
                </a:lnTo>
                <a:lnTo>
                  <a:pt x="0" y="38976"/>
                </a:lnTo>
                <a:lnTo>
                  <a:pt x="17157" y="38976"/>
                </a:lnTo>
                <a:lnTo>
                  <a:pt x="17157" y="81864"/>
                </a:lnTo>
                <a:lnTo>
                  <a:pt x="0" y="81864"/>
                </a:lnTo>
                <a:lnTo>
                  <a:pt x="0" y="96240"/>
                </a:lnTo>
                <a:lnTo>
                  <a:pt x="57099" y="96240"/>
                </a:lnTo>
                <a:lnTo>
                  <a:pt x="57099" y="89535"/>
                </a:lnTo>
                <a:lnTo>
                  <a:pt x="57099" y="81864"/>
                </a:lnTo>
                <a:lnTo>
                  <a:pt x="35280" y="81864"/>
                </a:lnTo>
                <a:lnTo>
                  <a:pt x="35280" y="51574"/>
                </a:lnTo>
                <a:lnTo>
                  <a:pt x="46837" y="39408"/>
                </a:lnTo>
                <a:lnTo>
                  <a:pt x="64960" y="39408"/>
                </a:lnTo>
                <a:lnTo>
                  <a:pt x="64960" y="24599"/>
                </a:lnTo>
                <a:close/>
              </a:path>
              <a:path w="706119" h="98425">
                <a:moveTo>
                  <a:pt x="144360" y="65341"/>
                </a:moveTo>
                <a:lnTo>
                  <a:pt x="124917" y="25641"/>
                </a:lnTo>
                <a:lnTo>
                  <a:pt x="124917" y="52984"/>
                </a:lnTo>
                <a:lnTo>
                  <a:pt x="95885" y="52984"/>
                </a:lnTo>
                <a:lnTo>
                  <a:pt x="96545" y="48399"/>
                </a:lnTo>
                <a:lnTo>
                  <a:pt x="98158" y="44932"/>
                </a:lnTo>
                <a:lnTo>
                  <a:pt x="103276" y="40170"/>
                </a:lnTo>
                <a:lnTo>
                  <a:pt x="106578" y="38976"/>
                </a:lnTo>
                <a:lnTo>
                  <a:pt x="114592" y="38976"/>
                </a:lnTo>
                <a:lnTo>
                  <a:pt x="124917" y="52984"/>
                </a:lnTo>
                <a:lnTo>
                  <a:pt x="124917" y="25641"/>
                </a:lnTo>
                <a:lnTo>
                  <a:pt x="123202" y="24574"/>
                </a:lnTo>
                <a:lnTo>
                  <a:pt x="117348" y="22987"/>
                </a:lnTo>
                <a:lnTo>
                  <a:pt x="104063" y="22987"/>
                </a:lnTo>
                <a:lnTo>
                  <a:pt x="76987" y="52984"/>
                </a:lnTo>
                <a:lnTo>
                  <a:pt x="76987" y="68008"/>
                </a:lnTo>
                <a:lnTo>
                  <a:pt x="104305" y="97840"/>
                </a:lnTo>
                <a:lnTo>
                  <a:pt x="119062" y="97840"/>
                </a:lnTo>
                <a:lnTo>
                  <a:pt x="142824" y="74625"/>
                </a:lnTo>
                <a:lnTo>
                  <a:pt x="142913" y="74345"/>
                </a:lnTo>
                <a:lnTo>
                  <a:pt x="124701" y="73088"/>
                </a:lnTo>
                <a:lnTo>
                  <a:pt x="123812" y="75742"/>
                </a:lnTo>
                <a:lnTo>
                  <a:pt x="122212" y="77876"/>
                </a:lnTo>
                <a:lnTo>
                  <a:pt x="117576" y="81064"/>
                </a:lnTo>
                <a:lnTo>
                  <a:pt x="114744" y="81864"/>
                </a:lnTo>
                <a:lnTo>
                  <a:pt x="106959" y="81864"/>
                </a:lnTo>
                <a:lnTo>
                  <a:pt x="103327" y="80441"/>
                </a:lnTo>
                <a:lnTo>
                  <a:pt x="97713" y="74752"/>
                </a:lnTo>
                <a:lnTo>
                  <a:pt x="96088" y="70662"/>
                </a:lnTo>
                <a:lnTo>
                  <a:pt x="95643" y="65341"/>
                </a:lnTo>
                <a:lnTo>
                  <a:pt x="144360" y="65341"/>
                </a:lnTo>
                <a:close/>
              </a:path>
              <a:path w="706119" h="98425">
                <a:moveTo>
                  <a:pt x="221881" y="24599"/>
                </a:moveTo>
                <a:lnTo>
                  <a:pt x="195364" y="24599"/>
                </a:lnTo>
                <a:lnTo>
                  <a:pt x="195364" y="7785"/>
                </a:lnTo>
                <a:lnTo>
                  <a:pt x="177241" y="7785"/>
                </a:lnTo>
                <a:lnTo>
                  <a:pt x="177241" y="24599"/>
                </a:lnTo>
                <a:lnTo>
                  <a:pt x="156654" y="24599"/>
                </a:lnTo>
                <a:lnTo>
                  <a:pt x="156654" y="38976"/>
                </a:lnTo>
                <a:lnTo>
                  <a:pt x="177241" y="38976"/>
                </a:lnTo>
                <a:lnTo>
                  <a:pt x="177241" y="81445"/>
                </a:lnTo>
                <a:lnTo>
                  <a:pt x="179133" y="87083"/>
                </a:lnTo>
                <a:lnTo>
                  <a:pt x="186702" y="94411"/>
                </a:lnTo>
                <a:lnTo>
                  <a:pt x="192620" y="96240"/>
                </a:lnTo>
                <a:lnTo>
                  <a:pt x="221881" y="96240"/>
                </a:lnTo>
                <a:lnTo>
                  <a:pt x="221881" y="81864"/>
                </a:lnTo>
                <a:lnTo>
                  <a:pt x="201764" y="81864"/>
                </a:lnTo>
                <a:lnTo>
                  <a:pt x="199351" y="81051"/>
                </a:lnTo>
                <a:lnTo>
                  <a:pt x="196164" y="77825"/>
                </a:lnTo>
                <a:lnTo>
                  <a:pt x="195364" y="75374"/>
                </a:lnTo>
                <a:lnTo>
                  <a:pt x="195364" y="38976"/>
                </a:lnTo>
                <a:lnTo>
                  <a:pt x="221881" y="38976"/>
                </a:lnTo>
                <a:lnTo>
                  <a:pt x="221881" y="24599"/>
                </a:lnTo>
                <a:close/>
              </a:path>
              <a:path w="706119" h="98425">
                <a:moveTo>
                  <a:pt x="305562" y="24599"/>
                </a:moveTo>
                <a:lnTo>
                  <a:pt x="283641" y="24599"/>
                </a:lnTo>
                <a:lnTo>
                  <a:pt x="279273" y="26314"/>
                </a:lnTo>
                <a:lnTo>
                  <a:pt x="273481" y="33197"/>
                </a:lnTo>
                <a:lnTo>
                  <a:pt x="272084" y="37274"/>
                </a:lnTo>
                <a:lnTo>
                  <a:pt x="271627" y="31254"/>
                </a:lnTo>
                <a:lnTo>
                  <a:pt x="271119" y="24599"/>
                </a:lnTo>
                <a:lnTo>
                  <a:pt x="240588" y="24599"/>
                </a:lnTo>
                <a:lnTo>
                  <a:pt x="240588" y="38976"/>
                </a:lnTo>
                <a:lnTo>
                  <a:pt x="257759" y="38976"/>
                </a:lnTo>
                <a:lnTo>
                  <a:pt x="257759" y="81864"/>
                </a:lnTo>
                <a:lnTo>
                  <a:pt x="240588" y="81864"/>
                </a:lnTo>
                <a:lnTo>
                  <a:pt x="240588" y="96240"/>
                </a:lnTo>
                <a:lnTo>
                  <a:pt x="297700" y="96240"/>
                </a:lnTo>
                <a:lnTo>
                  <a:pt x="297700" y="89535"/>
                </a:lnTo>
                <a:lnTo>
                  <a:pt x="297700" y="81864"/>
                </a:lnTo>
                <a:lnTo>
                  <a:pt x="275882" y="81864"/>
                </a:lnTo>
                <a:lnTo>
                  <a:pt x="275882" y="51574"/>
                </a:lnTo>
                <a:lnTo>
                  <a:pt x="287426" y="39408"/>
                </a:lnTo>
                <a:lnTo>
                  <a:pt x="305562" y="39408"/>
                </a:lnTo>
                <a:lnTo>
                  <a:pt x="305562" y="24599"/>
                </a:lnTo>
                <a:close/>
              </a:path>
              <a:path w="706119" h="98425">
                <a:moveTo>
                  <a:pt x="364769" y="0"/>
                </a:moveTo>
                <a:lnTo>
                  <a:pt x="346329" y="0"/>
                </a:lnTo>
                <a:lnTo>
                  <a:pt x="346329" y="15773"/>
                </a:lnTo>
                <a:lnTo>
                  <a:pt x="364769" y="15773"/>
                </a:lnTo>
                <a:lnTo>
                  <a:pt x="364769" y="0"/>
                </a:lnTo>
                <a:close/>
              </a:path>
              <a:path w="706119" h="98425">
                <a:moveTo>
                  <a:pt x="387629" y="81800"/>
                </a:moveTo>
                <a:lnTo>
                  <a:pt x="365036" y="81800"/>
                </a:lnTo>
                <a:lnTo>
                  <a:pt x="365036" y="39027"/>
                </a:lnTo>
                <a:lnTo>
                  <a:pt x="365036" y="31280"/>
                </a:lnTo>
                <a:lnTo>
                  <a:pt x="365036" y="24599"/>
                </a:lnTo>
                <a:lnTo>
                  <a:pt x="321602" y="24599"/>
                </a:lnTo>
                <a:lnTo>
                  <a:pt x="321602" y="39027"/>
                </a:lnTo>
                <a:lnTo>
                  <a:pt x="346862" y="39027"/>
                </a:lnTo>
                <a:lnTo>
                  <a:pt x="346862" y="81800"/>
                </a:lnTo>
                <a:lnTo>
                  <a:pt x="320255" y="81800"/>
                </a:lnTo>
                <a:lnTo>
                  <a:pt x="320255" y="96240"/>
                </a:lnTo>
                <a:lnTo>
                  <a:pt x="387629" y="96240"/>
                </a:lnTo>
                <a:lnTo>
                  <a:pt x="387629" y="81800"/>
                </a:lnTo>
                <a:close/>
              </a:path>
              <a:path w="706119" h="98425">
                <a:moveTo>
                  <a:pt x="465150" y="65341"/>
                </a:moveTo>
                <a:lnTo>
                  <a:pt x="445719" y="25641"/>
                </a:lnTo>
                <a:lnTo>
                  <a:pt x="445719" y="52984"/>
                </a:lnTo>
                <a:lnTo>
                  <a:pt x="416687" y="52984"/>
                </a:lnTo>
                <a:lnTo>
                  <a:pt x="417347" y="48399"/>
                </a:lnTo>
                <a:lnTo>
                  <a:pt x="418960" y="44932"/>
                </a:lnTo>
                <a:lnTo>
                  <a:pt x="424065" y="40170"/>
                </a:lnTo>
                <a:lnTo>
                  <a:pt x="427367" y="38976"/>
                </a:lnTo>
                <a:lnTo>
                  <a:pt x="435394" y="38976"/>
                </a:lnTo>
                <a:lnTo>
                  <a:pt x="445719" y="52984"/>
                </a:lnTo>
                <a:lnTo>
                  <a:pt x="445719" y="25641"/>
                </a:lnTo>
                <a:lnTo>
                  <a:pt x="444004" y="24574"/>
                </a:lnTo>
                <a:lnTo>
                  <a:pt x="438150" y="22987"/>
                </a:lnTo>
                <a:lnTo>
                  <a:pt x="424853" y="22987"/>
                </a:lnTo>
                <a:lnTo>
                  <a:pt x="397789" y="52984"/>
                </a:lnTo>
                <a:lnTo>
                  <a:pt x="397789" y="68008"/>
                </a:lnTo>
                <a:lnTo>
                  <a:pt x="425107" y="97840"/>
                </a:lnTo>
                <a:lnTo>
                  <a:pt x="439864" y="97840"/>
                </a:lnTo>
                <a:lnTo>
                  <a:pt x="446595" y="95808"/>
                </a:lnTo>
                <a:lnTo>
                  <a:pt x="457403" y="87642"/>
                </a:lnTo>
                <a:lnTo>
                  <a:pt x="461302" y="81864"/>
                </a:lnTo>
                <a:lnTo>
                  <a:pt x="463575" y="74752"/>
                </a:lnTo>
                <a:lnTo>
                  <a:pt x="463626" y="74625"/>
                </a:lnTo>
                <a:lnTo>
                  <a:pt x="463715" y="74345"/>
                </a:lnTo>
                <a:lnTo>
                  <a:pt x="445503" y="73088"/>
                </a:lnTo>
                <a:lnTo>
                  <a:pt x="444614" y="75742"/>
                </a:lnTo>
                <a:lnTo>
                  <a:pt x="443014" y="77876"/>
                </a:lnTo>
                <a:lnTo>
                  <a:pt x="438378" y="81064"/>
                </a:lnTo>
                <a:lnTo>
                  <a:pt x="435546" y="81864"/>
                </a:lnTo>
                <a:lnTo>
                  <a:pt x="427748" y="81864"/>
                </a:lnTo>
                <a:lnTo>
                  <a:pt x="424129" y="80441"/>
                </a:lnTo>
                <a:lnTo>
                  <a:pt x="418515" y="74752"/>
                </a:lnTo>
                <a:lnTo>
                  <a:pt x="416890" y="70662"/>
                </a:lnTo>
                <a:lnTo>
                  <a:pt x="416445" y="65341"/>
                </a:lnTo>
                <a:lnTo>
                  <a:pt x="465150" y="65341"/>
                </a:lnTo>
                <a:close/>
              </a:path>
              <a:path w="706119" h="98425">
                <a:moveTo>
                  <a:pt x="547014" y="24599"/>
                </a:moveTo>
                <a:lnTo>
                  <a:pt x="527812" y="24599"/>
                </a:lnTo>
                <a:lnTo>
                  <a:pt x="511670" y="76403"/>
                </a:lnTo>
                <a:lnTo>
                  <a:pt x="495528" y="24599"/>
                </a:lnTo>
                <a:lnTo>
                  <a:pt x="476326" y="24599"/>
                </a:lnTo>
                <a:lnTo>
                  <a:pt x="500659" y="96240"/>
                </a:lnTo>
                <a:lnTo>
                  <a:pt x="522681" y="96240"/>
                </a:lnTo>
                <a:lnTo>
                  <a:pt x="547014" y="24599"/>
                </a:lnTo>
                <a:close/>
              </a:path>
              <a:path w="706119" h="98425">
                <a:moveTo>
                  <a:pt x="626084" y="82664"/>
                </a:moveTo>
                <a:lnTo>
                  <a:pt x="621931" y="82664"/>
                </a:lnTo>
                <a:lnTo>
                  <a:pt x="621004" y="82321"/>
                </a:lnTo>
                <a:lnTo>
                  <a:pt x="619683" y="80975"/>
                </a:lnTo>
                <a:lnTo>
                  <a:pt x="619607" y="80683"/>
                </a:lnTo>
                <a:lnTo>
                  <a:pt x="619353" y="79717"/>
                </a:lnTo>
                <a:lnTo>
                  <a:pt x="619353" y="64427"/>
                </a:lnTo>
                <a:lnTo>
                  <a:pt x="619353" y="43294"/>
                </a:lnTo>
                <a:lnTo>
                  <a:pt x="617435" y="37541"/>
                </a:lnTo>
                <a:lnTo>
                  <a:pt x="616927" y="36004"/>
                </a:lnTo>
                <a:lnTo>
                  <a:pt x="607212" y="25590"/>
                </a:lnTo>
                <a:lnTo>
                  <a:pt x="599617" y="22987"/>
                </a:lnTo>
                <a:lnTo>
                  <a:pt x="581063" y="22987"/>
                </a:lnTo>
                <a:lnTo>
                  <a:pt x="574243" y="25120"/>
                </a:lnTo>
                <a:lnTo>
                  <a:pt x="563435" y="33616"/>
                </a:lnTo>
                <a:lnTo>
                  <a:pt x="560057" y="39243"/>
                </a:lnTo>
                <a:lnTo>
                  <a:pt x="558723" y="46253"/>
                </a:lnTo>
                <a:lnTo>
                  <a:pt x="577430" y="47269"/>
                </a:lnTo>
                <a:lnTo>
                  <a:pt x="578015" y="44399"/>
                </a:lnTo>
                <a:lnTo>
                  <a:pt x="579297" y="42062"/>
                </a:lnTo>
                <a:lnTo>
                  <a:pt x="583222" y="38442"/>
                </a:lnTo>
                <a:lnTo>
                  <a:pt x="586003" y="37541"/>
                </a:lnTo>
                <a:lnTo>
                  <a:pt x="593737" y="37541"/>
                </a:lnTo>
                <a:lnTo>
                  <a:pt x="596709" y="38747"/>
                </a:lnTo>
                <a:lnTo>
                  <a:pt x="600316" y="43624"/>
                </a:lnTo>
                <a:lnTo>
                  <a:pt x="601230" y="47091"/>
                </a:lnTo>
                <a:lnTo>
                  <a:pt x="601230" y="51600"/>
                </a:lnTo>
                <a:lnTo>
                  <a:pt x="601230" y="64427"/>
                </a:lnTo>
                <a:lnTo>
                  <a:pt x="601129" y="72351"/>
                </a:lnTo>
                <a:lnTo>
                  <a:pt x="600710" y="74269"/>
                </a:lnTo>
                <a:lnTo>
                  <a:pt x="600608" y="74739"/>
                </a:lnTo>
                <a:lnTo>
                  <a:pt x="598157" y="79425"/>
                </a:lnTo>
                <a:lnTo>
                  <a:pt x="596366" y="81216"/>
                </a:lnTo>
                <a:lnTo>
                  <a:pt x="591654" y="83654"/>
                </a:lnTo>
                <a:lnTo>
                  <a:pt x="588797" y="84264"/>
                </a:lnTo>
                <a:lnTo>
                  <a:pt x="582536" y="84264"/>
                </a:lnTo>
                <a:lnTo>
                  <a:pt x="580542" y="83654"/>
                </a:lnTo>
                <a:lnTo>
                  <a:pt x="580402" y="83654"/>
                </a:lnTo>
                <a:lnTo>
                  <a:pt x="577367" y="80975"/>
                </a:lnTo>
                <a:lnTo>
                  <a:pt x="577189" y="80683"/>
                </a:lnTo>
                <a:lnTo>
                  <a:pt x="576529" y="79057"/>
                </a:lnTo>
                <a:lnTo>
                  <a:pt x="576529" y="74269"/>
                </a:lnTo>
                <a:lnTo>
                  <a:pt x="577176" y="72351"/>
                </a:lnTo>
                <a:lnTo>
                  <a:pt x="579793" y="69608"/>
                </a:lnTo>
                <a:lnTo>
                  <a:pt x="582079" y="68580"/>
                </a:lnTo>
                <a:lnTo>
                  <a:pt x="585343" y="67906"/>
                </a:lnTo>
                <a:lnTo>
                  <a:pt x="601230" y="64427"/>
                </a:lnTo>
                <a:lnTo>
                  <a:pt x="601230" y="51600"/>
                </a:lnTo>
                <a:lnTo>
                  <a:pt x="572884" y="57708"/>
                </a:lnTo>
                <a:lnTo>
                  <a:pt x="567550" y="60121"/>
                </a:lnTo>
                <a:lnTo>
                  <a:pt x="559803" y="66865"/>
                </a:lnTo>
                <a:lnTo>
                  <a:pt x="557860" y="71577"/>
                </a:lnTo>
                <a:lnTo>
                  <a:pt x="557860" y="81838"/>
                </a:lnTo>
                <a:lnTo>
                  <a:pt x="558927" y="85458"/>
                </a:lnTo>
                <a:lnTo>
                  <a:pt x="563194" y="91516"/>
                </a:lnTo>
                <a:lnTo>
                  <a:pt x="566064" y="93840"/>
                </a:lnTo>
                <a:lnTo>
                  <a:pt x="573430" y="97104"/>
                </a:lnTo>
                <a:lnTo>
                  <a:pt x="573582" y="97104"/>
                </a:lnTo>
                <a:lnTo>
                  <a:pt x="577303" y="97840"/>
                </a:lnTo>
                <a:lnTo>
                  <a:pt x="586028" y="97840"/>
                </a:lnTo>
                <a:lnTo>
                  <a:pt x="589813" y="97104"/>
                </a:lnTo>
                <a:lnTo>
                  <a:pt x="596353" y="94119"/>
                </a:lnTo>
                <a:lnTo>
                  <a:pt x="598982" y="92075"/>
                </a:lnTo>
                <a:lnTo>
                  <a:pt x="602957" y="86855"/>
                </a:lnTo>
                <a:lnTo>
                  <a:pt x="603237" y="86169"/>
                </a:lnTo>
                <a:lnTo>
                  <a:pt x="603415" y="86855"/>
                </a:lnTo>
                <a:lnTo>
                  <a:pt x="603453" y="87033"/>
                </a:lnTo>
                <a:lnTo>
                  <a:pt x="606082" y="91871"/>
                </a:lnTo>
                <a:lnTo>
                  <a:pt x="608228" y="93840"/>
                </a:lnTo>
                <a:lnTo>
                  <a:pt x="613219" y="96329"/>
                </a:lnTo>
                <a:lnTo>
                  <a:pt x="613575" y="96329"/>
                </a:lnTo>
                <a:lnTo>
                  <a:pt x="616000" y="96837"/>
                </a:lnTo>
                <a:lnTo>
                  <a:pt x="621588" y="96837"/>
                </a:lnTo>
                <a:lnTo>
                  <a:pt x="625551" y="96329"/>
                </a:lnTo>
                <a:lnTo>
                  <a:pt x="626084" y="96329"/>
                </a:lnTo>
                <a:lnTo>
                  <a:pt x="626084" y="82664"/>
                </a:lnTo>
                <a:close/>
              </a:path>
              <a:path w="706119" h="98425">
                <a:moveTo>
                  <a:pt x="705751" y="81864"/>
                </a:moveTo>
                <a:lnTo>
                  <a:pt x="682980" y="81864"/>
                </a:lnTo>
                <a:lnTo>
                  <a:pt x="682980" y="16814"/>
                </a:lnTo>
                <a:lnTo>
                  <a:pt x="681037" y="11023"/>
                </a:lnTo>
                <a:lnTo>
                  <a:pt x="673290" y="3276"/>
                </a:lnTo>
                <a:lnTo>
                  <a:pt x="667512" y="1333"/>
                </a:lnTo>
                <a:lnTo>
                  <a:pt x="641057" y="1333"/>
                </a:lnTo>
                <a:lnTo>
                  <a:pt x="641057" y="15722"/>
                </a:lnTo>
                <a:lnTo>
                  <a:pt x="659257" y="15722"/>
                </a:lnTo>
                <a:lnTo>
                  <a:pt x="661314" y="16433"/>
                </a:lnTo>
                <a:lnTo>
                  <a:pt x="664146" y="19265"/>
                </a:lnTo>
                <a:lnTo>
                  <a:pt x="664845" y="21323"/>
                </a:lnTo>
                <a:lnTo>
                  <a:pt x="664845" y="81864"/>
                </a:lnTo>
                <a:lnTo>
                  <a:pt x="638390" y="81864"/>
                </a:lnTo>
                <a:lnTo>
                  <a:pt x="638390" y="96240"/>
                </a:lnTo>
                <a:lnTo>
                  <a:pt x="705751" y="96240"/>
                </a:lnTo>
                <a:lnTo>
                  <a:pt x="705751" y="91427"/>
                </a:lnTo>
                <a:lnTo>
                  <a:pt x="705751" y="81864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0" name="object 170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2813149" y="4954001"/>
            <a:ext cx="867439" cy="114955"/>
          </a:xfrm>
          <a:prstGeom prst="rect">
            <a:avLst/>
          </a:prstGeom>
        </p:spPr>
      </p:pic>
      <p:pic>
        <p:nvPicPr>
          <p:cNvPr id="171" name="object 171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3779877" y="4952665"/>
            <a:ext cx="461896" cy="116291"/>
          </a:xfrm>
          <a:prstGeom prst="rect">
            <a:avLst/>
          </a:prstGeom>
        </p:spPr>
      </p:pic>
      <p:pic>
        <p:nvPicPr>
          <p:cNvPr id="172" name="object 172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4339348" y="4954001"/>
            <a:ext cx="226430" cy="96508"/>
          </a:xfrm>
          <a:prstGeom prst="rect">
            <a:avLst/>
          </a:prstGeom>
        </p:spPr>
      </p:pic>
      <p:sp>
        <p:nvSpPr>
          <p:cNvPr id="173" name="object 173"/>
          <p:cNvSpPr/>
          <p:nvPr/>
        </p:nvSpPr>
        <p:spPr>
          <a:xfrm>
            <a:off x="4660138" y="4952669"/>
            <a:ext cx="544195" cy="98425"/>
          </a:xfrm>
          <a:custGeom>
            <a:avLst/>
            <a:gdLst/>
            <a:ahLst/>
            <a:cxnLst/>
            <a:rect l="l" t="t" r="r" b="b"/>
            <a:pathLst>
              <a:path w="544195" h="98425">
                <a:moveTo>
                  <a:pt x="63093" y="1333"/>
                </a:moveTo>
                <a:lnTo>
                  <a:pt x="32029" y="1333"/>
                </a:lnTo>
                <a:lnTo>
                  <a:pt x="26619" y="3073"/>
                </a:lnTo>
                <a:lnTo>
                  <a:pt x="19735" y="10033"/>
                </a:lnTo>
                <a:lnTo>
                  <a:pt x="18021" y="15379"/>
                </a:lnTo>
                <a:lnTo>
                  <a:pt x="18021" y="24599"/>
                </a:lnTo>
                <a:lnTo>
                  <a:pt x="0" y="24599"/>
                </a:lnTo>
                <a:lnTo>
                  <a:pt x="0" y="38976"/>
                </a:lnTo>
                <a:lnTo>
                  <a:pt x="18021" y="38976"/>
                </a:lnTo>
                <a:lnTo>
                  <a:pt x="18021" y="96240"/>
                </a:lnTo>
                <a:lnTo>
                  <a:pt x="36144" y="96240"/>
                </a:lnTo>
                <a:lnTo>
                  <a:pt x="36144" y="38976"/>
                </a:lnTo>
                <a:lnTo>
                  <a:pt x="62560" y="38976"/>
                </a:lnTo>
                <a:lnTo>
                  <a:pt x="62560" y="24599"/>
                </a:lnTo>
                <a:lnTo>
                  <a:pt x="36144" y="24599"/>
                </a:lnTo>
                <a:lnTo>
                  <a:pt x="36144" y="20485"/>
                </a:lnTo>
                <a:lnTo>
                  <a:pt x="36741" y="18732"/>
                </a:lnTo>
                <a:lnTo>
                  <a:pt x="39090" y="16319"/>
                </a:lnTo>
                <a:lnTo>
                  <a:pt x="40970" y="15722"/>
                </a:lnTo>
                <a:lnTo>
                  <a:pt x="63093" y="15722"/>
                </a:lnTo>
                <a:lnTo>
                  <a:pt x="63093" y="1333"/>
                </a:lnTo>
                <a:close/>
              </a:path>
              <a:path w="544195" h="98425">
                <a:moveTo>
                  <a:pt x="145961" y="82664"/>
                </a:moveTo>
                <a:lnTo>
                  <a:pt x="141820" y="82664"/>
                </a:lnTo>
                <a:lnTo>
                  <a:pt x="140881" y="82321"/>
                </a:lnTo>
                <a:lnTo>
                  <a:pt x="139560" y="80975"/>
                </a:lnTo>
                <a:lnTo>
                  <a:pt x="139484" y="80683"/>
                </a:lnTo>
                <a:lnTo>
                  <a:pt x="139230" y="79717"/>
                </a:lnTo>
                <a:lnTo>
                  <a:pt x="139230" y="64427"/>
                </a:lnTo>
                <a:lnTo>
                  <a:pt x="139230" y="43294"/>
                </a:lnTo>
                <a:lnTo>
                  <a:pt x="137312" y="37541"/>
                </a:lnTo>
                <a:lnTo>
                  <a:pt x="136804" y="36004"/>
                </a:lnTo>
                <a:lnTo>
                  <a:pt x="127088" y="25590"/>
                </a:lnTo>
                <a:lnTo>
                  <a:pt x="119494" y="22987"/>
                </a:lnTo>
                <a:lnTo>
                  <a:pt x="100952" y="22987"/>
                </a:lnTo>
                <a:lnTo>
                  <a:pt x="94132" y="25120"/>
                </a:lnTo>
                <a:lnTo>
                  <a:pt x="83312" y="33616"/>
                </a:lnTo>
                <a:lnTo>
                  <a:pt x="79933" y="39243"/>
                </a:lnTo>
                <a:lnTo>
                  <a:pt x="78600" y="46253"/>
                </a:lnTo>
                <a:lnTo>
                  <a:pt x="97307" y="47269"/>
                </a:lnTo>
                <a:lnTo>
                  <a:pt x="97904" y="44399"/>
                </a:lnTo>
                <a:lnTo>
                  <a:pt x="99174" y="42062"/>
                </a:lnTo>
                <a:lnTo>
                  <a:pt x="103098" y="38442"/>
                </a:lnTo>
                <a:lnTo>
                  <a:pt x="105879" y="37541"/>
                </a:lnTo>
                <a:lnTo>
                  <a:pt x="113614" y="37541"/>
                </a:lnTo>
                <a:lnTo>
                  <a:pt x="116586" y="38747"/>
                </a:lnTo>
                <a:lnTo>
                  <a:pt x="120205" y="43624"/>
                </a:lnTo>
                <a:lnTo>
                  <a:pt x="121107" y="47091"/>
                </a:lnTo>
                <a:lnTo>
                  <a:pt x="121107" y="51600"/>
                </a:lnTo>
                <a:lnTo>
                  <a:pt x="121107" y="64427"/>
                </a:lnTo>
                <a:lnTo>
                  <a:pt x="108673" y="84264"/>
                </a:lnTo>
                <a:lnTo>
                  <a:pt x="102412" y="84264"/>
                </a:lnTo>
                <a:lnTo>
                  <a:pt x="100418" y="83654"/>
                </a:lnTo>
                <a:lnTo>
                  <a:pt x="100279" y="83654"/>
                </a:lnTo>
                <a:lnTo>
                  <a:pt x="97243" y="80975"/>
                </a:lnTo>
                <a:lnTo>
                  <a:pt x="97078" y="80683"/>
                </a:lnTo>
                <a:lnTo>
                  <a:pt x="96405" y="79057"/>
                </a:lnTo>
                <a:lnTo>
                  <a:pt x="96405" y="74269"/>
                </a:lnTo>
                <a:lnTo>
                  <a:pt x="97053" y="72351"/>
                </a:lnTo>
                <a:lnTo>
                  <a:pt x="99682" y="69608"/>
                </a:lnTo>
                <a:lnTo>
                  <a:pt x="101968" y="68580"/>
                </a:lnTo>
                <a:lnTo>
                  <a:pt x="105219" y="67906"/>
                </a:lnTo>
                <a:lnTo>
                  <a:pt x="121107" y="64427"/>
                </a:lnTo>
                <a:lnTo>
                  <a:pt x="121107" y="51600"/>
                </a:lnTo>
                <a:lnTo>
                  <a:pt x="92760" y="57708"/>
                </a:lnTo>
                <a:lnTo>
                  <a:pt x="87439" y="60121"/>
                </a:lnTo>
                <a:lnTo>
                  <a:pt x="79679" y="66865"/>
                </a:lnTo>
                <a:lnTo>
                  <a:pt x="77736" y="71577"/>
                </a:lnTo>
                <a:lnTo>
                  <a:pt x="77736" y="81838"/>
                </a:lnTo>
                <a:lnTo>
                  <a:pt x="78803" y="85458"/>
                </a:lnTo>
                <a:lnTo>
                  <a:pt x="83070" y="91516"/>
                </a:lnTo>
                <a:lnTo>
                  <a:pt x="85940" y="93840"/>
                </a:lnTo>
                <a:lnTo>
                  <a:pt x="93306" y="97104"/>
                </a:lnTo>
                <a:lnTo>
                  <a:pt x="93459" y="97104"/>
                </a:lnTo>
                <a:lnTo>
                  <a:pt x="97193" y="97840"/>
                </a:lnTo>
                <a:lnTo>
                  <a:pt x="105905" y="97840"/>
                </a:lnTo>
                <a:lnTo>
                  <a:pt x="109689" y="97104"/>
                </a:lnTo>
                <a:lnTo>
                  <a:pt x="116230" y="94119"/>
                </a:lnTo>
                <a:lnTo>
                  <a:pt x="118859" y="92075"/>
                </a:lnTo>
                <a:lnTo>
                  <a:pt x="122834" y="86855"/>
                </a:lnTo>
                <a:lnTo>
                  <a:pt x="123126" y="86169"/>
                </a:lnTo>
                <a:lnTo>
                  <a:pt x="123291" y="86855"/>
                </a:lnTo>
                <a:lnTo>
                  <a:pt x="123342" y="87033"/>
                </a:lnTo>
                <a:lnTo>
                  <a:pt x="125958" y="91871"/>
                </a:lnTo>
                <a:lnTo>
                  <a:pt x="128104" y="93840"/>
                </a:lnTo>
                <a:lnTo>
                  <a:pt x="133096" y="96329"/>
                </a:lnTo>
                <a:lnTo>
                  <a:pt x="133451" y="96329"/>
                </a:lnTo>
                <a:lnTo>
                  <a:pt x="135877" y="96837"/>
                </a:lnTo>
                <a:lnTo>
                  <a:pt x="141465" y="96837"/>
                </a:lnTo>
                <a:lnTo>
                  <a:pt x="145427" y="96329"/>
                </a:lnTo>
                <a:lnTo>
                  <a:pt x="145961" y="96329"/>
                </a:lnTo>
                <a:lnTo>
                  <a:pt x="145961" y="82664"/>
                </a:lnTo>
                <a:close/>
              </a:path>
              <a:path w="544195" h="98425">
                <a:moveTo>
                  <a:pt x="225793" y="69672"/>
                </a:moveTo>
                <a:lnTo>
                  <a:pt x="207772" y="68707"/>
                </a:lnTo>
                <a:lnTo>
                  <a:pt x="206921" y="72986"/>
                </a:lnTo>
                <a:lnTo>
                  <a:pt x="205219" y="76250"/>
                </a:lnTo>
                <a:lnTo>
                  <a:pt x="200139" y="80733"/>
                </a:lnTo>
                <a:lnTo>
                  <a:pt x="197027" y="81864"/>
                </a:lnTo>
                <a:lnTo>
                  <a:pt x="188379" y="81864"/>
                </a:lnTo>
                <a:lnTo>
                  <a:pt x="184492" y="79946"/>
                </a:lnTo>
                <a:lnTo>
                  <a:pt x="178866" y="72301"/>
                </a:lnTo>
                <a:lnTo>
                  <a:pt x="177457" y="67068"/>
                </a:lnTo>
                <a:lnTo>
                  <a:pt x="177457" y="53771"/>
                </a:lnTo>
                <a:lnTo>
                  <a:pt x="178866" y="48539"/>
                </a:lnTo>
                <a:lnTo>
                  <a:pt x="184492" y="40894"/>
                </a:lnTo>
                <a:lnTo>
                  <a:pt x="188379" y="38976"/>
                </a:lnTo>
                <a:lnTo>
                  <a:pt x="196977" y="38976"/>
                </a:lnTo>
                <a:lnTo>
                  <a:pt x="200025" y="40043"/>
                </a:lnTo>
                <a:lnTo>
                  <a:pt x="204965" y="44323"/>
                </a:lnTo>
                <a:lnTo>
                  <a:pt x="206654" y="47409"/>
                </a:lnTo>
                <a:lnTo>
                  <a:pt x="207556" y="51435"/>
                </a:lnTo>
                <a:lnTo>
                  <a:pt x="225577" y="50469"/>
                </a:lnTo>
                <a:lnTo>
                  <a:pt x="198805" y="22987"/>
                </a:lnTo>
                <a:lnTo>
                  <a:pt x="186372" y="22987"/>
                </a:lnTo>
                <a:lnTo>
                  <a:pt x="158635" y="52984"/>
                </a:lnTo>
                <a:lnTo>
                  <a:pt x="158635" y="67856"/>
                </a:lnTo>
                <a:lnTo>
                  <a:pt x="186372" y="97840"/>
                </a:lnTo>
                <a:lnTo>
                  <a:pt x="193179" y="97840"/>
                </a:lnTo>
                <a:lnTo>
                  <a:pt x="198869" y="97840"/>
                </a:lnTo>
                <a:lnTo>
                  <a:pt x="225031" y="75298"/>
                </a:lnTo>
                <a:lnTo>
                  <a:pt x="225793" y="69672"/>
                </a:lnTo>
                <a:close/>
              </a:path>
              <a:path w="544195" h="98425">
                <a:moveTo>
                  <a:pt x="303161" y="24599"/>
                </a:moveTo>
                <a:lnTo>
                  <a:pt x="276644" y="24599"/>
                </a:lnTo>
                <a:lnTo>
                  <a:pt x="276644" y="7785"/>
                </a:lnTo>
                <a:lnTo>
                  <a:pt x="258508" y="7785"/>
                </a:lnTo>
                <a:lnTo>
                  <a:pt x="258508" y="24599"/>
                </a:lnTo>
                <a:lnTo>
                  <a:pt x="237934" y="24599"/>
                </a:lnTo>
                <a:lnTo>
                  <a:pt x="237934" y="38976"/>
                </a:lnTo>
                <a:lnTo>
                  <a:pt x="258508" y="38976"/>
                </a:lnTo>
                <a:lnTo>
                  <a:pt x="258508" y="81445"/>
                </a:lnTo>
                <a:lnTo>
                  <a:pt x="260413" y="87083"/>
                </a:lnTo>
                <a:lnTo>
                  <a:pt x="267982" y="94411"/>
                </a:lnTo>
                <a:lnTo>
                  <a:pt x="273888" y="96240"/>
                </a:lnTo>
                <a:lnTo>
                  <a:pt x="303161" y="96240"/>
                </a:lnTo>
                <a:lnTo>
                  <a:pt x="303161" y="81864"/>
                </a:lnTo>
                <a:lnTo>
                  <a:pt x="283032" y="81864"/>
                </a:lnTo>
                <a:lnTo>
                  <a:pt x="280631" y="81051"/>
                </a:lnTo>
                <a:lnTo>
                  <a:pt x="277431" y="77825"/>
                </a:lnTo>
                <a:lnTo>
                  <a:pt x="276644" y="75374"/>
                </a:lnTo>
                <a:lnTo>
                  <a:pt x="276644" y="38976"/>
                </a:lnTo>
                <a:lnTo>
                  <a:pt x="303161" y="38976"/>
                </a:lnTo>
                <a:lnTo>
                  <a:pt x="303161" y="24599"/>
                </a:lnTo>
                <a:close/>
              </a:path>
              <a:path w="544195" h="98425">
                <a:moveTo>
                  <a:pt x="386295" y="52806"/>
                </a:moveTo>
                <a:lnTo>
                  <a:pt x="367474" y="25984"/>
                </a:lnTo>
                <a:lnTo>
                  <a:pt x="367474" y="53492"/>
                </a:lnTo>
                <a:lnTo>
                  <a:pt x="367474" y="67271"/>
                </a:lnTo>
                <a:lnTo>
                  <a:pt x="366166" y="72567"/>
                </a:lnTo>
                <a:lnTo>
                  <a:pt x="360934" y="79997"/>
                </a:lnTo>
                <a:lnTo>
                  <a:pt x="357200" y="81864"/>
                </a:lnTo>
                <a:lnTo>
                  <a:pt x="347497" y="81864"/>
                </a:lnTo>
                <a:lnTo>
                  <a:pt x="343763" y="79997"/>
                </a:lnTo>
                <a:lnTo>
                  <a:pt x="338531" y="72567"/>
                </a:lnTo>
                <a:lnTo>
                  <a:pt x="337210" y="67271"/>
                </a:lnTo>
                <a:lnTo>
                  <a:pt x="337210" y="53492"/>
                </a:lnTo>
                <a:lnTo>
                  <a:pt x="338531" y="48209"/>
                </a:lnTo>
                <a:lnTo>
                  <a:pt x="343763" y="40817"/>
                </a:lnTo>
                <a:lnTo>
                  <a:pt x="347497" y="38976"/>
                </a:lnTo>
                <a:lnTo>
                  <a:pt x="357200" y="38976"/>
                </a:lnTo>
                <a:lnTo>
                  <a:pt x="360934" y="40817"/>
                </a:lnTo>
                <a:lnTo>
                  <a:pt x="366166" y="48209"/>
                </a:lnTo>
                <a:lnTo>
                  <a:pt x="367474" y="53492"/>
                </a:lnTo>
                <a:lnTo>
                  <a:pt x="367474" y="25984"/>
                </a:lnTo>
                <a:lnTo>
                  <a:pt x="365048" y="24523"/>
                </a:lnTo>
                <a:lnTo>
                  <a:pt x="359117" y="22987"/>
                </a:lnTo>
                <a:lnTo>
                  <a:pt x="345579" y="22987"/>
                </a:lnTo>
                <a:lnTo>
                  <a:pt x="318401" y="52806"/>
                </a:lnTo>
                <a:lnTo>
                  <a:pt x="318401" y="68021"/>
                </a:lnTo>
                <a:lnTo>
                  <a:pt x="345579" y="97840"/>
                </a:lnTo>
                <a:lnTo>
                  <a:pt x="359117" y="97840"/>
                </a:lnTo>
                <a:lnTo>
                  <a:pt x="365048" y="96316"/>
                </a:lnTo>
                <a:lnTo>
                  <a:pt x="375246" y="90208"/>
                </a:lnTo>
                <a:lnTo>
                  <a:pt x="379209" y="85864"/>
                </a:lnTo>
                <a:lnTo>
                  <a:pt x="381228" y="81864"/>
                </a:lnTo>
                <a:lnTo>
                  <a:pt x="384886" y="74625"/>
                </a:lnTo>
                <a:lnTo>
                  <a:pt x="386295" y="68021"/>
                </a:lnTo>
                <a:lnTo>
                  <a:pt x="386295" y="52806"/>
                </a:lnTo>
                <a:close/>
              </a:path>
              <a:path w="544195" h="98425">
                <a:moveTo>
                  <a:pt x="446049" y="0"/>
                </a:moveTo>
                <a:lnTo>
                  <a:pt x="427596" y="0"/>
                </a:lnTo>
                <a:lnTo>
                  <a:pt x="427596" y="15773"/>
                </a:lnTo>
                <a:lnTo>
                  <a:pt x="446049" y="15773"/>
                </a:lnTo>
                <a:lnTo>
                  <a:pt x="446049" y="0"/>
                </a:lnTo>
                <a:close/>
              </a:path>
              <a:path w="544195" h="98425">
                <a:moveTo>
                  <a:pt x="468909" y="81800"/>
                </a:moveTo>
                <a:lnTo>
                  <a:pt x="446316" y="81800"/>
                </a:lnTo>
                <a:lnTo>
                  <a:pt x="446316" y="39027"/>
                </a:lnTo>
                <a:lnTo>
                  <a:pt x="446316" y="31280"/>
                </a:lnTo>
                <a:lnTo>
                  <a:pt x="446316" y="24599"/>
                </a:lnTo>
                <a:lnTo>
                  <a:pt x="402869" y="24599"/>
                </a:lnTo>
                <a:lnTo>
                  <a:pt x="402869" y="39027"/>
                </a:lnTo>
                <a:lnTo>
                  <a:pt x="428129" y="39027"/>
                </a:lnTo>
                <a:lnTo>
                  <a:pt x="428129" y="81800"/>
                </a:lnTo>
                <a:lnTo>
                  <a:pt x="401535" y="81800"/>
                </a:lnTo>
                <a:lnTo>
                  <a:pt x="401535" y="96240"/>
                </a:lnTo>
                <a:lnTo>
                  <a:pt x="468909" y="96240"/>
                </a:lnTo>
                <a:lnTo>
                  <a:pt x="468909" y="81800"/>
                </a:lnTo>
                <a:close/>
              </a:path>
              <a:path w="544195" h="98425">
                <a:moveTo>
                  <a:pt x="544029" y="1333"/>
                </a:moveTo>
                <a:lnTo>
                  <a:pt x="525894" y="1333"/>
                </a:lnTo>
                <a:lnTo>
                  <a:pt x="525894" y="34366"/>
                </a:lnTo>
                <a:lnTo>
                  <a:pt x="525894" y="55803"/>
                </a:lnTo>
                <a:lnTo>
                  <a:pt x="525894" y="64960"/>
                </a:lnTo>
                <a:lnTo>
                  <a:pt x="525335" y="68313"/>
                </a:lnTo>
                <a:lnTo>
                  <a:pt x="513283" y="81864"/>
                </a:lnTo>
                <a:lnTo>
                  <a:pt x="505231" y="81864"/>
                </a:lnTo>
                <a:lnTo>
                  <a:pt x="501510" y="80010"/>
                </a:lnTo>
                <a:lnTo>
                  <a:pt x="496468" y="72593"/>
                </a:lnTo>
                <a:lnTo>
                  <a:pt x="495211" y="67297"/>
                </a:lnTo>
                <a:lnTo>
                  <a:pt x="495211" y="53505"/>
                </a:lnTo>
                <a:lnTo>
                  <a:pt x="496468" y="48209"/>
                </a:lnTo>
                <a:lnTo>
                  <a:pt x="501510" y="40817"/>
                </a:lnTo>
                <a:lnTo>
                  <a:pt x="505193" y="38976"/>
                </a:lnTo>
                <a:lnTo>
                  <a:pt x="513257" y="38976"/>
                </a:lnTo>
                <a:lnTo>
                  <a:pt x="525894" y="55803"/>
                </a:lnTo>
                <a:lnTo>
                  <a:pt x="525894" y="34366"/>
                </a:lnTo>
                <a:lnTo>
                  <a:pt x="508927" y="22987"/>
                </a:lnTo>
                <a:lnTo>
                  <a:pt x="499135" y="22987"/>
                </a:lnTo>
                <a:lnTo>
                  <a:pt x="494106" y="24472"/>
                </a:lnTo>
                <a:lnTo>
                  <a:pt x="485559" y="30365"/>
                </a:lnTo>
                <a:lnTo>
                  <a:pt x="482244" y="34632"/>
                </a:lnTo>
                <a:lnTo>
                  <a:pt x="477685" y="45504"/>
                </a:lnTo>
                <a:lnTo>
                  <a:pt x="477558" y="45783"/>
                </a:lnTo>
                <a:lnTo>
                  <a:pt x="476504" y="51892"/>
                </a:lnTo>
                <a:lnTo>
                  <a:pt x="476478" y="68834"/>
                </a:lnTo>
                <a:lnTo>
                  <a:pt x="477558" y="75057"/>
                </a:lnTo>
                <a:lnTo>
                  <a:pt x="482244" y="86207"/>
                </a:lnTo>
                <a:lnTo>
                  <a:pt x="485559" y="90474"/>
                </a:lnTo>
                <a:lnTo>
                  <a:pt x="494106" y="96367"/>
                </a:lnTo>
                <a:lnTo>
                  <a:pt x="499135" y="97840"/>
                </a:lnTo>
                <a:lnTo>
                  <a:pt x="509003" y="97840"/>
                </a:lnTo>
                <a:lnTo>
                  <a:pt x="526161" y="85153"/>
                </a:lnTo>
                <a:lnTo>
                  <a:pt x="526389" y="90474"/>
                </a:lnTo>
                <a:lnTo>
                  <a:pt x="526453" y="91808"/>
                </a:lnTo>
                <a:lnTo>
                  <a:pt x="526542" y="93929"/>
                </a:lnTo>
                <a:lnTo>
                  <a:pt x="526643" y="96240"/>
                </a:lnTo>
                <a:lnTo>
                  <a:pt x="544029" y="96240"/>
                </a:lnTo>
                <a:lnTo>
                  <a:pt x="544029" y="77228"/>
                </a:lnTo>
                <a:lnTo>
                  <a:pt x="544029" y="42405"/>
                </a:lnTo>
                <a:lnTo>
                  <a:pt x="544029" y="133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4" name="object 174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805127" y="5160519"/>
            <a:ext cx="459589" cy="62378"/>
          </a:xfrm>
          <a:prstGeom prst="rect">
            <a:avLst/>
          </a:prstGeom>
        </p:spPr>
      </p:pic>
      <p:grpSp>
        <p:nvGrpSpPr>
          <p:cNvPr id="175" name="object 175"/>
          <p:cNvGrpSpPr/>
          <p:nvPr/>
        </p:nvGrpSpPr>
        <p:grpSpPr>
          <a:xfrm>
            <a:off x="1341574" y="5140692"/>
            <a:ext cx="325120" cy="83185"/>
            <a:chOff x="1341574" y="5140692"/>
            <a:chExt cx="325120" cy="83185"/>
          </a:xfrm>
        </p:grpSpPr>
        <p:sp>
          <p:nvSpPr>
            <p:cNvPr id="176" name="object 176"/>
            <p:cNvSpPr/>
            <p:nvPr/>
          </p:nvSpPr>
          <p:spPr>
            <a:xfrm>
              <a:off x="1341564" y="5140693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40" h="83185">
                  <a:moveTo>
                    <a:pt x="57035" y="32905"/>
                  </a:moveTo>
                  <a:lnTo>
                    <a:pt x="55905" y="25539"/>
                  </a:lnTo>
                  <a:lnTo>
                    <a:pt x="51676" y="14046"/>
                  </a:lnTo>
                  <a:lnTo>
                    <a:pt x="51574" y="13766"/>
                  </a:lnTo>
                  <a:lnTo>
                    <a:pt x="51358" y="13169"/>
                  </a:lnTo>
                  <a:lnTo>
                    <a:pt x="48094" y="8394"/>
                  </a:lnTo>
                  <a:lnTo>
                    <a:pt x="40728" y="2590"/>
                  </a:lnTo>
                  <a:lnTo>
                    <a:pt x="40728" y="35318"/>
                  </a:lnTo>
                  <a:lnTo>
                    <a:pt x="40728" y="47459"/>
                  </a:lnTo>
                  <a:lnTo>
                    <a:pt x="31115" y="68618"/>
                  </a:lnTo>
                  <a:lnTo>
                    <a:pt x="25996" y="68618"/>
                  </a:lnTo>
                  <a:lnTo>
                    <a:pt x="23825" y="67627"/>
                  </a:lnTo>
                  <a:lnTo>
                    <a:pt x="20929" y="64465"/>
                  </a:lnTo>
                  <a:lnTo>
                    <a:pt x="39878" y="28740"/>
                  </a:lnTo>
                  <a:lnTo>
                    <a:pt x="40233" y="30238"/>
                  </a:lnTo>
                  <a:lnTo>
                    <a:pt x="40728" y="35318"/>
                  </a:lnTo>
                  <a:lnTo>
                    <a:pt x="40728" y="2590"/>
                  </a:lnTo>
                  <a:lnTo>
                    <a:pt x="39598" y="1689"/>
                  </a:lnTo>
                  <a:lnTo>
                    <a:pt x="36106" y="546"/>
                  </a:lnTo>
                  <a:lnTo>
                    <a:pt x="36106" y="18199"/>
                  </a:lnTo>
                  <a:lnTo>
                    <a:pt x="17145" y="53949"/>
                  </a:lnTo>
                  <a:lnTo>
                    <a:pt x="16802" y="52489"/>
                  </a:lnTo>
                  <a:lnTo>
                    <a:pt x="16306" y="47459"/>
                  </a:lnTo>
                  <a:lnTo>
                    <a:pt x="16306" y="35318"/>
                  </a:lnTo>
                  <a:lnTo>
                    <a:pt x="25996" y="14046"/>
                  </a:lnTo>
                  <a:lnTo>
                    <a:pt x="31115" y="14046"/>
                  </a:lnTo>
                  <a:lnTo>
                    <a:pt x="33312" y="15049"/>
                  </a:lnTo>
                  <a:lnTo>
                    <a:pt x="36106" y="18199"/>
                  </a:lnTo>
                  <a:lnTo>
                    <a:pt x="36106" y="546"/>
                  </a:lnTo>
                  <a:lnTo>
                    <a:pt x="34493" y="0"/>
                  </a:lnTo>
                  <a:lnTo>
                    <a:pt x="22580" y="0"/>
                  </a:lnTo>
                  <a:lnTo>
                    <a:pt x="0" y="32905"/>
                  </a:lnTo>
                  <a:lnTo>
                    <a:pt x="0" y="49949"/>
                  </a:lnTo>
                  <a:lnTo>
                    <a:pt x="22580" y="82651"/>
                  </a:lnTo>
                  <a:lnTo>
                    <a:pt x="34493" y="82651"/>
                  </a:lnTo>
                  <a:lnTo>
                    <a:pt x="51714" y="68618"/>
                  </a:lnTo>
                  <a:lnTo>
                    <a:pt x="55905" y="57289"/>
                  </a:lnTo>
                  <a:lnTo>
                    <a:pt x="57035" y="49949"/>
                  </a:lnTo>
                  <a:lnTo>
                    <a:pt x="57035" y="32905"/>
                  </a:lnTo>
                  <a:close/>
                </a:path>
                <a:path w="104140" h="83185">
                  <a:moveTo>
                    <a:pt x="104127" y="64071"/>
                  </a:moveTo>
                  <a:lnTo>
                    <a:pt x="86575" y="64071"/>
                  </a:lnTo>
                  <a:lnTo>
                    <a:pt x="86575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474571" y="5140692"/>
              <a:ext cx="192035" cy="82651"/>
            </a:xfrm>
            <a:prstGeom prst="rect">
              <a:avLst/>
            </a:prstGeom>
          </p:spPr>
        </p:pic>
      </p:grpSp>
      <p:sp>
        <p:nvSpPr>
          <p:cNvPr id="178" name="object 178"/>
          <p:cNvSpPr/>
          <p:nvPr/>
        </p:nvSpPr>
        <p:spPr>
          <a:xfrm>
            <a:off x="1739913" y="5184691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89">
                <a:moveTo>
                  <a:pt x="62377" y="0"/>
                </a:moveTo>
                <a:lnTo>
                  <a:pt x="0" y="0"/>
                </a:lnTo>
                <a:lnTo>
                  <a:pt x="0" y="8689"/>
                </a:lnTo>
                <a:lnTo>
                  <a:pt x="62377" y="8689"/>
                </a:lnTo>
                <a:lnTo>
                  <a:pt x="62377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9" name="object 179"/>
          <p:cNvGrpSpPr/>
          <p:nvPr/>
        </p:nvGrpSpPr>
        <p:grpSpPr>
          <a:xfrm>
            <a:off x="1873581" y="5142363"/>
            <a:ext cx="457200" cy="80645"/>
            <a:chOff x="1873581" y="5142363"/>
            <a:chExt cx="457200" cy="80645"/>
          </a:xfrm>
        </p:grpSpPr>
        <p:pic>
          <p:nvPicPr>
            <p:cNvPr id="180" name="object 180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873581" y="5142363"/>
              <a:ext cx="189363" cy="79198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082994" y="5142475"/>
              <a:ext cx="247286" cy="80422"/>
            </a:xfrm>
            <a:prstGeom prst="rect">
              <a:avLst/>
            </a:prstGeom>
          </p:spPr>
        </p:pic>
      </p:grpSp>
      <p:sp>
        <p:nvSpPr>
          <p:cNvPr id="182" name="object 182"/>
          <p:cNvSpPr/>
          <p:nvPr/>
        </p:nvSpPr>
        <p:spPr>
          <a:xfrm>
            <a:off x="2416048" y="5140693"/>
            <a:ext cx="517525" cy="83185"/>
          </a:xfrm>
          <a:custGeom>
            <a:avLst/>
            <a:gdLst/>
            <a:ahLst/>
            <a:cxnLst/>
            <a:rect l="l" t="t" r="r" b="b"/>
            <a:pathLst>
              <a:path w="517525" h="83185">
                <a:moveTo>
                  <a:pt x="51904" y="65646"/>
                </a:moveTo>
                <a:lnTo>
                  <a:pt x="51803" y="54584"/>
                </a:lnTo>
                <a:lnTo>
                  <a:pt x="51028" y="51612"/>
                </a:lnTo>
                <a:lnTo>
                  <a:pt x="47548" y="45974"/>
                </a:lnTo>
                <a:lnTo>
                  <a:pt x="46812" y="45339"/>
                </a:lnTo>
                <a:lnTo>
                  <a:pt x="45021" y="43776"/>
                </a:lnTo>
                <a:lnTo>
                  <a:pt x="41884" y="42303"/>
                </a:lnTo>
                <a:lnTo>
                  <a:pt x="41884" y="54584"/>
                </a:lnTo>
                <a:lnTo>
                  <a:pt x="41884" y="62826"/>
                </a:lnTo>
                <a:lnTo>
                  <a:pt x="40525" y="65951"/>
                </a:lnTo>
                <a:lnTo>
                  <a:pt x="35102" y="70408"/>
                </a:lnTo>
                <a:lnTo>
                  <a:pt x="30886" y="71513"/>
                </a:lnTo>
                <a:lnTo>
                  <a:pt x="9575" y="71513"/>
                </a:lnTo>
                <a:lnTo>
                  <a:pt x="9575" y="45339"/>
                </a:lnTo>
                <a:lnTo>
                  <a:pt x="30670" y="45339"/>
                </a:lnTo>
                <a:lnTo>
                  <a:pt x="34823" y="46532"/>
                </a:lnTo>
                <a:lnTo>
                  <a:pt x="40474" y="51282"/>
                </a:lnTo>
                <a:lnTo>
                  <a:pt x="41884" y="54584"/>
                </a:lnTo>
                <a:lnTo>
                  <a:pt x="41884" y="42303"/>
                </a:lnTo>
                <a:lnTo>
                  <a:pt x="38404" y="40665"/>
                </a:lnTo>
                <a:lnTo>
                  <a:pt x="35547" y="40093"/>
                </a:lnTo>
                <a:lnTo>
                  <a:pt x="36499" y="39878"/>
                </a:lnTo>
                <a:lnTo>
                  <a:pt x="36690" y="39878"/>
                </a:lnTo>
                <a:lnTo>
                  <a:pt x="42468" y="36842"/>
                </a:lnTo>
                <a:lnTo>
                  <a:pt x="43395" y="35979"/>
                </a:lnTo>
                <a:lnTo>
                  <a:pt x="44551" y="34912"/>
                </a:lnTo>
                <a:lnTo>
                  <a:pt x="47790" y="29603"/>
                </a:lnTo>
                <a:lnTo>
                  <a:pt x="48564" y="26670"/>
                </a:lnTo>
                <a:lnTo>
                  <a:pt x="48488" y="16522"/>
                </a:lnTo>
                <a:lnTo>
                  <a:pt x="46355" y="11442"/>
                </a:lnTo>
                <a:lnTo>
                  <a:pt x="46012" y="11137"/>
                </a:lnTo>
                <a:lnTo>
                  <a:pt x="38544" y="4622"/>
                </a:lnTo>
                <a:lnTo>
                  <a:pt x="38544" y="19608"/>
                </a:lnTo>
                <a:lnTo>
                  <a:pt x="38544" y="27559"/>
                </a:lnTo>
                <a:lnTo>
                  <a:pt x="37274" y="30594"/>
                </a:lnTo>
                <a:lnTo>
                  <a:pt x="32232" y="34912"/>
                </a:lnTo>
                <a:lnTo>
                  <a:pt x="28219" y="35979"/>
                </a:lnTo>
                <a:lnTo>
                  <a:pt x="9575" y="35979"/>
                </a:lnTo>
                <a:lnTo>
                  <a:pt x="9575" y="11137"/>
                </a:lnTo>
                <a:lnTo>
                  <a:pt x="28219" y="11137"/>
                </a:lnTo>
                <a:lnTo>
                  <a:pt x="32232" y="12217"/>
                </a:lnTo>
                <a:lnTo>
                  <a:pt x="37274" y="16522"/>
                </a:lnTo>
                <a:lnTo>
                  <a:pt x="38544" y="19608"/>
                </a:lnTo>
                <a:lnTo>
                  <a:pt x="38544" y="4622"/>
                </a:lnTo>
                <a:lnTo>
                  <a:pt x="37515" y="3721"/>
                </a:lnTo>
                <a:lnTo>
                  <a:pt x="30962" y="1790"/>
                </a:lnTo>
                <a:lnTo>
                  <a:pt x="0" y="1790"/>
                </a:lnTo>
                <a:lnTo>
                  <a:pt x="0" y="80873"/>
                </a:lnTo>
                <a:lnTo>
                  <a:pt x="33451" y="80873"/>
                </a:lnTo>
                <a:lnTo>
                  <a:pt x="40017" y="78905"/>
                </a:lnTo>
                <a:lnTo>
                  <a:pt x="48945" y="71513"/>
                </a:lnTo>
                <a:lnTo>
                  <a:pt x="49530" y="71031"/>
                </a:lnTo>
                <a:lnTo>
                  <a:pt x="51904" y="65646"/>
                </a:lnTo>
                <a:close/>
              </a:path>
              <a:path w="517525" h="83185">
                <a:moveTo>
                  <a:pt x="118071" y="1790"/>
                </a:moveTo>
                <a:lnTo>
                  <a:pt x="103593" y="1790"/>
                </a:lnTo>
                <a:lnTo>
                  <a:pt x="90220" y="57543"/>
                </a:lnTo>
                <a:lnTo>
                  <a:pt x="78994" y="10693"/>
                </a:lnTo>
                <a:lnTo>
                  <a:pt x="76860" y="1790"/>
                </a:lnTo>
                <a:lnTo>
                  <a:pt x="62382" y="1790"/>
                </a:lnTo>
                <a:lnTo>
                  <a:pt x="62382" y="80873"/>
                </a:lnTo>
                <a:lnTo>
                  <a:pt x="71958" y="80873"/>
                </a:lnTo>
                <a:lnTo>
                  <a:pt x="71958" y="14363"/>
                </a:lnTo>
                <a:lnTo>
                  <a:pt x="85991" y="71958"/>
                </a:lnTo>
                <a:lnTo>
                  <a:pt x="94462" y="71958"/>
                </a:lnTo>
                <a:lnTo>
                  <a:pt x="95707" y="66840"/>
                </a:lnTo>
                <a:lnTo>
                  <a:pt x="108496" y="14363"/>
                </a:lnTo>
                <a:lnTo>
                  <a:pt x="108496" y="80873"/>
                </a:lnTo>
                <a:lnTo>
                  <a:pt x="118071" y="80873"/>
                </a:lnTo>
                <a:lnTo>
                  <a:pt x="118071" y="10693"/>
                </a:lnTo>
                <a:lnTo>
                  <a:pt x="118071" y="1790"/>
                </a:lnTo>
                <a:close/>
              </a:path>
              <a:path w="517525" h="83185">
                <a:moveTo>
                  <a:pt x="184899" y="71513"/>
                </a:moveTo>
                <a:lnTo>
                  <a:pt x="141020" y="71513"/>
                </a:lnTo>
                <a:lnTo>
                  <a:pt x="141160" y="69507"/>
                </a:lnTo>
                <a:lnTo>
                  <a:pt x="168567" y="46786"/>
                </a:lnTo>
                <a:lnTo>
                  <a:pt x="172897" y="44081"/>
                </a:lnTo>
                <a:lnTo>
                  <a:pt x="179209" y="39027"/>
                </a:lnTo>
                <a:lnTo>
                  <a:pt x="181457" y="36296"/>
                </a:lnTo>
                <a:lnTo>
                  <a:pt x="184124" y="30429"/>
                </a:lnTo>
                <a:lnTo>
                  <a:pt x="184797" y="26962"/>
                </a:lnTo>
                <a:lnTo>
                  <a:pt x="184797" y="18427"/>
                </a:lnTo>
                <a:lnTo>
                  <a:pt x="164376" y="0"/>
                </a:lnTo>
                <a:lnTo>
                  <a:pt x="150406" y="0"/>
                </a:lnTo>
                <a:lnTo>
                  <a:pt x="143611" y="2311"/>
                </a:lnTo>
                <a:lnTo>
                  <a:pt x="133515" y="11518"/>
                </a:lnTo>
                <a:lnTo>
                  <a:pt x="130543" y="17678"/>
                </a:lnTo>
                <a:lnTo>
                  <a:pt x="129654" y="25400"/>
                </a:lnTo>
                <a:lnTo>
                  <a:pt x="139674" y="26073"/>
                </a:lnTo>
                <a:lnTo>
                  <a:pt x="140500" y="20726"/>
                </a:lnTo>
                <a:lnTo>
                  <a:pt x="142519" y="16598"/>
                </a:lnTo>
                <a:lnTo>
                  <a:pt x="148983" y="10807"/>
                </a:lnTo>
                <a:lnTo>
                  <a:pt x="153377" y="9359"/>
                </a:lnTo>
                <a:lnTo>
                  <a:pt x="162445" y="9359"/>
                </a:lnTo>
                <a:lnTo>
                  <a:pt x="174764" y="20421"/>
                </a:lnTo>
                <a:lnTo>
                  <a:pt x="174764" y="25844"/>
                </a:lnTo>
                <a:lnTo>
                  <a:pt x="151638" y="44704"/>
                </a:lnTo>
                <a:lnTo>
                  <a:pt x="145491" y="48831"/>
                </a:lnTo>
                <a:lnTo>
                  <a:pt x="136652" y="56997"/>
                </a:lnTo>
                <a:lnTo>
                  <a:pt x="133578" y="61290"/>
                </a:lnTo>
                <a:lnTo>
                  <a:pt x="130086" y="70269"/>
                </a:lnTo>
                <a:lnTo>
                  <a:pt x="129209" y="75298"/>
                </a:lnTo>
                <a:lnTo>
                  <a:pt x="129209" y="80873"/>
                </a:lnTo>
                <a:lnTo>
                  <a:pt x="184899" y="80873"/>
                </a:lnTo>
                <a:lnTo>
                  <a:pt x="184899" y="71513"/>
                </a:lnTo>
                <a:close/>
              </a:path>
              <a:path w="517525" h="83185">
                <a:moveTo>
                  <a:pt x="250621" y="50203"/>
                </a:moveTo>
                <a:lnTo>
                  <a:pt x="249567" y="45529"/>
                </a:lnTo>
                <a:lnTo>
                  <a:pt x="245376" y="37426"/>
                </a:lnTo>
                <a:lnTo>
                  <a:pt x="242366" y="34150"/>
                </a:lnTo>
                <a:lnTo>
                  <a:pt x="234721" y="29464"/>
                </a:lnTo>
                <a:lnTo>
                  <a:pt x="230276" y="28295"/>
                </a:lnTo>
                <a:lnTo>
                  <a:pt x="222923" y="28295"/>
                </a:lnTo>
                <a:lnTo>
                  <a:pt x="209651" y="34683"/>
                </a:lnTo>
                <a:lnTo>
                  <a:pt x="212534" y="11137"/>
                </a:lnTo>
                <a:lnTo>
                  <a:pt x="245833" y="11137"/>
                </a:lnTo>
                <a:lnTo>
                  <a:pt x="245833" y="1790"/>
                </a:lnTo>
                <a:lnTo>
                  <a:pt x="203733" y="1790"/>
                </a:lnTo>
                <a:lnTo>
                  <a:pt x="198577" y="45529"/>
                </a:lnTo>
                <a:lnTo>
                  <a:pt x="198501" y="46228"/>
                </a:lnTo>
                <a:lnTo>
                  <a:pt x="208737" y="46228"/>
                </a:lnTo>
                <a:lnTo>
                  <a:pt x="210007" y="43408"/>
                </a:lnTo>
                <a:lnTo>
                  <a:pt x="212064" y="41236"/>
                </a:lnTo>
                <a:lnTo>
                  <a:pt x="213779" y="40322"/>
                </a:lnTo>
                <a:lnTo>
                  <a:pt x="217779" y="38188"/>
                </a:lnTo>
                <a:lnTo>
                  <a:pt x="220776" y="37426"/>
                </a:lnTo>
                <a:lnTo>
                  <a:pt x="227380" y="37426"/>
                </a:lnTo>
                <a:lnTo>
                  <a:pt x="230428" y="38188"/>
                </a:lnTo>
                <a:lnTo>
                  <a:pt x="235343" y="41046"/>
                </a:lnTo>
                <a:lnTo>
                  <a:pt x="237261" y="43129"/>
                </a:lnTo>
                <a:lnTo>
                  <a:pt x="239928" y="48552"/>
                </a:lnTo>
                <a:lnTo>
                  <a:pt x="240601" y="51765"/>
                </a:lnTo>
                <a:lnTo>
                  <a:pt x="240601" y="61048"/>
                </a:lnTo>
                <a:lnTo>
                  <a:pt x="239242" y="64871"/>
                </a:lnTo>
                <a:lnTo>
                  <a:pt x="239026" y="65443"/>
                </a:lnTo>
                <a:lnTo>
                  <a:pt x="232892" y="71716"/>
                </a:lnTo>
                <a:lnTo>
                  <a:pt x="228790" y="73304"/>
                </a:lnTo>
                <a:lnTo>
                  <a:pt x="219138" y="73304"/>
                </a:lnTo>
                <a:lnTo>
                  <a:pt x="207276" y="60490"/>
                </a:lnTo>
                <a:lnTo>
                  <a:pt x="207187" y="59817"/>
                </a:lnTo>
                <a:lnTo>
                  <a:pt x="197154" y="60490"/>
                </a:lnTo>
                <a:lnTo>
                  <a:pt x="197472" y="64274"/>
                </a:lnTo>
                <a:lnTo>
                  <a:pt x="197523" y="64871"/>
                </a:lnTo>
                <a:lnTo>
                  <a:pt x="218541" y="82651"/>
                </a:lnTo>
                <a:lnTo>
                  <a:pt x="228942" y="82651"/>
                </a:lnTo>
                <a:lnTo>
                  <a:pt x="250545" y="61048"/>
                </a:lnTo>
                <a:lnTo>
                  <a:pt x="250621" y="50203"/>
                </a:lnTo>
                <a:close/>
              </a:path>
              <a:path w="517525" h="83185">
                <a:moveTo>
                  <a:pt x="317347" y="43675"/>
                </a:moveTo>
                <a:lnTo>
                  <a:pt x="295071" y="43675"/>
                </a:lnTo>
                <a:lnTo>
                  <a:pt x="295071" y="21386"/>
                </a:lnTo>
                <a:lnTo>
                  <a:pt x="286385" y="21386"/>
                </a:lnTo>
                <a:lnTo>
                  <a:pt x="286385" y="43675"/>
                </a:lnTo>
                <a:lnTo>
                  <a:pt x="264109" y="43675"/>
                </a:lnTo>
                <a:lnTo>
                  <a:pt x="264109" y="52362"/>
                </a:lnTo>
                <a:lnTo>
                  <a:pt x="286385" y="52362"/>
                </a:lnTo>
                <a:lnTo>
                  <a:pt x="286385" y="74637"/>
                </a:lnTo>
                <a:lnTo>
                  <a:pt x="295071" y="74637"/>
                </a:lnTo>
                <a:lnTo>
                  <a:pt x="295071" y="52362"/>
                </a:lnTo>
                <a:lnTo>
                  <a:pt x="317347" y="52362"/>
                </a:lnTo>
                <a:lnTo>
                  <a:pt x="317347" y="43675"/>
                </a:lnTo>
                <a:close/>
              </a:path>
              <a:path w="517525" h="83185">
                <a:moveTo>
                  <a:pt x="385406" y="1790"/>
                </a:moveTo>
                <a:lnTo>
                  <a:pt x="370928" y="1790"/>
                </a:lnTo>
                <a:lnTo>
                  <a:pt x="357555" y="57543"/>
                </a:lnTo>
                <a:lnTo>
                  <a:pt x="346329" y="10693"/>
                </a:lnTo>
                <a:lnTo>
                  <a:pt x="344195" y="1790"/>
                </a:lnTo>
                <a:lnTo>
                  <a:pt x="329717" y="1790"/>
                </a:lnTo>
                <a:lnTo>
                  <a:pt x="329717" y="80873"/>
                </a:lnTo>
                <a:lnTo>
                  <a:pt x="339293" y="80873"/>
                </a:lnTo>
                <a:lnTo>
                  <a:pt x="339293" y="14363"/>
                </a:lnTo>
                <a:lnTo>
                  <a:pt x="353326" y="71958"/>
                </a:lnTo>
                <a:lnTo>
                  <a:pt x="361797" y="71958"/>
                </a:lnTo>
                <a:lnTo>
                  <a:pt x="363042" y="66840"/>
                </a:lnTo>
                <a:lnTo>
                  <a:pt x="375831" y="14363"/>
                </a:lnTo>
                <a:lnTo>
                  <a:pt x="375831" y="80873"/>
                </a:lnTo>
                <a:lnTo>
                  <a:pt x="385406" y="80873"/>
                </a:lnTo>
                <a:lnTo>
                  <a:pt x="385406" y="10693"/>
                </a:lnTo>
                <a:lnTo>
                  <a:pt x="385406" y="1790"/>
                </a:lnTo>
                <a:close/>
              </a:path>
              <a:path w="517525" h="83185">
                <a:moveTo>
                  <a:pt x="452247" y="1790"/>
                </a:moveTo>
                <a:lnTo>
                  <a:pt x="437756" y="1790"/>
                </a:lnTo>
                <a:lnTo>
                  <a:pt x="424395" y="57543"/>
                </a:lnTo>
                <a:lnTo>
                  <a:pt x="413156" y="10693"/>
                </a:lnTo>
                <a:lnTo>
                  <a:pt x="411022" y="1790"/>
                </a:lnTo>
                <a:lnTo>
                  <a:pt x="396544" y="1790"/>
                </a:lnTo>
                <a:lnTo>
                  <a:pt x="396544" y="80873"/>
                </a:lnTo>
                <a:lnTo>
                  <a:pt x="406120" y="80873"/>
                </a:lnTo>
                <a:lnTo>
                  <a:pt x="406120" y="14363"/>
                </a:lnTo>
                <a:lnTo>
                  <a:pt x="420166" y="71958"/>
                </a:lnTo>
                <a:lnTo>
                  <a:pt x="428625" y="71958"/>
                </a:lnTo>
                <a:lnTo>
                  <a:pt x="429869" y="66840"/>
                </a:lnTo>
                <a:lnTo>
                  <a:pt x="442658" y="14363"/>
                </a:lnTo>
                <a:lnTo>
                  <a:pt x="442658" y="80873"/>
                </a:lnTo>
                <a:lnTo>
                  <a:pt x="452247" y="80873"/>
                </a:lnTo>
                <a:lnTo>
                  <a:pt x="452247" y="10693"/>
                </a:lnTo>
                <a:lnTo>
                  <a:pt x="452247" y="1790"/>
                </a:lnTo>
                <a:close/>
              </a:path>
              <a:path w="517525" h="83185">
                <a:moveTo>
                  <a:pt x="517296" y="80873"/>
                </a:moveTo>
                <a:lnTo>
                  <a:pt x="504113" y="43865"/>
                </a:lnTo>
                <a:lnTo>
                  <a:pt x="504418" y="43764"/>
                </a:lnTo>
                <a:lnTo>
                  <a:pt x="504812" y="43637"/>
                </a:lnTo>
                <a:lnTo>
                  <a:pt x="505117" y="43446"/>
                </a:lnTo>
                <a:lnTo>
                  <a:pt x="510159" y="40360"/>
                </a:lnTo>
                <a:lnTo>
                  <a:pt x="510857" y="39662"/>
                </a:lnTo>
                <a:lnTo>
                  <a:pt x="512356" y="38112"/>
                </a:lnTo>
                <a:lnTo>
                  <a:pt x="515772" y="32397"/>
                </a:lnTo>
                <a:lnTo>
                  <a:pt x="516623" y="29121"/>
                </a:lnTo>
                <a:lnTo>
                  <a:pt x="516623" y="18046"/>
                </a:lnTo>
                <a:lnTo>
                  <a:pt x="514248" y="12369"/>
                </a:lnTo>
                <a:lnTo>
                  <a:pt x="512902" y="11137"/>
                </a:lnTo>
                <a:lnTo>
                  <a:pt x="506603" y="5664"/>
                </a:lnTo>
                <a:lnTo>
                  <a:pt x="506603" y="20802"/>
                </a:lnTo>
                <a:lnTo>
                  <a:pt x="506603" y="29933"/>
                </a:lnTo>
                <a:lnTo>
                  <a:pt x="505155" y="33439"/>
                </a:lnTo>
                <a:lnTo>
                  <a:pt x="499364" y="38417"/>
                </a:lnTo>
                <a:lnTo>
                  <a:pt x="495160" y="39662"/>
                </a:lnTo>
                <a:lnTo>
                  <a:pt x="475183" y="39662"/>
                </a:lnTo>
                <a:lnTo>
                  <a:pt x="475183" y="11137"/>
                </a:lnTo>
                <a:lnTo>
                  <a:pt x="495160" y="11137"/>
                </a:lnTo>
                <a:lnTo>
                  <a:pt x="499364" y="12369"/>
                </a:lnTo>
                <a:lnTo>
                  <a:pt x="505155" y="17272"/>
                </a:lnTo>
                <a:lnTo>
                  <a:pt x="506603" y="20802"/>
                </a:lnTo>
                <a:lnTo>
                  <a:pt x="506603" y="5664"/>
                </a:lnTo>
                <a:lnTo>
                  <a:pt x="504558" y="3886"/>
                </a:lnTo>
                <a:lnTo>
                  <a:pt x="497979" y="1790"/>
                </a:lnTo>
                <a:lnTo>
                  <a:pt x="465607" y="1790"/>
                </a:lnTo>
                <a:lnTo>
                  <a:pt x="465607" y="80873"/>
                </a:lnTo>
                <a:lnTo>
                  <a:pt x="475183" y="80873"/>
                </a:lnTo>
                <a:lnTo>
                  <a:pt x="475183" y="49022"/>
                </a:lnTo>
                <a:lnTo>
                  <a:pt x="495084" y="49022"/>
                </a:lnTo>
                <a:lnTo>
                  <a:pt x="498487" y="49466"/>
                </a:lnTo>
                <a:lnTo>
                  <a:pt x="498043" y="49466"/>
                </a:lnTo>
                <a:lnTo>
                  <a:pt x="501713" y="50774"/>
                </a:lnTo>
                <a:lnTo>
                  <a:pt x="503161" y="51892"/>
                </a:lnTo>
                <a:lnTo>
                  <a:pt x="505015" y="54940"/>
                </a:lnTo>
                <a:lnTo>
                  <a:pt x="505599" y="56921"/>
                </a:lnTo>
                <a:lnTo>
                  <a:pt x="507707" y="80873"/>
                </a:lnTo>
                <a:lnTo>
                  <a:pt x="517296" y="8087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3" name="object 183"/>
          <p:cNvGrpSpPr/>
          <p:nvPr/>
        </p:nvGrpSpPr>
        <p:grpSpPr>
          <a:xfrm>
            <a:off x="2617666" y="5142363"/>
            <a:ext cx="3124835" cy="242570"/>
            <a:chOff x="2617666" y="5142363"/>
            <a:chExt cx="3124835" cy="242570"/>
          </a:xfrm>
        </p:grpSpPr>
        <p:pic>
          <p:nvPicPr>
            <p:cNvPr id="184" name="object 184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3013547" y="5142363"/>
              <a:ext cx="387192" cy="97243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087185" y="5148711"/>
              <a:ext cx="451130" cy="74185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5573961" y="5207971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6014" y="13590"/>
                  </a:lnTo>
                  <a:lnTo>
                    <a:pt x="0" y="31635"/>
                  </a:lnTo>
                  <a:lnTo>
                    <a:pt x="6682" y="31635"/>
                  </a:lnTo>
                  <a:lnTo>
                    <a:pt x="13366" y="12476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3417447" y="5142363"/>
              <a:ext cx="1723650" cy="240714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2617666" y="5287281"/>
              <a:ext cx="715125" cy="97132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5219065" y="5287174"/>
              <a:ext cx="523240" cy="96520"/>
            </a:xfrm>
            <a:custGeom>
              <a:avLst/>
              <a:gdLst/>
              <a:ahLst/>
              <a:cxnLst/>
              <a:rect l="l" t="t" r="r" b="b"/>
              <a:pathLst>
                <a:path w="523239" h="96520">
                  <a:moveTo>
                    <a:pt x="56349" y="79019"/>
                  </a:moveTo>
                  <a:lnTo>
                    <a:pt x="55245" y="79019"/>
                  </a:lnTo>
                  <a:lnTo>
                    <a:pt x="55245" y="70954"/>
                  </a:lnTo>
                  <a:lnTo>
                    <a:pt x="50279" y="70954"/>
                  </a:lnTo>
                  <a:lnTo>
                    <a:pt x="49390" y="70700"/>
                  </a:lnTo>
                  <a:lnTo>
                    <a:pt x="48234" y="69697"/>
                  </a:lnTo>
                  <a:lnTo>
                    <a:pt x="47942" y="68859"/>
                  </a:lnTo>
                  <a:lnTo>
                    <a:pt x="47904" y="67170"/>
                  </a:lnTo>
                  <a:lnTo>
                    <a:pt x="47904" y="50685"/>
                  </a:lnTo>
                  <a:lnTo>
                    <a:pt x="47904" y="35382"/>
                  </a:lnTo>
                  <a:lnTo>
                    <a:pt x="45935" y="29502"/>
                  </a:lnTo>
                  <a:lnTo>
                    <a:pt x="44310" y="27736"/>
                  </a:lnTo>
                  <a:lnTo>
                    <a:pt x="38061" y="20955"/>
                  </a:lnTo>
                  <a:lnTo>
                    <a:pt x="32524" y="18821"/>
                  </a:lnTo>
                  <a:lnTo>
                    <a:pt x="18719" y="18821"/>
                  </a:lnTo>
                  <a:lnTo>
                    <a:pt x="13271" y="20548"/>
                  </a:lnTo>
                  <a:lnTo>
                    <a:pt x="4889" y="27457"/>
                  </a:lnTo>
                  <a:lnTo>
                    <a:pt x="2235" y="31965"/>
                  </a:lnTo>
                  <a:lnTo>
                    <a:pt x="1104" y="37617"/>
                  </a:lnTo>
                  <a:lnTo>
                    <a:pt x="2070" y="37617"/>
                  </a:lnTo>
                  <a:lnTo>
                    <a:pt x="11023" y="38315"/>
                  </a:lnTo>
                  <a:lnTo>
                    <a:pt x="11798" y="35382"/>
                  </a:lnTo>
                  <a:lnTo>
                    <a:pt x="11925" y="34899"/>
                  </a:lnTo>
                  <a:lnTo>
                    <a:pt x="13512" y="32283"/>
                  </a:lnTo>
                  <a:lnTo>
                    <a:pt x="18122" y="28651"/>
                  </a:lnTo>
                  <a:lnTo>
                    <a:pt x="21310" y="27736"/>
                  </a:lnTo>
                  <a:lnTo>
                    <a:pt x="29629" y="27736"/>
                  </a:lnTo>
                  <a:lnTo>
                    <a:pt x="32880" y="28968"/>
                  </a:lnTo>
                  <a:lnTo>
                    <a:pt x="37414" y="33858"/>
                  </a:lnTo>
                  <a:lnTo>
                    <a:pt x="38544" y="37617"/>
                  </a:lnTo>
                  <a:lnTo>
                    <a:pt x="38544" y="42659"/>
                  </a:lnTo>
                  <a:lnTo>
                    <a:pt x="38544" y="50685"/>
                  </a:lnTo>
                  <a:lnTo>
                    <a:pt x="24511" y="72288"/>
                  </a:lnTo>
                  <a:lnTo>
                    <a:pt x="17157" y="72288"/>
                  </a:lnTo>
                  <a:lnTo>
                    <a:pt x="14795" y="71602"/>
                  </a:lnTo>
                  <a:lnTo>
                    <a:pt x="14630" y="71602"/>
                  </a:lnTo>
                  <a:lnTo>
                    <a:pt x="10744" y="68491"/>
                  </a:lnTo>
                  <a:lnTo>
                    <a:pt x="9804" y="66357"/>
                  </a:lnTo>
                  <a:lnTo>
                    <a:pt x="9804" y="61150"/>
                  </a:lnTo>
                  <a:lnTo>
                    <a:pt x="10477" y="59448"/>
                  </a:lnTo>
                  <a:lnTo>
                    <a:pt x="10579" y="59169"/>
                  </a:lnTo>
                  <a:lnTo>
                    <a:pt x="13703" y="56121"/>
                  </a:lnTo>
                  <a:lnTo>
                    <a:pt x="16484" y="54991"/>
                  </a:lnTo>
                  <a:lnTo>
                    <a:pt x="20497" y="54241"/>
                  </a:lnTo>
                  <a:lnTo>
                    <a:pt x="38544" y="50685"/>
                  </a:lnTo>
                  <a:lnTo>
                    <a:pt x="38544" y="42659"/>
                  </a:lnTo>
                  <a:lnTo>
                    <a:pt x="12255" y="47929"/>
                  </a:lnTo>
                  <a:lnTo>
                    <a:pt x="7518" y="49961"/>
                  </a:lnTo>
                  <a:lnTo>
                    <a:pt x="1511" y="55524"/>
                  </a:lnTo>
                  <a:lnTo>
                    <a:pt x="101" y="59169"/>
                  </a:lnTo>
                  <a:lnTo>
                    <a:pt x="0" y="67691"/>
                  </a:lnTo>
                  <a:lnTo>
                    <a:pt x="850" y="70497"/>
                  </a:lnTo>
                  <a:lnTo>
                    <a:pt x="4267" y="75323"/>
                  </a:lnTo>
                  <a:lnTo>
                    <a:pt x="6616" y="77190"/>
                  </a:lnTo>
                  <a:lnTo>
                    <a:pt x="12750" y="79959"/>
                  </a:lnTo>
                  <a:lnTo>
                    <a:pt x="13017" y="79959"/>
                  </a:lnTo>
                  <a:lnTo>
                    <a:pt x="15887" y="80530"/>
                  </a:lnTo>
                  <a:lnTo>
                    <a:pt x="23025" y="80530"/>
                  </a:lnTo>
                  <a:lnTo>
                    <a:pt x="26212" y="79959"/>
                  </a:lnTo>
                  <a:lnTo>
                    <a:pt x="32156" y="77660"/>
                  </a:lnTo>
                  <a:lnTo>
                    <a:pt x="34620" y="76060"/>
                  </a:lnTo>
                  <a:lnTo>
                    <a:pt x="38125" y="72428"/>
                  </a:lnTo>
                  <a:lnTo>
                    <a:pt x="38252" y="72288"/>
                  </a:lnTo>
                  <a:lnTo>
                    <a:pt x="38557" y="71983"/>
                  </a:lnTo>
                  <a:lnTo>
                    <a:pt x="38760" y="71602"/>
                  </a:lnTo>
                  <a:lnTo>
                    <a:pt x="38696" y="70497"/>
                  </a:lnTo>
                  <a:lnTo>
                    <a:pt x="38798" y="70954"/>
                  </a:lnTo>
                  <a:lnTo>
                    <a:pt x="38887" y="71386"/>
                  </a:lnTo>
                  <a:lnTo>
                    <a:pt x="39103" y="70967"/>
                  </a:lnTo>
                  <a:lnTo>
                    <a:pt x="39103" y="72428"/>
                  </a:lnTo>
                  <a:lnTo>
                    <a:pt x="40881" y="76060"/>
                  </a:lnTo>
                  <a:lnTo>
                    <a:pt x="42202" y="77381"/>
                  </a:lnTo>
                  <a:lnTo>
                    <a:pt x="45694" y="79019"/>
                  </a:lnTo>
                  <a:lnTo>
                    <a:pt x="47828" y="79425"/>
                  </a:lnTo>
                  <a:lnTo>
                    <a:pt x="53924" y="79425"/>
                  </a:lnTo>
                  <a:lnTo>
                    <a:pt x="56349" y="79019"/>
                  </a:lnTo>
                  <a:close/>
                </a:path>
                <a:path w="523239" h="96520">
                  <a:moveTo>
                    <a:pt x="120967" y="58928"/>
                  </a:moveTo>
                  <a:lnTo>
                    <a:pt x="111163" y="58254"/>
                  </a:lnTo>
                  <a:lnTo>
                    <a:pt x="110274" y="62712"/>
                  </a:lnTo>
                  <a:lnTo>
                    <a:pt x="108445" y="66052"/>
                  </a:lnTo>
                  <a:lnTo>
                    <a:pt x="102870" y="70510"/>
                  </a:lnTo>
                  <a:lnTo>
                    <a:pt x="99580" y="71628"/>
                  </a:lnTo>
                  <a:lnTo>
                    <a:pt x="90373" y="71628"/>
                  </a:lnTo>
                  <a:lnTo>
                    <a:pt x="86118" y="69672"/>
                  </a:lnTo>
                  <a:lnTo>
                    <a:pt x="79959" y="61874"/>
                  </a:lnTo>
                  <a:lnTo>
                    <a:pt x="78422" y="56515"/>
                  </a:lnTo>
                  <a:lnTo>
                    <a:pt x="78422" y="42849"/>
                  </a:lnTo>
                  <a:lnTo>
                    <a:pt x="79959" y="37477"/>
                  </a:lnTo>
                  <a:lnTo>
                    <a:pt x="86118" y="29692"/>
                  </a:lnTo>
                  <a:lnTo>
                    <a:pt x="90373" y="27736"/>
                  </a:lnTo>
                  <a:lnTo>
                    <a:pt x="99580" y="27736"/>
                  </a:lnTo>
                  <a:lnTo>
                    <a:pt x="102793" y="28790"/>
                  </a:lnTo>
                  <a:lnTo>
                    <a:pt x="108064" y="33032"/>
                  </a:lnTo>
                  <a:lnTo>
                    <a:pt x="109829" y="36055"/>
                  </a:lnTo>
                  <a:lnTo>
                    <a:pt x="110718" y="39992"/>
                  </a:lnTo>
                  <a:lnTo>
                    <a:pt x="120523" y="39319"/>
                  </a:lnTo>
                  <a:lnTo>
                    <a:pt x="100177" y="18821"/>
                  </a:lnTo>
                  <a:lnTo>
                    <a:pt x="90297" y="18821"/>
                  </a:lnTo>
                  <a:lnTo>
                    <a:pt x="68618" y="43446"/>
                  </a:lnTo>
                  <a:lnTo>
                    <a:pt x="68618" y="55918"/>
                  </a:lnTo>
                  <a:lnTo>
                    <a:pt x="90297" y="80530"/>
                  </a:lnTo>
                  <a:lnTo>
                    <a:pt x="95796" y="80530"/>
                  </a:lnTo>
                  <a:lnTo>
                    <a:pt x="100177" y="80530"/>
                  </a:lnTo>
                  <a:lnTo>
                    <a:pt x="120154" y="63309"/>
                  </a:lnTo>
                  <a:lnTo>
                    <a:pt x="120967" y="58928"/>
                  </a:lnTo>
                  <a:close/>
                </a:path>
                <a:path w="523239" h="96520">
                  <a:moveTo>
                    <a:pt x="185572" y="20167"/>
                  </a:moveTo>
                  <a:lnTo>
                    <a:pt x="162077" y="20167"/>
                  </a:lnTo>
                  <a:lnTo>
                    <a:pt x="162077" y="6350"/>
                  </a:lnTo>
                  <a:lnTo>
                    <a:pt x="152717" y="6350"/>
                  </a:lnTo>
                  <a:lnTo>
                    <a:pt x="152717" y="20167"/>
                  </a:lnTo>
                  <a:lnTo>
                    <a:pt x="133223" y="20167"/>
                  </a:lnTo>
                  <a:lnTo>
                    <a:pt x="133223" y="28409"/>
                  </a:lnTo>
                  <a:lnTo>
                    <a:pt x="152717" y="28409"/>
                  </a:lnTo>
                  <a:lnTo>
                    <a:pt x="152717" y="68427"/>
                  </a:lnTo>
                  <a:lnTo>
                    <a:pt x="154127" y="72517"/>
                  </a:lnTo>
                  <a:lnTo>
                    <a:pt x="159766" y="77863"/>
                  </a:lnTo>
                  <a:lnTo>
                    <a:pt x="164045" y="79197"/>
                  </a:lnTo>
                  <a:lnTo>
                    <a:pt x="185572" y="79197"/>
                  </a:lnTo>
                  <a:lnTo>
                    <a:pt x="185572" y="70954"/>
                  </a:lnTo>
                  <a:lnTo>
                    <a:pt x="167157" y="70954"/>
                  </a:lnTo>
                  <a:lnTo>
                    <a:pt x="165227" y="70307"/>
                  </a:lnTo>
                  <a:lnTo>
                    <a:pt x="162699" y="67703"/>
                  </a:lnTo>
                  <a:lnTo>
                    <a:pt x="162077" y="65684"/>
                  </a:lnTo>
                  <a:lnTo>
                    <a:pt x="162077" y="28409"/>
                  </a:lnTo>
                  <a:lnTo>
                    <a:pt x="185572" y="28409"/>
                  </a:lnTo>
                  <a:lnTo>
                    <a:pt x="185572" y="20167"/>
                  </a:lnTo>
                  <a:close/>
                </a:path>
                <a:path w="523239" h="96520">
                  <a:moveTo>
                    <a:pt x="236042" y="0"/>
                  </a:moveTo>
                  <a:lnTo>
                    <a:pt x="226237" y="0"/>
                  </a:lnTo>
                  <a:lnTo>
                    <a:pt x="226237" y="10922"/>
                  </a:lnTo>
                  <a:lnTo>
                    <a:pt x="236042" y="10922"/>
                  </a:lnTo>
                  <a:lnTo>
                    <a:pt x="236042" y="0"/>
                  </a:lnTo>
                  <a:close/>
                </a:path>
                <a:path w="523239" h="96520">
                  <a:moveTo>
                    <a:pt x="256870" y="70954"/>
                  </a:moveTo>
                  <a:lnTo>
                    <a:pt x="236486" y="70954"/>
                  </a:lnTo>
                  <a:lnTo>
                    <a:pt x="236486" y="28409"/>
                  </a:lnTo>
                  <a:lnTo>
                    <a:pt x="236486" y="23837"/>
                  </a:lnTo>
                  <a:lnTo>
                    <a:pt x="236486" y="20167"/>
                  </a:lnTo>
                  <a:lnTo>
                    <a:pt x="204508" y="20167"/>
                  </a:lnTo>
                  <a:lnTo>
                    <a:pt x="204508" y="28409"/>
                  </a:lnTo>
                  <a:lnTo>
                    <a:pt x="227126" y="28409"/>
                  </a:lnTo>
                  <a:lnTo>
                    <a:pt x="227126" y="70954"/>
                  </a:lnTo>
                  <a:lnTo>
                    <a:pt x="203403" y="70954"/>
                  </a:lnTo>
                  <a:lnTo>
                    <a:pt x="203403" y="79197"/>
                  </a:lnTo>
                  <a:lnTo>
                    <a:pt x="256870" y="79197"/>
                  </a:lnTo>
                  <a:lnTo>
                    <a:pt x="256870" y="70954"/>
                  </a:lnTo>
                  <a:close/>
                </a:path>
                <a:path w="523239" h="96520">
                  <a:moveTo>
                    <a:pt x="322592" y="20167"/>
                  </a:moveTo>
                  <a:lnTo>
                    <a:pt x="312343" y="20167"/>
                  </a:lnTo>
                  <a:lnTo>
                    <a:pt x="294741" y="69621"/>
                  </a:lnTo>
                  <a:lnTo>
                    <a:pt x="277139" y="20167"/>
                  </a:lnTo>
                  <a:lnTo>
                    <a:pt x="266890" y="20167"/>
                  </a:lnTo>
                  <a:lnTo>
                    <a:pt x="288836" y="79197"/>
                  </a:lnTo>
                  <a:lnTo>
                    <a:pt x="300647" y="79197"/>
                  </a:lnTo>
                  <a:lnTo>
                    <a:pt x="322592" y="20167"/>
                  </a:lnTo>
                  <a:close/>
                </a:path>
                <a:path w="523239" h="96520">
                  <a:moveTo>
                    <a:pt x="387972" y="43180"/>
                  </a:moveTo>
                  <a:lnTo>
                    <a:pt x="387108" y="38836"/>
                  </a:lnTo>
                  <a:lnTo>
                    <a:pt x="387070" y="38620"/>
                  </a:lnTo>
                  <a:lnTo>
                    <a:pt x="386943" y="38023"/>
                  </a:lnTo>
                  <a:lnTo>
                    <a:pt x="386854" y="37579"/>
                  </a:lnTo>
                  <a:lnTo>
                    <a:pt x="382409" y="28371"/>
                  </a:lnTo>
                  <a:lnTo>
                    <a:pt x="381850" y="27736"/>
                  </a:lnTo>
                  <a:lnTo>
                    <a:pt x="379323" y="24853"/>
                  </a:lnTo>
                  <a:lnTo>
                    <a:pt x="377723" y="23876"/>
                  </a:lnTo>
                  <a:lnTo>
                    <a:pt x="377723" y="44335"/>
                  </a:lnTo>
                  <a:lnTo>
                    <a:pt x="344970" y="44335"/>
                  </a:lnTo>
                  <a:lnTo>
                    <a:pt x="345795" y="38836"/>
                  </a:lnTo>
                  <a:lnTo>
                    <a:pt x="347662" y="34696"/>
                  </a:lnTo>
                  <a:lnTo>
                    <a:pt x="353529" y="29133"/>
                  </a:lnTo>
                  <a:lnTo>
                    <a:pt x="357263" y="27736"/>
                  </a:lnTo>
                  <a:lnTo>
                    <a:pt x="366179" y="27736"/>
                  </a:lnTo>
                  <a:lnTo>
                    <a:pt x="377723" y="44335"/>
                  </a:lnTo>
                  <a:lnTo>
                    <a:pt x="377723" y="23876"/>
                  </a:lnTo>
                  <a:lnTo>
                    <a:pt x="371576" y="20104"/>
                  </a:lnTo>
                  <a:lnTo>
                    <a:pt x="371729" y="20104"/>
                  </a:lnTo>
                  <a:lnTo>
                    <a:pt x="366915" y="18821"/>
                  </a:lnTo>
                  <a:lnTo>
                    <a:pt x="356374" y="18821"/>
                  </a:lnTo>
                  <a:lnTo>
                    <a:pt x="351675" y="20104"/>
                  </a:lnTo>
                  <a:lnTo>
                    <a:pt x="335178" y="55918"/>
                  </a:lnTo>
                  <a:lnTo>
                    <a:pt x="336270" y="61353"/>
                  </a:lnTo>
                  <a:lnTo>
                    <a:pt x="356666" y="80530"/>
                  </a:lnTo>
                  <a:lnTo>
                    <a:pt x="368477" y="80530"/>
                  </a:lnTo>
                  <a:lnTo>
                    <a:pt x="386969" y="62496"/>
                  </a:lnTo>
                  <a:lnTo>
                    <a:pt x="376948" y="61709"/>
                  </a:lnTo>
                  <a:lnTo>
                    <a:pt x="375983" y="64681"/>
                  </a:lnTo>
                  <a:lnTo>
                    <a:pt x="374256" y="67081"/>
                  </a:lnTo>
                  <a:lnTo>
                    <a:pt x="369277" y="70713"/>
                  </a:lnTo>
                  <a:lnTo>
                    <a:pt x="366102" y="71628"/>
                  </a:lnTo>
                  <a:lnTo>
                    <a:pt x="357124" y="71628"/>
                  </a:lnTo>
                  <a:lnTo>
                    <a:pt x="353047" y="70027"/>
                  </a:lnTo>
                  <a:lnTo>
                    <a:pt x="347040" y="63639"/>
                  </a:lnTo>
                  <a:lnTo>
                    <a:pt x="345351" y="58889"/>
                  </a:lnTo>
                  <a:lnTo>
                    <a:pt x="344970" y="52578"/>
                  </a:lnTo>
                  <a:lnTo>
                    <a:pt x="387972" y="52578"/>
                  </a:lnTo>
                  <a:lnTo>
                    <a:pt x="387972" y="44335"/>
                  </a:lnTo>
                  <a:lnTo>
                    <a:pt x="387972" y="43180"/>
                  </a:lnTo>
                  <a:close/>
                </a:path>
                <a:path w="523239" h="96520">
                  <a:moveTo>
                    <a:pt x="455142" y="70954"/>
                  </a:moveTo>
                  <a:lnTo>
                    <a:pt x="434759" y="70954"/>
                  </a:lnTo>
                  <a:lnTo>
                    <a:pt x="434759" y="11176"/>
                  </a:lnTo>
                  <a:lnTo>
                    <a:pt x="433362" y="7073"/>
                  </a:lnTo>
                  <a:lnTo>
                    <a:pt x="427799" y="1498"/>
                  </a:lnTo>
                  <a:lnTo>
                    <a:pt x="423697" y="114"/>
                  </a:lnTo>
                  <a:lnTo>
                    <a:pt x="403898" y="114"/>
                  </a:lnTo>
                  <a:lnTo>
                    <a:pt x="403898" y="8356"/>
                  </a:lnTo>
                  <a:lnTo>
                    <a:pt x="420204" y="8356"/>
                  </a:lnTo>
                  <a:lnTo>
                    <a:pt x="422059" y="9029"/>
                  </a:lnTo>
                  <a:lnTo>
                    <a:pt x="424726" y="11696"/>
                  </a:lnTo>
                  <a:lnTo>
                    <a:pt x="425399" y="13550"/>
                  </a:lnTo>
                  <a:lnTo>
                    <a:pt x="425399" y="70954"/>
                  </a:lnTo>
                  <a:lnTo>
                    <a:pt x="401675" y="70954"/>
                  </a:lnTo>
                  <a:lnTo>
                    <a:pt x="401675" y="79197"/>
                  </a:lnTo>
                  <a:lnTo>
                    <a:pt x="455142" y="79197"/>
                  </a:lnTo>
                  <a:lnTo>
                    <a:pt x="455142" y="75857"/>
                  </a:lnTo>
                  <a:lnTo>
                    <a:pt x="455142" y="70954"/>
                  </a:lnTo>
                  <a:close/>
                </a:path>
                <a:path w="523239" h="96520">
                  <a:moveTo>
                    <a:pt x="522871" y="20167"/>
                  </a:moveTo>
                  <a:lnTo>
                    <a:pt x="512622" y="20167"/>
                  </a:lnTo>
                  <a:lnTo>
                    <a:pt x="495795" y="69392"/>
                  </a:lnTo>
                  <a:lnTo>
                    <a:pt x="477862" y="20167"/>
                  </a:lnTo>
                  <a:lnTo>
                    <a:pt x="467614" y="20167"/>
                  </a:lnTo>
                  <a:lnTo>
                    <a:pt x="489559" y="78079"/>
                  </a:lnTo>
                  <a:lnTo>
                    <a:pt x="492785" y="78079"/>
                  </a:lnTo>
                  <a:lnTo>
                    <a:pt x="490156" y="85064"/>
                  </a:lnTo>
                  <a:lnTo>
                    <a:pt x="489394" y="86093"/>
                  </a:lnTo>
                  <a:lnTo>
                    <a:pt x="487387" y="87350"/>
                  </a:lnTo>
                  <a:lnTo>
                    <a:pt x="485851" y="87668"/>
                  </a:lnTo>
                  <a:lnTo>
                    <a:pt x="476973" y="87668"/>
                  </a:lnTo>
                  <a:lnTo>
                    <a:pt x="476973" y="95910"/>
                  </a:lnTo>
                  <a:lnTo>
                    <a:pt x="488594" y="95910"/>
                  </a:lnTo>
                  <a:lnTo>
                    <a:pt x="491680" y="95161"/>
                  </a:lnTo>
                  <a:lnTo>
                    <a:pt x="496138" y="92189"/>
                  </a:lnTo>
                  <a:lnTo>
                    <a:pt x="497801" y="89852"/>
                  </a:lnTo>
                  <a:lnTo>
                    <a:pt x="522871" y="2016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0" name="object 190"/>
          <p:cNvGrpSpPr/>
          <p:nvPr/>
        </p:nvGrpSpPr>
        <p:grpSpPr>
          <a:xfrm>
            <a:off x="5686464" y="5142475"/>
            <a:ext cx="187960" cy="80645"/>
            <a:chOff x="5686464" y="5142475"/>
            <a:chExt cx="187960" cy="80645"/>
          </a:xfrm>
        </p:grpSpPr>
        <p:sp>
          <p:nvSpPr>
            <p:cNvPr id="191" name="object 191"/>
            <p:cNvSpPr/>
            <p:nvPr/>
          </p:nvSpPr>
          <p:spPr>
            <a:xfrm>
              <a:off x="5686464" y="5148712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2" name="object 192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758868" y="5142475"/>
              <a:ext cx="115511" cy="80422"/>
            </a:xfrm>
            <a:prstGeom prst="rect">
              <a:avLst/>
            </a:prstGeom>
          </p:spPr>
        </p:pic>
      </p:grpSp>
      <p:grpSp>
        <p:nvGrpSpPr>
          <p:cNvPr id="193" name="object 193"/>
          <p:cNvGrpSpPr/>
          <p:nvPr/>
        </p:nvGrpSpPr>
        <p:grpSpPr>
          <a:xfrm>
            <a:off x="808788" y="5287281"/>
            <a:ext cx="1704339" cy="241935"/>
            <a:chOff x="808788" y="5287281"/>
            <a:chExt cx="1704339" cy="241935"/>
          </a:xfrm>
        </p:grpSpPr>
        <p:sp>
          <p:nvSpPr>
            <p:cNvPr id="194" name="object 194"/>
            <p:cNvSpPr/>
            <p:nvPr/>
          </p:nvSpPr>
          <p:spPr>
            <a:xfrm>
              <a:off x="1479258" y="5287289"/>
              <a:ext cx="1033780" cy="97155"/>
            </a:xfrm>
            <a:custGeom>
              <a:avLst/>
              <a:gdLst/>
              <a:ahLst/>
              <a:cxnLst/>
              <a:rect l="l" t="t" r="r" b="b"/>
              <a:pathLst>
                <a:path w="1033780" h="97154">
                  <a:moveTo>
                    <a:pt x="49009" y="60452"/>
                  </a:moveTo>
                  <a:lnTo>
                    <a:pt x="22275" y="45516"/>
                  </a:lnTo>
                  <a:lnTo>
                    <a:pt x="19418" y="44869"/>
                  </a:lnTo>
                  <a:lnTo>
                    <a:pt x="15113" y="43459"/>
                  </a:lnTo>
                  <a:lnTo>
                    <a:pt x="13550" y="42506"/>
                  </a:lnTo>
                  <a:lnTo>
                    <a:pt x="11620" y="40132"/>
                  </a:lnTo>
                  <a:lnTo>
                    <a:pt x="11137" y="38544"/>
                  </a:lnTo>
                  <a:lnTo>
                    <a:pt x="11137" y="34010"/>
                  </a:lnTo>
                  <a:lnTo>
                    <a:pt x="12179" y="31889"/>
                  </a:lnTo>
                  <a:lnTo>
                    <a:pt x="16332" y="28473"/>
                  </a:lnTo>
                  <a:lnTo>
                    <a:pt x="19532" y="27622"/>
                  </a:lnTo>
                  <a:lnTo>
                    <a:pt x="26504" y="27622"/>
                  </a:lnTo>
                  <a:lnTo>
                    <a:pt x="38087" y="38315"/>
                  </a:lnTo>
                  <a:lnTo>
                    <a:pt x="47891" y="37642"/>
                  </a:lnTo>
                  <a:lnTo>
                    <a:pt x="28841" y="18707"/>
                  </a:lnTo>
                  <a:lnTo>
                    <a:pt x="19113" y="18707"/>
                  </a:lnTo>
                  <a:lnTo>
                    <a:pt x="1562" y="33121"/>
                  </a:lnTo>
                  <a:lnTo>
                    <a:pt x="1562" y="39725"/>
                  </a:lnTo>
                  <a:lnTo>
                    <a:pt x="28143" y="55105"/>
                  </a:lnTo>
                  <a:lnTo>
                    <a:pt x="31407" y="55854"/>
                  </a:lnTo>
                  <a:lnTo>
                    <a:pt x="35864" y="57416"/>
                  </a:lnTo>
                  <a:lnTo>
                    <a:pt x="37388" y="58369"/>
                  </a:lnTo>
                  <a:lnTo>
                    <a:pt x="39014" y="60591"/>
                  </a:lnTo>
                  <a:lnTo>
                    <a:pt x="39433" y="62001"/>
                  </a:lnTo>
                  <a:lnTo>
                    <a:pt x="39433" y="66382"/>
                  </a:lnTo>
                  <a:lnTo>
                    <a:pt x="38227" y="68351"/>
                  </a:lnTo>
                  <a:lnTo>
                    <a:pt x="33401" y="70878"/>
                  </a:lnTo>
                  <a:lnTo>
                    <a:pt x="29997" y="71513"/>
                  </a:lnTo>
                  <a:lnTo>
                    <a:pt x="20942" y="71513"/>
                  </a:lnTo>
                  <a:lnTo>
                    <a:pt x="17284" y="70472"/>
                  </a:lnTo>
                  <a:lnTo>
                    <a:pt x="12014" y="66306"/>
                  </a:lnTo>
                  <a:lnTo>
                    <a:pt x="10388" y="63449"/>
                  </a:lnTo>
                  <a:lnTo>
                    <a:pt x="9804" y="59817"/>
                  </a:lnTo>
                  <a:lnTo>
                    <a:pt x="0" y="60477"/>
                  </a:lnTo>
                  <a:lnTo>
                    <a:pt x="20497" y="80416"/>
                  </a:lnTo>
                  <a:lnTo>
                    <a:pt x="25615" y="80416"/>
                  </a:lnTo>
                  <a:lnTo>
                    <a:pt x="30073" y="80416"/>
                  </a:lnTo>
                  <a:lnTo>
                    <a:pt x="49009" y="67208"/>
                  </a:lnTo>
                  <a:lnTo>
                    <a:pt x="49009" y="60452"/>
                  </a:lnTo>
                  <a:close/>
                </a:path>
                <a:path w="1033780" h="97154">
                  <a:moveTo>
                    <a:pt x="117741" y="43065"/>
                  </a:moveTo>
                  <a:lnTo>
                    <a:pt x="116878" y="38722"/>
                  </a:lnTo>
                  <a:lnTo>
                    <a:pt x="116827" y="38506"/>
                  </a:lnTo>
                  <a:lnTo>
                    <a:pt x="116713" y="37909"/>
                  </a:lnTo>
                  <a:lnTo>
                    <a:pt x="116624" y="37465"/>
                  </a:lnTo>
                  <a:lnTo>
                    <a:pt x="112166" y="28257"/>
                  </a:lnTo>
                  <a:lnTo>
                    <a:pt x="111607" y="27622"/>
                  </a:lnTo>
                  <a:lnTo>
                    <a:pt x="109080" y="24739"/>
                  </a:lnTo>
                  <a:lnTo>
                    <a:pt x="107492" y="23774"/>
                  </a:lnTo>
                  <a:lnTo>
                    <a:pt x="107492" y="44221"/>
                  </a:lnTo>
                  <a:lnTo>
                    <a:pt x="74739" y="44221"/>
                  </a:lnTo>
                  <a:lnTo>
                    <a:pt x="75552" y="38722"/>
                  </a:lnTo>
                  <a:lnTo>
                    <a:pt x="77431" y="34582"/>
                  </a:lnTo>
                  <a:lnTo>
                    <a:pt x="83299" y="29019"/>
                  </a:lnTo>
                  <a:lnTo>
                    <a:pt x="87033" y="27622"/>
                  </a:lnTo>
                  <a:lnTo>
                    <a:pt x="95935" y="27622"/>
                  </a:lnTo>
                  <a:lnTo>
                    <a:pt x="107492" y="44221"/>
                  </a:lnTo>
                  <a:lnTo>
                    <a:pt x="107492" y="23774"/>
                  </a:lnTo>
                  <a:lnTo>
                    <a:pt x="101333" y="19989"/>
                  </a:lnTo>
                  <a:lnTo>
                    <a:pt x="101498" y="19989"/>
                  </a:lnTo>
                  <a:lnTo>
                    <a:pt x="96685" y="18707"/>
                  </a:lnTo>
                  <a:lnTo>
                    <a:pt x="86144" y="18707"/>
                  </a:lnTo>
                  <a:lnTo>
                    <a:pt x="81445" y="19989"/>
                  </a:lnTo>
                  <a:lnTo>
                    <a:pt x="64935" y="55803"/>
                  </a:lnTo>
                  <a:lnTo>
                    <a:pt x="66027" y="61239"/>
                  </a:lnTo>
                  <a:lnTo>
                    <a:pt x="86436" y="80416"/>
                  </a:lnTo>
                  <a:lnTo>
                    <a:pt x="98247" y="80416"/>
                  </a:lnTo>
                  <a:lnTo>
                    <a:pt x="116738" y="62382"/>
                  </a:lnTo>
                  <a:lnTo>
                    <a:pt x="106705" y="61595"/>
                  </a:lnTo>
                  <a:lnTo>
                    <a:pt x="105740" y="64566"/>
                  </a:lnTo>
                  <a:lnTo>
                    <a:pt x="104013" y="66967"/>
                  </a:lnTo>
                  <a:lnTo>
                    <a:pt x="99047" y="70599"/>
                  </a:lnTo>
                  <a:lnTo>
                    <a:pt x="95872" y="71513"/>
                  </a:lnTo>
                  <a:lnTo>
                    <a:pt x="86880" y="71513"/>
                  </a:lnTo>
                  <a:lnTo>
                    <a:pt x="82816" y="69913"/>
                  </a:lnTo>
                  <a:lnTo>
                    <a:pt x="76796" y="63525"/>
                  </a:lnTo>
                  <a:lnTo>
                    <a:pt x="75107" y="58775"/>
                  </a:lnTo>
                  <a:lnTo>
                    <a:pt x="74739" y="52463"/>
                  </a:lnTo>
                  <a:lnTo>
                    <a:pt x="117741" y="52463"/>
                  </a:lnTo>
                  <a:lnTo>
                    <a:pt x="117741" y="44221"/>
                  </a:lnTo>
                  <a:lnTo>
                    <a:pt x="117741" y="43065"/>
                  </a:lnTo>
                  <a:close/>
                </a:path>
                <a:path w="1033780" h="97154">
                  <a:moveTo>
                    <a:pt x="184569" y="43065"/>
                  </a:moveTo>
                  <a:lnTo>
                    <a:pt x="183705" y="38722"/>
                  </a:lnTo>
                  <a:lnTo>
                    <a:pt x="183667" y="38506"/>
                  </a:lnTo>
                  <a:lnTo>
                    <a:pt x="183540" y="37909"/>
                  </a:lnTo>
                  <a:lnTo>
                    <a:pt x="183451" y="37465"/>
                  </a:lnTo>
                  <a:lnTo>
                    <a:pt x="179006" y="28257"/>
                  </a:lnTo>
                  <a:lnTo>
                    <a:pt x="178447" y="27622"/>
                  </a:lnTo>
                  <a:lnTo>
                    <a:pt x="175920" y="24739"/>
                  </a:lnTo>
                  <a:lnTo>
                    <a:pt x="174320" y="23761"/>
                  </a:lnTo>
                  <a:lnTo>
                    <a:pt x="174320" y="44221"/>
                  </a:lnTo>
                  <a:lnTo>
                    <a:pt x="141579" y="44221"/>
                  </a:lnTo>
                  <a:lnTo>
                    <a:pt x="142392" y="38722"/>
                  </a:lnTo>
                  <a:lnTo>
                    <a:pt x="144272" y="34582"/>
                  </a:lnTo>
                  <a:lnTo>
                    <a:pt x="150126" y="29019"/>
                  </a:lnTo>
                  <a:lnTo>
                    <a:pt x="153860" y="27622"/>
                  </a:lnTo>
                  <a:lnTo>
                    <a:pt x="162775" y="27622"/>
                  </a:lnTo>
                  <a:lnTo>
                    <a:pt x="174320" y="44221"/>
                  </a:lnTo>
                  <a:lnTo>
                    <a:pt x="174320" y="23761"/>
                  </a:lnTo>
                  <a:lnTo>
                    <a:pt x="168173" y="19989"/>
                  </a:lnTo>
                  <a:lnTo>
                    <a:pt x="168325" y="19989"/>
                  </a:lnTo>
                  <a:lnTo>
                    <a:pt x="163512" y="18707"/>
                  </a:lnTo>
                  <a:lnTo>
                    <a:pt x="152971" y="18707"/>
                  </a:lnTo>
                  <a:lnTo>
                    <a:pt x="148272" y="19989"/>
                  </a:lnTo>
                  <a:lnTo>
                    <a:pt x="131775" y="55803"/>
                  </a:lnTo>
                  <a:lnTo>
                    <a:pt x="132867" y="61239"/>
                  </a:lnTo>
                  <a:lnTo>
                    <a:pt x="153263" y="80416"/>
                  </a:lnTo>
                  <a:lnTo>
                    <a:pt x="165074" y="80416"/>
                  </a:lnTo>
                  <a:lnTo>
                    <a:pt x="183565" y="62382"/>
                  </a:lnTo>
                  <a:lnTo>
                    <a:pt x="173545" y="61595"/>
                  </a:lnTo>
                  <a:lnTo>
                    <a:pt x="172580" y="64566"/>
                  </a:lnTo>
                  <a:lnTo>
                    <a:pt x="170853" y="66967"/>
                  </a:lnTo>
                  <a:lnTo>
                    <a:pt x="165874" y="70599"/>
                  </a:lnTo>
                  <a:lnTo>
                    <a:pt x="162699" y="71513"/>
                  </a:lnTo>
                  <a:lnTo>
                    <a:pt x="153708" y="71513"/>
                  </a:lnTo>
                  <a:lnTo>
                    <a:pt x="149644" y="69913"/>
                  </a:lnTo>
                  <a:lnTo>
                    <a:pt x="143637" y="63525"/>
                  </a:lnTo>
                  <a:lnTo>
                    <a:pt x="141947" y="58775"/>
                  </a:lnTo>
                  <a:lnTo>
                    <a:pt x="141579" y="52463"/>
                  </a:lnTo>
                  <a:lnTo>
                    <a:pt x="184569" y="52463"/>
                  </a:lnTo>
                  <a:lnTo>
                    <a:pt x="184569" y="44221"/>
                  </a:lnTo>
                  <a:lnTo>
                    <a:pt x="184569" y="43065"/>
                  </a:lnTo>
                  <a:close/>
                </a:path>
                <a:path w="1033780" h="97154">
                  <a:moveTo>
                    <a:pt x="249516" y="60452"/>
                  </a:moveTo>
                  <a:lnTo>
                    <a:pt x="222783" y="45516"/>
                  </a:lnTo>
                  <a:lnTo>
                    <a:pt x="219913" y="44869"/>
                  </a:lnTo>
                  <a:lnTo>
                    <a:pt x="215607" y="43459"/>
                  </a:lnTo>
                  <a:lnTo>
                    <a:pt x="214045" y="42506"/>
                  </a:lnTo>
                  <a:lnTo>
                    <a:pt x="212115" y="40132"/>
                  </a:lnTo>
                  <a:lnTo>
                    <a:pt x="211632" y="38544"/>
                  </a:lnTo>
                  <a:lnTo>
                    <a:pt x="211632" y="34010"/>
                  </a:lnTo>
                  <a:lnTo>
                    <a:pt x="212674" y="31889"/>
                  </a:lnTo>
                  <a:lnTo>
                    <a:pt x="216839" y="28473"/>
                  </a:lnTo>
                  <a:lnTo>
                    <a:pt x="220027" y="27622"/>
                  </a:lnTo>
                  <a:lnTo>
                    <a:pt x="227012" y="27622"/>
                  </a:lnTo>
                  <a:lnTo>
                    <a:pt x="238594" y="38315"/>
                  </a:lnTo>
                  <a:lnTo>
                    <a:pt x="248399" y="37642"/>
                  </a:lnTo>
                  <a:lnTo>
                    <a:pt x="229349" y="18707"/>
                  </a:lnTo>
                  <a:lnTo>
                    <a:pt x="219621" y="18707"/>
                  </a:lnTo>
                  <a:lnTo>
                    <a:pt x="202057" y="33121"/>
                  </a:lnTo>
                  <a:lnTo>
                    <a:pt x="202057" y="39725"/>
                  </a:lnTo>
                  <a:lnTo>
                    <a:pt x="228638" y="55105"/>
                  </a:lnTo>
                  <a:lnTo>
                    <a:pt x="231914" y="55854"/>
                  </a:lnTo>
                  <a:lnTo>
                    <a:pt x="236372" y="57416"/>
                  </a:lnTo>
                  <a:lnTo>
                    <a:pt x="237883" y="58369"/>
                  </a:lnTo>
                  <a:lnTo>
                    <a:pt x="239522" y="60591"/>
                  </a:lnTo>
                  <a:lnTo>
                    <a:pt x="239928" y="62001"/>
                  </a:lnTo>
                  <a:lnTo>
                    <a:pt x="239928" y="66382"/>
                  </a:lnTo>
                  <a:lnTo>
                    <a:pt x="238721" y="68351"/>
                  </a:lnTo>
                  <a:lnTo>
                    <a:pt x="233895" y="70878"/>
                  </a:lnTo>
                  <a:lnTo>
                    <a:pt x="230505" y="71513"/>
                  </a:lnTo>
                  <a:lnTo>
                    <a:pt x="221437" y="71513"/>
                  </a:lnTo>
                  <a:lnTo>
                    <a:pt x="217779" y="70472"/>
                  </a:lnTo>
                  <a:lnTo>
                    <a:pt x="212509" y="66306"/>
                  </a:lnTo>
                  <a:lnTo>
                    <a:pt x="210896" y="63449"/>
                  </a:lnTo>
                  <a:lnTo>
                    <a:pt x="210299" y="59817"/>
                  </a:lnTo>
                  <a:lnTo>
                    <a:pt x="200494" y="60477"/>
                  </a:lnTo>
                  <a:lnTo>
                    <a:pt x="220992" y="80416"/>
                  </a:lnTo>
                  <a:lnTo>
                    <a:pt x="226123" y="80416"/>
                  </a:lnTo>
                  <a:lnTo>
                    <a:pt x="230568" y="80416"/>
                  </a:lnTo>
                  <a:lnTo>
                    <a:pt x="249516" y="67208"/>
                  </a:lnTo>
                  <a:lnTo>
                    <a:pt x="249516" y="60452"/>
                  </a:lnTo>
                  <a:close/>
                </a:path>
                <a:path w="1033780" h="97154">
                  <a:moveTo>
                    <a:pt x="387616" y="78905"/>
                  </a:moveTo>
                  <a:lnTo>
                    <a:pt x="386524" y="78905"/>
                  </a:lnTo>
                  <a:lnTo>
                    <a:pt x="386524" y="70840"/>
                  </a:lnTo>
                  <a:lnTo>
                    <a:pt x="381546" y="70840"/>
                  </a:lnTo>
                  <a:lnTo>
                    <a:pt x="380657" y="70586"/>
                  </a:lnTo>
                  <a:lnTo>
                    <a:pt x="379514" y="69583"/>
                  </a:lnTo>
                  <a:lnTo>
                    <a:pt x="379209" y="68745"/>
                  </a:lnTo>
                  <a:lnTo>
                    <a:pt x="379171" y="67056"/>
                  </a:lnTo>
                  <a:lnTo>
                    <a:pt x="379171" y="50571"/>
                  </a:lnTo>
                  <a:lnTo>
                    <a:pt x="379171" y="35267"/>
                  </a:lnTo>
                  <a:lnTo>
                    <a:pt x="377202" y="29387"/>
                  </a:lnTo>
                  <a:lnTo>
                    <a:pt x="375577" y="27622"/>
                  </a:lnTo>
                  <a:lnTo>
                    <a:pt x="369328" y="20840"/>
                  </a:lnTo>
                  <a:lnTo>
                    <a:pt x="363791" y="18707"/>
                  </a:lnTo>
                  <a:lnTo>
                    <a:pt x="349986" y="18707"/>
                  </a:lnTo>
                  <a:lnTo>
                    <a:pt x="344551" y="20434"/>
                  </a:lnTo>
                  <a:lnTo>
                    <a:pt x="336156" y="27343"/>
                  </a:lnTo>
                  <a:lnTo>
                    <a:pt x="333502" y="31851"/>
                  </a:lnTo>
                  <a:lnTo>
                    <a:pt x="332371" y="37503"/>
                  </a:lnTo>
                  <a:lnTo>
                    <a:pt x="333336" y="37503"/>
                  </a:lnTo>
                  <a:lnTo>
                    <a:pt x="342303" y="38201"/>
                  </a:lnTo>
                  <a:lnTo>
                    <a:pt x="352590" y="27622"/>
                  </a:lnTo>
                  <a:lnTo>
                    <a:pt x="360895" y="27622"/>
                  </a:lnTo>
                  <a:lnTo>
                    <a:pt x="364147" y="28854"/>
                  </a:lnTo>
                  <a:lnTo>
                    <a:pt x="368681" y="33743"/>
                  </a:lnTo>
                  <a:lnTo>
                    <a:pt x="369811" y="37503"/>
                  </a:lnTo>
                  <a:lnTo>
                    <a:pt x="369811" y="42545"/>
                  </a:lnTo>
                  <a:lnTo>
                    <a:pt x="369811" y="50571"/>
                  </a:lnTo>
                  <a:lnTo>
                    <a:pt x="355777" y="72174"/>
                  </a:lnTo>
                  <a:lnTo>
                    <a:pt x="348424" y="72174"/>
                  </a:lnTo>
                  <a:lnTo>
                    <a:pt x="346062" y="71488"/>
                  </a:lnTo>
                  <a:lnTo>
                    <a:pt x="345897" y="71488"/>
                  </a:lnTo>
                  <a:lnTo>
                    <a:pt x="342023" y="68376"/>
                  </a:lnTo>
                  <a:lnTo>
                    <a:pt x="341071" y="66243"/>
                  </a:lnTo>
                  <a:lnTo>
                    <a:pt x="341071" y="61036"/>
                  </a:lnTo>
                  <a:lnTo>
                    <a:pt x="351764" y="54127"/>
                  </a:lnTo>
                  <a:lnTo>
                    <a:pt x="369811" y="50571"/>
                  </a:lnTo>
                  <a:lnTo>
                    <a:pt x="369811" y="42545"/>
                  </a:lnTo>
                  <a:lnTo>
                    <a:pt x="343522" y="47815"/>
                  </a:lnTo>
                  <a:lnTo>
                    <a:pt x="338785" y="49847"/>
                  </a:lnTo>
                  <a:lnTo>
                    <a:pt x="332778" y="55410"/>
                  </a:lnTo>
                  <a:lnTo>
                    <a:pt x="331381" y="59055"/>
                  </a:lnTo>
                  <a:lnTo>
                    <a:pt x="331266" y="67576"/>
                  </a:lnTo>
                  <a:lnTo>
                    <a:pt x="332130" y="70383"/>
                  </a:lnTo>
                  <a:lnTo>
                    <a:pt x="335546" y="75209"/>
                  </a:lnTo>
                  <a:lnTo>
                    <a:pt x="337883" y="77076"/>
                  </a:lnTo>
                  <a:lnTo>
                    <a:pt x="344030" y="79844"/>
                  </a:lnTo>
                  <a:lnTo>
                    <a:pt x="344284" y="79844"/>
                  </a:lnTo>
                  <a:lnTo>
                    <a:pt x="347167" y="80416"/>
                  </a:lnTo>
                  <a:lnTo>
                    <a:pt x="354291" y="80416"/>
                  </a:lnTo>
                  <a:lnTo>
                    <a:pt x="357479" y="79844"/>
                  </a:lnTo>
                  <a:lnTo>
                    <a:pt x="363423" y="77546"/>
                  </a:lnTo>
                  <a:lnTo>
                    <a:pt x="365899" y="75946"/>
                  </a:lnTo>
                  <a:lnTo>
                    <a:pt x="369404" y="72313"/>
                  </a:lnTo>
                  <a:lnTo>
                    <a:pt x="369531" y="72174"/>
                  </a:lnTo>
                  <a:lnTo>
                    <a:pt x="369836" y="71869"/>
                  </a:lnTo>
                  <a:lnTo>
                    <a:pt x="370027" y="71488"/>
                  </a:lnTo>
                  <a:lnTo>
                    <a:pt x="369976" y="70383"/>
                  </a:lnTo>
                  <a:lnTo>
                    <a:pt x="370065" y="70840"/>
                  </a:lnTo>
                  <a:lnTo>
                    <a:pt x="370154" y="71272"/>
                  </a:lnTo>
                  <a:lnTo>
                    <a:pt x="370370" y="70853"/>
                  </a:lnTo>
                  <a:lnTo>
                    <a:pt x="370370" y="72313"/>
                  </a:lnTo>
                  <a:lnTo>
                    <a:pt x="372148" y="75946"/>
                  </a:lnTo>
                  <a:lnTo>
                    <a:pt x="373468" y="77266"/>
                  </a:lnTo>
                  <a:lnTo>
                    <a:pt x="376961" y="78905"/>
                  </a:lnTo>
                  <a:lnTo>
                    <a:pt x="379095" y="79311"/>
                  </a:lnTo>
                  <a:lnTo>
                    <a:pt x="385191" y="79311"/>
                  </a:lnTo>
                  <a:lnTo>
                    <a:pt x="387616" y="78905"/>
                  </a:lnTo>
                  <a:close/>
                </a:path>
                <a:path w="1033780" h="97154">
                  <a:moveTo>
                    <a:pt x="519074" y="58813"/>
                  </a:moveTo>
                  <a:lnTo>
                    <a:pt x="509270" y="58140"/>
                  </a:lnTo>
                  <a:lnTo>
                    <a:pt x="508381" y="62598"/>
                  </a:lnTo>
                  <a:lnTo>
                    <a:pt x="506539" y="65938"/>
                  </a:lnTo>
                  <a:lnTo>
                    <a:pt x="500976" y="70396"/>
                  </a:lnTo>
                  <a:lnTo>
                    <a:pt x="497687" y="71513"/>
                  </a:lnTo>
                  <a:lnTo>
                    <a:pt x="488480" y="71513"/>
                  </a:lnTo>
                  <a:lnTo>
                    <a:pt x="484225" y="69557"/>
                  </a:lnTo>
                  <a:lnTo>
                    <a:pt x="478066" y="61760"/>
                  </a:lnTo>
                  <a:lnTo>
                    <a:pt x="476529" y="56400"/>
                  </a:lnTo>
                  <a:lnTo>
                    <a:pt x="476529" y="42735"/>
                  </a:lnTo>
                  <a:lnTo>
                    <a:pt x="478066" y="37363"/>
                  </a:lnTo>
                  <a:lnTo>
                    <a:pt x="484225" y="29578"/>
                  </a:lnTo>
                  <a:lnTo>
                    <a:pt x="488480" y="27622"/>
                  </a:lnTo>
                  <a:lnTo>
                    <a:pt x="497687" y="27622"/>
                  </a:lnTo>
                  <a:lnTo>
                    <a:pt x="500900" y="28676"/>
                  </a:lnTo>
                  <a:lnTo>
                    <a:pt x="506171" y="32918"/>
                  </a:lnTo>
                  <a:lnTo>
                    <a:pt x="507936" y="35941"/>
                  </a:lnTo>
                  <a:lnTo>
                    <a:pt x="508825" y="39878"/>
                  </a:lnTo>
                  <a:lnTo>
                    <a:pt x="518629" y="39204"/>
                  </a:lnTo>
                  <a:lnTo>
                    <a:pt x="498284" y="18707"/>
                  </a:lnTo>
                  <a:lnTo>
                    <a:pt x="488403" y="18707"/>
                  </a:lnTo>
                  <a:lnTo>
                    <a:pt x="466725" y="43332"/>
                  </a:lnTo>
                  <a:lnTo>
                    <a:pt x="466725" y="55803"/>
                  </a:lnTo>
                  <a:lnTo>
                    <a:pt x="488403" y="80416"/>
                  </a:lnTo>
                  <a:lnTo>
                    <a:pt x="493903" y="80416"/>
                  </a:lnTo>
                  <a:lnTo>
                    <a:pt x="498284" y="80416"/>
                  </a:lnTo>
                  <a:lnTo>
                    <a:pt x="518261" y="63195"/>
                  </a:lnTo>
                  <a:lnTo>
                    <a:pt x="519074" y="58813"/>
                  </a:lnTo>
                  <a:close/>
                </a:path>
                <a:path w="1033780" h="97154">
                  <a:moveTo>
                    <a:pt x="586028" y="42735"/>
                  </a:moveTo>
                  <a:lnTo>
                    <a:pt x="585012" y="37795"/>
                  </a:lnTo>
                  <a:lnTo>
                    <a:pt x="580567" y="28587"/>
                  </a:lnTo>
                  <a:lnTo>
                    <a:pt x="579716" y="27622"/>
                  </a:lnTo>
                  <a:lnTo>
                    <a:pt x="577430" y="25019"/>
                  </a:lnTo>
                  <a:lnTo>
                    <a:pt x="576326" y="24333"/>
                  </a:lnTo>
                  <a:lnTo>
                    <a:pt x="576326" y="42735"/>
                  </a:lnTo>
                  <a:lnTo>
                    <a:pt x="576326" y="56400"/>
                  </a:lnTo>
                  <a:lnTo>
                    <a:pt x="574827" y="61760"/>
                  </a:lnTo>
                  <a:lnTo>
                    <a:pt x="568807" y="69557"/>
                  </a:lnTo>
                  <a:lnTo>
                    <a:pt x="564591" y="71513"/>
                  </a:lnTo>
                  <a:lnTo>
                    <a:pt x="553758" y="71513"/>
                  </a:lnTo>
                  <a:lnTo>
                    <a:pt x="549541" y="69557"/>
                  </a:lnTo>
                  <a:lnTo>
                    <a:pt x="543521" y="61760"/>
                  </a:lnTo>
                  <a:lnTo>
                    <a:pt x="542023" y="56400"/>
                  </a:lnTo>
                  <a:lnTo>
                    <a:pt x="542023" y="42735"/>
                  </a:lnTo>
                  <a:lnTo>
                    <a:pt x="543407" y="37795"/>
                  </a:lnTo>
                  <a:lnTo>
                    <a:pt x="543521" y="37363"/>
                  </a:lnTo>
                  <a:lnTo>
                    <a:pt x="549541" y="29578"/>
                  </a:lnTo>
                  <a:lnTo>
                    <a:pt x="553758" y="27622"/>
                  </a:lnTo>
                  <a:lnTo>
                    <a:pt x="564591" y="27622"/>
                  </a:lnTo>
                  <a:lnTo>
                    <a:pt x="568807" y="29578"/>
                  </a:lnTo>
                  <a:lnTo>
                    <a:pt x="574827" y="37363"/>
                  </a:lnTo>
                  <a:lnTo>
                    <a:pt x="576326" y="42735"/>
                  </a:lnTo>
                  <a:lnTo>
                    <a:pt x="576326" y="24333"/>
                  </a:lnTo>
                  <a:lnTo>
                    <a:pt x="569328" y="19977"/>
                  </a:lnTo>
                  <a:lnTo>
                    <a:pt x="564591" y="18707"/>
                  </a:lnTo>
                  <a:lnTo>
                    <a:pt x="553758" y="18707"/>
                  </a:lnTo>
                  <a:lnTo>
                    <a:pt x="532320" y="42735"/>
                  </a:lnTo>
                  <a:lnTo>
                    <a:pt x="532333" y="56400"/>
                  </a:lnTo>
                  <a:lnTo>
                    <a:pt x="553758" y="80416"/>
                  </a:lnTo>
                  <a:lnTo>
                    <a:pt x="564591" y="80416"/>
                  </a:lnTo>
                  <a:lnTo>
                    <a:pt x="586016" y="56400"/>
                  </a:lnTo>
                  <a:lnTo>
                    <a:pt x="586028" y="42735"/>
                  </a:lnTo>
                  <a:close/>
                </a:path>
                <a:path w="1033780" h="97154">
                  <a:moveTo>
                    <a:pt x="650519" y="36715"/>
                  </a:moveTo>
                  <a:lnTo>
                    <a:pt x="649795" y="33083"/>
                  </a:lnTo>
                  <a:lnTo>
                    <a:pt x="649757" y="32854"/>
                  </a:lnTo>
                  <a:lnTo>
                    <a:pt x="647103" y="26949"/>
                  </a:lnTo>
                  <a:lnTo>
                    <a:pt x="646709" y="26085"/>
                  </a:lnTo>
                  <a:lnTo>
                    <a:pt x="644486" y="23444"/>
                  </a:lnTo>
                  <a:lnTo>
                    <a:pt x="638619" y="19659"/>
                  </a:lnTo>
                  <a:lnTo>
                    <a:pt x="635038" y="18707"/>
                  </a:lnTo>
                  <a:lnTo>
                    <a:pt x="627748" y="18707"/>
                  </a:lnTo>
                  <a:lnTo>
                    <a:pt x="613092" y="28803"/>
                  </a:lnTo>
                  <a:lnTo>
                    <a:pt x="613092" y="0"/>
                  </a:lnTo>
                  <a:lnTo>
                    <a:pt x="603732" y="0"/>
                  </a:lnTo>
                  <a:lnTo>
                    <a:pt x="603732" y="79082"/>
                  </a:lnTo>
                  <a:lnTo>
                    <a:pt x="613092" y="79082"/>
                  </a:lnTo>
                  <a:lnTo>
                    <a:pt x="613206" y="38061"/>
                  </a:lnTo>
                  <a:lnTo>
                    <a:pt x="614514" y="34201"/>
                  </a:lnTo>
                  <a:lnTo>
                    <a:pt x="615619" y="33083"/>
                  </a:lnTo>
                  <a:lnTo>
                    <a:pt x="620229" y="28397"/>
                  </a:lnTo>
                  <a:lnTo>
                    <a:pt x="624039" y="26949"/>
                  </a:lnTo>
                  <a:lnTo>
                    <a:pt x="632955" y="26949"/>
                  </a:lnTo>
                  <a:lnTo>
                    <a:pt x="636104" y="28397"/>
                  </a:lnTo>
                  <a:lnTo>
                    <a:pt x="640143" y="33820"/>
                  </a:lnTo>
                  <a:lnTo>
                    <a:pt x="641159" y="38061"/>
                  </a:lnTo>
                  <a:lnTo>
                    <a:pt x="641159" y="79082"/>
                  </a:lnTo>
                  <a:lnTo>
                    <a:pt x="650519" y="79082"/>
                  </a:lnTo>
                  <a:lnTo>
                    <a:pt x="650519" y="36715"/>
                  </a:lnTo>
                  <a:close/>
                </a:path>
                <a:path w="1033780" h="97154">
                  <a:moveTo>
                    <a:pt x="719239" y="43065"/>
                  </a:moveTo>
                  <a:lnTo>
                    <a:pt x="718375" y="38722"/>
                  </a:lnTo>
                  <a:lnTo>
                    <a:pt x="718337" y="38506"/>
                  </a:lnTo>
                  <a:lnTo>
                    <a:pt x="718210" y="37909"/>
                  </a:lnTo>
                  <a:lnTo>
                    <a:pt x="718134" y="37465"/>
                  </a:lnTo>
                  <a:lnTo>
                    <a:pt x="713676" y="28257"/>
                  </a:lnTo>
                  <a:lnTo>
                    <a:pt x="713117" y="27622"/>
                  </a:lnTo>
                  <a:lnTo>
                    <a:pt x="710590" y="24739"/>
                  </a:lnTo>
                  <a:lnTo>
                    <a:pt x="708990" y="23761"/>
                  </a:lnTo>
                  <a:lnTo>
                    <a:pt x="708990" y="44221"/>
                  </a:lnTo>
                  <a:lnTo>
                    <a:pt x="676249" y="44221"/>
                  </a:lnTo>
                  <a:lnTo>
                    <a:pt x="677062" y="38722"/>
                  </a:lnTo>
                  <a:lnTo>
                    <a:pt x="678942" y="34582"/>
                  </a:lnTo>
                  <a:lnTo>
                    <a:pt x="684809" y="29019"/>
                  </a:lnTo>
                  <a:lnTo>
                    <a:pt x="688530" y="27622"/>
                  </a:lnTo>
                  <a:lnTo>
                    <a:pt x="697445" y="27622"/>
                  </a:lnTo>
                  <a:lnTo>
                    <a:pt x="708990" y="44221"/>
                  </a:lnTo>
                  <a:lnTo>
                    <a:pt x="708990" y="23761"/>
                  </a:lnTo>
                  <a:lnTo>
                    <a:pt x="702843" y="19989"/>
                  </a:lnTo>
                  <a:lnTo>
                    <a:pt x="702995" y="19989"/>
                  </a:lnTo>
                  <a:lnTo>
                    <a:pt x="698195" y="18707"/>
                  </a:lnTo>
                  <a:lnTo>
                    <a:pt x="687641" y="18707"/>
                  </a:lnTo>
                  <a:lnTo>
                    <a:pt x="682942" y="19989"/>
                  </a:lnTo>
                  <a:lnTo>
                    <a:pt x="666445" y="55803"/>
                  </a:lnTo>
                  <a:lnTo>
                    <a:pt x="667537" y="61239"/>
                  </a:lnTo>
                  <a:lnTo>
                    <a:pt x="687946" y="80416"/>
                  </a:lnTo>
                  <a:lnTo>
                    <a:pt x="699744" y="80416"/>
                  </a:lnTo>
                  <a:lnTo>
                    <a:pt x="718235" y="62382"/>
                  </a:lnTo>
                  <a:lnTo>
                    <a:pt x="708215" y="61595"/>
                  </a:lnTo>
                  <a:lnTo>
                    <a:pt x="707250" y="64566"/>
                  </a:lnTo>
                  <a:lnTo>
                    <a:pt x="705523" y="66967"/>
                  </a:lnTo>
                  <a:lnTo>
                    <a:pt x="700544" y="70599"/>
                  </a:lnTo>
                  <a:lnTo>
                    <a:pt x="697369" y="71513"/>
                  </a:lnTo>
                  <a:lnTo>
                    <a:pt x="688390" y="71513"/>
                  </a:lnTo>
                  <a:lnTo>
                    <a:pt x="684326" y="69913"/>
                  </a:lnTo>
                  <a:lnTo>
                    <a:pt x="678307" y="63525"/>
                  </a:lnTo>
                  <a:lnTo>
                    <a:pt x="676617" y="58775"/>
                  </a:lnTo>
                  <a:lnTo>
                    <a:pt x="676249" y="52463"/>
                  </a:lnTo>
                  <a:lnTo>
                    <a:pt x="719239" y="52463"/>
                  </a:lnTo>
                  <a:lnTo>
                    <a:pt x="719239" y="44221"/>
                  </a:lnTo>
                  <a:lnTo>
                    <a:pt x="719239" y="43065"/>
                  </a:lnTo>
                  <a:close/>
                </a:path>
                <a:path w="1033780" h="97154">
                  <a:moveTo>
                    <a:pt x="786409" y="20053"/>
                  </a:moveTo>
                  <a:lnTo>
                    <a:pt x="770039" y="20053"/>
                  </a:lnTo>
                  <a:lnTo>
                    <a:pt x="766660" y="21297"/>
                  </a:lnTo>
                  <a:lnTo>
                    <a:pt x="761606" y="26263"/>
                  </a:lnTo>
                  <a:lnTo>
                    <a:pt x="760044" y="30073"/>
                  </a:lnTo>
                  <a:lnTo>
                    <a:pt x="760095" y="31394"/>
                  </a:lnTo>
                  <a:lnTo>
                    <a:pt x="760031" y="30238"/>
                  </a:lnTo>
                  <a:lnTo>
                    <a:pt x="759917" y="28295"/>
                  </a:lnTo>
                  <a:lnTo>
                    <a:pt x="759663" y="23723"/>
                  </a:lnTo>
                  <a:lnTo>
                    <a:pt x="759523" y="21297"/>
                  </a:lnTo>
                  <a:lnTo>
                    <a:pt x="759460" y="20053"/>
                  </a:lnTo>
                  <a:lnTo>
                    <a:pt x="736282" y="20053"/>
                  </a:lnTo>
                  <a:lnTo>
                    <a:pt x="736282" y="28295"/>
                  </a:lnTo>
                  <a:lnTo>
                    <a:pt x="751662" y="28295"/>
                  </a:lnTo>
                  <a:lnTo>
                    <a:pt x="751662" y="70840"/>
                  </a:lnTo>
                  <a:lnTo>
                    <a:pt x="736282" y="70840"/>
                  </a:lnTo>
                  <a:lnTo>
                    <a:pt x="736282" y="79082"/>
                  </a:lnTo>
                  <a:lnTo>
                    <a:pt x="779729" y="79082"/>
                  </a:lnTo>
                  <a:lnTo>
                    <a:pt x="779729" y="75298"/>
                  </a:lnTo>
                  <a:lnTo>
                    <a:pt x="779729" y="70840"/>
                  </a:lnTo>
                  <a:lnTo>
                    <a:pt x="761009" y="70840"/>
                  </a:lnTo>
                  <a:lnTo>
                    <a:pt x="761009" y="40170"/>
                  </a:lnTo>
                  <a:lnTo>
                    <a:pt x="761530" y="37439"/>
                  </a:lnTo>
                  <a:lnTo>
                    <a:pt x="762279" y="35864"/>
                  </a:lnTo>
                  <a:lnTo>
                    <a:pt x="763612" y="33058"/>
                  </a:lnTo>
                  <a:lnTo>
                    <a:pt x="765111" y="31394"/>
                  </a:lnTo>
                  <a:lnTo>
                    <a:pt x="769048" y="29095"/>
                  </a:lnTo>
                  <a:lnTo>
                    <a:pt x="771486" y="28511"/>
                  </a:lnTo>
                  <a:lnTo>
                    <a:pt x="786409" y="28511"/>
                  </a:lnTo>
                  <a:lnTo>
                    <a:pt x="786409" y="20053"/>
                  </a:lnTo>
                  <a:close/>
                </a:path>
                <a:path w="1033780" h="97154">
                  <a:moveTo>
                    <a:pt x="852906" y="43065"/>
                  </a:moveTo>
                  <a:lnTo>
                    <a:pt x="852043" y="38722"/>
                  </a:lnTo>
                  <a:lnTo>
                    <a:pt x="852004" y="38506"/>
                  </a:lnTo>
                  <a:lnTo>
                    <a:pt x="851890" y="37909"/>
                  </a:lnTo>
                  <a:lnTo>
                    <a:pt x="851801" y="37465"/>
                  </a:lnTo>
                  <a:lnTo>
                    <a:pt x="847344" y="28257"/>
                  </a:lnTo>
                  <a:lnTo>
                    <a:pt x="846785" y="27622"/>
                  </a:lnTo>
                  <a:lnTo>
                    <a:pt x="844257" y="24739"/>
                  </a:lnTo>
                  <a:lnTo>
                    <a:pt x="842657" y="23761"/>
                  </a:lnTo>
                  <a:lnTo>
                    <a:pt x="842657" y="44221"/>
                  </a:lnTo>
                  <a:lnTo>
                    <a:pt x="809917" y="44221"/>
                  </a:lnTo>
                  <a:lnTo>
                    <a:pt x="810729" y="38722"/>
                  </a:lnTo>
                  <a:lnTo>
                    <a:pt x="812609" y="34582"/>
                  </a:lnTo>
                  <a:lnTo>
                    <a:pt x="818476" y="29019"/>
                  </a:lnTo>
                  <a:lnTo>
                    <a:pt x="822210" y="27622"/>
                  </a:lnTo>
                  <a:lnTo>
                    <a:pt x="831113" y="27622"/>
                  </a:lnTo>
                  <a:lnTo>
                    <a:pt x="842657" y="44221"/>
                  </a:lnTo>
                  <a:lnTo>
                    <a:pt x="842657" y="23761"/>
                  </a:lnTo>
                  <a:lnTo>
                    <a:pt x="836510" y="19989"/>
                  </a:lnTo>
                  <a:lnTo>
                    <a:pt x="836663" y="19989"/>
                  </a:lnTo>
                  <a:lnTo>
                    <a:pt x="831862" y="18707"/>
                  </a:lnTo>
                  <a:lnTo>
                    <a:pt x="821309" y="18707"/>
                  </a:lnTo>
                  <a:lnTo>
                    <a:pt x="816622" y="19989"/>
                  </a:lnTo>
                  <a:lnTo>
                    <a:pt x="800112" y="55803"/>
                  </a:lnTo>
                  <a:lnTo>
                    <a:pt x="801204" y="61239"/>
                  </a:lnTo>
                  <a:lnTo>
                    <a:pt x="821613" y="80416"/>
                  </a:lnTo>
                  <a:lnTo>
                    <a:pt x="833412" y="80416"/>
                  </a:lnTo>
                  <a:lnTo>
                    <a:pt x="851903" y="62382"/>
                  </a:lnTo>
                  <a:lnTo>
                    <a:pt x="841883" y="61595"/>
                  </a:lnTo>
                  <a:lnTo>
                    <a:pt x="840917" y="64566"/>
                  </a:lnTo>
                  <a:lnTo>
                    <a:pt x="839190" y="66967"/>
                  </a:lnTo>
                  <a:lnTo>
                    <a:pt x="834212" y="70599"/>
                  </a:lnTo>
                  <a:lnTo>
                    <a:pt x="831037" y="71513"/>
                  </a:lnTo>
                  <a:lnTo>
                    <a:pt x="822058" y="71513"/>
                  </a:lnTo>
                  <a:lnTo>
                    <a:pt x="817994" y="69913"/>
                  </a:lnTo>
                  <a:lnTo>
                    <a:pt x="811974" y="63525"/>
                  </a:lnTo>
                  <a:lnTo>
                    <a:pt x="810285" y="58775"/>
                  </a:lnTo>
                  <a:lnTo>
                    <a:pt x="809917" y="52463"/>
                  </a:lnTo>
                  <a:lnTo>
                    <a:pt x="852906" y="52463"/>
                  </a:lnTo>
                  <a:lnTo>
                    <a:pt x="852906" y="44221"/>
                  </a:lnTo>
                  <a:lnTo>
                    <a:pt x="852906" y="43065"/>
                  </a:lnTo>
                  <a:close/>
                </a:path>
                <a:path w="1033780" h="97154">
                  <a:moveTo>
                    <a:pt x="917409" y="36944"/>
                  </a:moveTo>
                  <a:lnTo>
                    <a:pt x="916622" y="33172"/>
                  </a:lnTo>
                  <a:lnTo>
                    <a:pt x="913752" y="26949"/>
                  </a:lnTo>
                  <a:lnTo>
                    <a:pt x="913511" y="26416"/>
                  </a:lnTo>
                  <a:lnTo>
                    <a:pt x="911225" y="23723"/>
                  </a:lnTo>
                  <a:lnTo>
                    <a:pt x="905205" y="19710"/>
                  </a:lnTo>
                  <a:lnTo>
                    <a:pt x="901446" y="18707"/>
                  </a:lnTo>
                  <a:lnTo>
                    <a:pt x="893864" y="18707"/>
                  </a:lnTo>
                  <a:lnTo>
                    <a:pt x="878078" y="30048"/>
                  </a:lnTo>
                  <a:lnTo>
                    <a:pt x="878078" y="30226"/>
                  </a:lnTo>
                  <a:lnTo>
                    <a:pt x="877824" y="30594"/>
                  </a:lnTo>
                  <a:lnTo>
                    <a:pt x="877862" y="20053"/>
                  </a:lnTo>
                  <a:lnTo>
                    <a:pt x="869289" y="20053"/>
                  </a:lnTo>
                  <a:lnTo>
                    <a:pt x="869289" y="79082"/>
                  </a:lnTo>
                  <a:lnTo>
                    <a:pt x="878636" y="79082"/>
                  </a:lnTo>
                  <a:lnTo>
                    <a:pt x="878636" y="40132"/>
                  </a:lnTo>
                  <a:lnTo>
                    <a:pt x="879360" y="37071"/>
                  </a:lnTo>
                  <a:lnTo>
                    <a:pt x="880516" y="35090"/>
                  </a:lnTo>
                  <a:lnTo>
                    <a:pt x="882256" y="32092"/>
                  </a:lnTo>
                  <a:lnTo>
                    <a:pt x="884212" y="30200"/>
                  </a:lnTo>
                  <a:lnTo>
                    <a:pt x="888898" y="27711"/>
                  </a:lnTo>
                  <a:lnTo>
                    <a:pt x="888644" y="27711"/>
                  </a:lnTo>
                  <a:lnTo>
                    <a:pt x="891857" y="26949"/>
                  </a:lnTo>
                  <a:lnTo>
                    <a:pt x="899363" y="26949"/>
                  </a:lnTo>
                  <a:lnTo>
                    <a:pt x="902665" y="28384"/>
                  </a:lnTo>
                  <a:lnTo>
                    <a:pt x="906970" y="34099"/>
                  </a:lnTo>
                  <a:lnTo>
                    <a:pt x="908050" y="38277"/>
                  </a:lnTo>
                  <a:lnTo>
                    <a:pt x="908050" y="79082"/>
                  </a:lnTo>
                  <a:lnTo>
                    <a:pt x="917409" y="79082"/>
                  </a:lnTo>
                  <a:lnTo>
                    <a:pt x="917409" y="36944"/>
                  </a:lnTo>
                  <a:close/>
                </a:path>
                <a:path w="1033780" h="97154">
                  <a:moveTo>
                    <a:pt x="984681" y="20053"/>
                  </a:moveTo>
                  <a:lnTo>
                    <a:pt x="961186" y="20053"/>
                  </a:lnTo>
                  <a:lnTo>
                    <a:pt x="961186" y="6235"/>
                  </a:lnTo>
                  <a:lnTo>
                    <a:pt x="951826" y="6235"/>
                  </a:lnTo>
                  <a:lnTo>
                    <a:pt x="951826" y="20053"/>
                  </a:lnTo>
                  <a:lnTo>
                    <a:pt x="932332" y="20053"/>
                  </a:lnTo>
                  <a:lnTo>
                    <a:pt x="932332" y="28295"/>
                  </a:lnTo>
                  <a:lnTo>
                    <a:pt x="951826" y="28295"/>
                  </a:lnTo>
                  <a:lnTo>
                    <a:pt x="951826" y="68313"/>
                  </a:lnTo>
                  <a:lnTo>
                    <a:pt x="953236" y="72402"/>
                  </a:lnTo>
                  <a:lnTo>
                    <a:pt x="958875" y="77749"/>
                  </a:lnTo>
                  <a:lnTo>
                    <a:pt x="963155" y="79082"/>
                  </a:lnTo>
                  <a:lnTo>
                    <a:pt x="984681" y="79082"/>
                  </a:lnTo>
                  <a:lnTo>
                    <a:pt x="984681" y="70840"/>
                  </a:lnTo>
                  <a:lnTo>
                    <a:pt x="966266" y="70840"/>
                  </a:lnTo>
                  <a:lnTo>
                    <a:pt x="964336" y="70192"/>
                  </a:lnTo>
                  <a:lnTo>
                    <a:pt x="961809" y="67589"/>
                  </a:lnTo>
                  <a:lnTo>
                    <a:pt x="961186" y="65570"/>
                  </a:lnTo>
                  <a:lnTo>
                    <a:pt x="961186" y="28295"/>
                  </a:lnTo>
                  <a:lnTo>
                    <a:pt x="984681" y="28295"/>
                  </a:lnTo>
                  <a:lnTo>
                    <a:pt x="984681" y="20053"/>
                  </a:lnTo>
                  <a:close/>
                </a:path>
                <a:path w="1033780" h="97154">
                  <a:moveTo>
                    <a:pt x="1033691" y="65493"/>
                  </a:moveTo>
                  <a:lnTo>
                    <a:pt x="1020330" y="65493"/>
                  </a:lnTo>
                  <a:lnTo>
                    <a:pt x="1020330" y="79082"/>
                  </a:lnTo>
                  <a:lnTo>
                    <a:pt x="1026350" y="79082"/>
                  </a:lnTo>
                  <a:lnTo>
                    <a:pt x="1020330" y="97129"/>
                  </a:lnTo>
                  <a:lnTo>
                    <a:pt x="1027010" y="97129"/>
                  </a:lnTo>
                  <a:lnTo>
                    <a:pt x="1033691" y="77965"/>
                  </a:lnTo>
                  <a:lnTo>
                    <a:pt x="1033691" y="6549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808788" y="5293520"/>
              <a:ext cx="1121602" cy="235700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1964698" y="5497586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7" name="object 197"/>
          <p:cNvGrpSpPr/>
          <p:nvPr/>
        </p:nvGrpSpPr>
        <p:grpSpPr>
          <a:xfrm>
            <a:off x="5825702" y="5287281"/>
            <a:ext cx="314325" cy="80645"/>
            <a:chOff x="5825702" y="5287281"/>
            <a:chExt cx="314325" cy="80645"/>
          </a:xfrm>
        </p:grpSpPr>
        <p:pic>
          <p:nvPicPr>
            <p:cNvPr id="198" name="object 198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825702" y="5287281"/>
              <a:ext cx="111836" cy="8042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5958257" y="5293520"/>
              <a:ext cx="181565" cy="74185"/>
            </a:xfrm>
            <a:prstGeom prst="rect">
              <a:avLst/>
            </a:prstGeom>
          </p:spPr>
        </p:pic>
      </p:grpSp>
      <p:pic>
        <p:nvPicPr>
          <p:cNvPr id="200" name="object 200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556950" y="5661552"/>
            <a:ext cx="155946" cy="155940"/>
          </a:xfrm>
          <a:prstGeom prst="rect">
            <a:avLst/>
          </a:prstGeom>
        </p:spPr>
      </p:pic>
      <p:grpSp>
        <p:nvGrpSpPr>
          <p:cNvPr id="201" name="object 201"/>
          <p:cNvGrpSpPr/>
          <p:nvPr/>
        </p:nvGrpSpPr>
        <p:grpSpPr>
          <a:xfrm>
            <a:off x="806766" y="5698177"/>
            <a:ext cx="287020" cy="99695"/>
            <a:chOff x="806766" y="5698177"/>
            <a:chExt cx="287020" cy="99695"/>
          </a:xfrm>
        </p:grpSpPr>
        <p:pic>
          <p:nvPicPr>
            <p:cNvPr id="202" name="object 202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806766" y="5698177"/>
              <a:ext cx="229426" cy="99181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1072148" y="5726113"/>
              <a:ext cx="21590" cy="69215"/>
            </a:xfrm>
            <a:custGeom>
              <a:avLst/>
              <a:gdLst/>
              <a:ahLst/>
              <a:cxnLst/>
              <a:rect l="l" t="t" r="r" b="b"/>
              <a:pathLst>
                <a:path w="21590" h="69214">
                  <a:moveTo>
                    <a:pt x="21119" y="48922"/>
                  </a:moveTo>
                  <a:lnTo>
                    <a:pt x="0" y="48922"/>
                  </a:lnTo>
                  <a:lnTo>
                    <a:pt x="0" y="69107"/>
                  </a:lnTo>
                  <a:lnTo>
                    <a:pt x="21119" y="69107"/>
                  </a:lnTo>
                  <a:lnTo>
                    <a:pt x="21119" y="48922"/>
                  </a:lnTo>
                  <a:close/>
                </a:path>
                <a:path w="21590" h="69214">
                  <a:moveTo>
                    <a:pt x="21119" y="0"/>
                  </a:moveTo>
                  <a:lnTo>
                    <a:pt x="0" y="0"/>
                  </a:lnTo>
                  <a:lnTo>
                    <a:pt x="0" y="20184"/>
                  </a:lnTo>
                  <a:lnTo>
                    <a:pt x="21119" y="20184"/>
                  </a:lnTo>
                  <a:lnTo>
                    <a:pt x="21119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4" name="object 204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1209423" y="5700316"/>
            <a:ext cx="631118" cy="96508"/>
          </a:xfrm>
          <a:prstGeom prst="rect">
            <a:avLst/>
          </a:prstGeom>
        </p:spPr>
      </p:pic>
      <p:sp>
        <p:nvSpPr>
          <p:cNvPr id="205" name="object 205"/>
          <p:cNvSpPr/>
          <p:nvPr/>
        </p:nvSpPr>
        <p:spPr>
          <a:xfrm>
            <a:off x="1935276" y="5700318"/>
            <a:ext cx="625475" cy="115570"/>
          </a:xfrm>
          <a:custGeom>
            <a:avLst/>
            <a:gdLst/>
            <a:ahLst/>
            <a:cxnLst/>
            <a:rect l="l" t="t" r="r" b="b"/>
            <a:pathLst>
              <a:path w="625475" h="115570">
                <a:moveTo>
                  <a:pt x="60312" y="94907"/>
                </a:moveTo>
                <a:lnTo>
                  <a:pt x="60261" y="42900"/>
                </a:lnTo>
                <a:lnTo>
                  <a:pt x="59537" y="38582"/>
                </a:lnTo>
                <a:lnTo>
                  <a:pt x="59410" y="38188"/>
                </a:lnTo>
                <a:lnTo>
                  <a:pt x="59055" y="37274"/>
                </a:lnTo>
                <a:lnTo>
                  <a:pt x="58953" y="37007"/>
                </a:lnTo>
                <a:lnTo>
                  <a:pt x="56464" y="30645"/>
                </a:lnTo>
                <a:lnTo>
                  <a:pt x="56349" y="30340"/>
                </a:lnTo>
                <a:lnTo>
                  <a:pt x="53936" y="27203"/>
                </a:lnTo>
                <a:lnTo>
                  <a:pt x="47485" y="22771"/>
                </a:lnTo>
                <a:lnTo>
                  <a:pt x="43421" y="21653"/>
                </a:lnTo>
                <a:lnTo>
                  <a:pt x="34950" y="21653"/>
                </a:lnTo>
                <a:lnTo>
                  <a:pt x="18122" y="32880"/>
                </a:lnTo>
                <a:lnTo>
                  <a:pt x="18122" y="0"/>
                </a:lnTo>
                <a:lnTo>
                  <a:pt x="17729" y="0"/>
                </a:lnTo>
                <a:lnTo>
                  <a:pt x="17729" y="33616"/>
                </a:lnTo>
                <a:lnTo>
                  <a:pt x="16713" y="37007"/>
                </a:lnTo>
                <a:lnTo>
                  <a:pt x="16624" y="37274"/>
                </a:lnTo>
                <a:lnTo>
                  <a:pt x="17729" y="33616"/>
                </a:lnTo>
                <a:lnTo>
                  <a:pt x="17729" y="0"/>
                </a:lnTo>
                <a:lnTo>
                  <a:pt x="0" y="0"/>
                </a:lnTo>
                <a:lnTo>
                  <a:pt x="0" y="94907"/>
                </a:lnTo>
                <a:lnTo>
                  <a:pt x="18122" y="94907"/>
                </a:lnTo>
                <a:lnTo>
                  <a:pt x="18122" y="48107"/>
                </a:lnTo>
                <a:lnTo>
                  <a:pt x="19392" y="43954"/>
                </a:lnTo>
                <a:lnTo>
                  <a:pt x="24257" y="38582"/>
                </a:lnTo>
                <a:lnTo>
                  <a:pt x="24384" y="38455"/>
                </a:lnTo>
                <a:lnTo>
                  <a:pt x="24917" y="38188"/>
                </a:lnTo>
                <a:lnTo>
                  <a:pt x="27635" y="37007"/>
                </a:lnTo>
                <a:lnTo>
                  <a:pt x="34912" y="37007"/>
                </a:lnTo>
                <a:lnTo>
                  <a:pt x="37528" y="38188"/>
                </a:lnTo>
                <a:lnTo>
                  <a:pt x="41249" y="42900"/>
                </a:lnTo>
                <a:lnTo>
                  <a:pt x="42189" y="46875"/>
                </a:lnTo>
                <a:lnTo>
                  <a:pt x="42189" y="94907"/>
                </a:lnTo>
                <a:lnTo>
                  <a:pt x="60312" y="94907"/>
                </a:lnTo>
                <a:close/>
              </a:path>
              <a:path w="625475" h="115570">
                <a:moveTo>
                  <a:pt x="143776" y="51473"/>
                </a:moveTo>
                <a:lnTo>
                  <a:pt x="124955" y="24650"/>
                </a:lnTo>
                <a:lnTo>
                  <a:pt x="124955" y="52158"/>
                </a:lnTo>
                <a:lnTo>
                  <a:pt x="124955" y="65938"/>
                </a:lnTo>
                <a:lnTo>
                  <a:pt x="123647" y="71234"/>
                </a:lnTo>
                <a:lnTo>
                  <a:pt x="118402" y="78663"/>
                </a:lnTo>
                <a:lnTo>
                  <a:pt x="114668" y="80530"/>
                </a:lnTo>
                <a:lnTo>
                  <a:pt x="104978" y="80530"/>
                </a:lnTo>
                <a:lnTo>
                  <a:pt x="101244" y="78663"/>
                </a:lnTo>
                <a:lnTo>
                  <a:pt x="95999" y="71234"/>
                </a:lnTo>
                <a:lnTo>
                  <a:pt x="94691" y="65938"/>
                </a:lnTo>
                <a:lnTo>
                  <a:pt x="94691" y="52158"/>
                </a:lnTo>
                <a:lnTo>
                  <a:pt x="95999" y="46863"/>
                </a:lnTo>
                <a:lnTo>
                  <a:pt x="101244" y="39484"/>
                </a:lnTo>
                <a:lnTo>
                  <a:pt x="104978" y="37642"/>
                </a:lnTo>
                <a:lnTo>
                  <a:pt x="114668" y="37642"/>
                </a:lnTo>
                <a:lnTo>
                  <a:pt x="118402" y="39484"/>
                </a:lnTo>
                <a:lnTo>
                  <a:pt x="123647" y="46863"/>
                </a:lnTo>
                <a:lnTo>
                  <a:pt x="124955" y="52158"/>
                </a:lnTo>
                <a:lnTo>
                  <a:pt x="124955" y="24650"/>
                </a:lnTo>
                <a:lnTo>
                  <a:pt x="122529" y="23190"/>
                </a:lnTo>
                <a:lnTo>
                  <a:pt x="116598" y="21653"/>
                </a:lnTo>
                <a:lnTo>
                  <a:pt x="103047" y="21653"/>
                </a:lnTo>
                <a:lnTo>
                  <a:pt x="75869" y="51473"/>
                </a:lnTo>
                <a:lnTo>
                  <a:pt x="75869" y="66687"/>
                </a:lnTo>
                <a:lnTo>
                  <a:pt x="103047" y="96507"/>
                </a:lnTo>
                <a:lnTo>
                  <a:pt x="116598" y="96507"/>
                </a:lnTo>
                <a:lnTo>
                  <a:pt x="143776" y="66687"/>
                </a:lnTo>
                <a:lnTo>
                  <a:pt x="143776" y="51473"/>
                </a:lnTo>
                <a:close/>
              </a:path>
              <a:path w="625475" h="115570">
                <a:moveTo>
                  <a:pt x="221030" y="23266"/>
                </a:moveTo>
                <a:lnTo>
                  <a:pt x="194513" y="23266"/>
                </a:lnTo>
                <a:lnTo>
                  <a:pt x="194513" y="6451"/>
                </a:lnTo>
                <a:lnTo>
                  <a:pt x="176390" y="6451"/>
                </a:lnTo>
                <a:lnTo>
                  <a:pt x="176390" y="23266"/>
                </a:lnTo>
                <a:lnTo>
                  <a:pt x="155803" y="23266"/>
                </a:lnTo>
                <a:lnTo>
                  <a:pt x="155803" y="37642"/>
                </a:lnTo>
                <a:lnTo>
                  <a:pt x="176390" y="37642"/>
                </a:lnTo>
                <a:lnTo>
                  <a:pt x="176390" y="80111"/>
                </a:lnTo>
                <a:lnTo>
                  <a:pt x="178282" y="85750"/>
                </a:lnTo>
                <a:lnTo>
                  <a:pt x="185851" y="93078"/>
                </a:lnTo>
                <a:lnTo>
                  <a:pt x="191770" y="94907"/>
                </a:lnTo>
                <a:lnTo>
                  <a:pt x="221030" y="94907"/>
                </a:lnTo>
                <a:lnTo>
                  <a:pt x="221030" y="80530"/>
                </a:lnTo>
                <a:lnTo>
                  <a:pt x="200914" y="80530"/>
                </a:lnTo>
                <a:lnTo>
                  <a:pt x="198501" y="79717"/>
                </a:lnTo>
                <a:lnTo>
                  <a:pt x="195313" y="76492"/>
                </a:lnTo>
                <a:lnTo>
                  <a:pt x="194513" y="74041"/>
                </a:lnTo>
                <a:lnTo>
                  <a:pt x="194513" y="37642"/>
                </a:lnTo>
                <a:lnTo>
                  <a:pt x="221030" y="37642"/>
                </a:lnTo>
                <a:lnTo>
                  <a:pt x="221030" y="23266"/>
                </a:lnTo>
                <a:close/>
              </a:path>
              <a:path w="625475" h="115570">
                <a:moveTo>
                  <a:pt x="305193" y="51765"/>
                </a:moveTo>
                <a:lnTo>
                  <a:pt x="304304" y="46355"/>
                </a:lnTo>
                <a:lnTo>
                  <a:pt x="304203" y="45707"/>
                </a:lnTo>
                <a:lnTo>
                  <a:pt x="301218" y="37642"/>
                </a:lnTo>
                <a:lnTo>
                  <a:pt x="300024" y="34429"/>
                </a:lnTo>
                <a:lnTo>
                  <a:pt x="296887" y="29946"/>
                </a:lnTo>
                <a:lnTo>
                  <a:pt x="288467" y="23317"/>
                </a:lnTo>
                <a:lnTo>
                  <a:pt x="286423" y="22682"/>
                </a:lnTo>
                <a:lnTo>
                  <a:pt x="286423" y="51765"/>
                </a:lnTo>
                <a:lnTo>
                  <a:pt x="286423" y="66408"/>
                </a:lnTo>
                <a:lnTo>
                  <a:pt x="285102" y="71818"/>
                </a:lnTo>
                <a:lnTo>
                  <a:pt x="279831" y="78778"/>
                </a:lnTo>
                <a:lnTo>
                  <a:pt x="276098" y="80530"/>
                </a:lnTo>
                <a:lnTo>
                  <a:pt x="268262" y="80530"/>
                </a:lnTo>
                <a:lnTo>
                  <a:pt x="255727" y="63969"/>
                </a:lnTo>
                <a:lnTo>
                  <a:pt x="255727" y="54203"/>
                </a:lnTo>
                <a:lnTo>
                  <a:pt x="268262" y="37642"/>
                </a:lnTo>
                <a:lnTo>
                  <a:pt x="276098" y="37642"/>
                </a:lnTo>
                <a:lnTo>
                  <a:pt x="279831" y="39382"/>
                </a:lnTo>
                <a:lnTo>
                  <a:pt x="285102" y="46355"/>
                </a:lnTo>
                <a:lnTo>
                  <a:pt x="286423" y="51765"/>
                </a:lnTo>
                <a:lnTo>
                  <a:pt x="286423" y="22682"/>
                </a:lnTo>
                <a:lnTo>
                  <a:pt x="283197" y="21653"/>
                </a:lnTo>
                <a:lnTo>
                  <a:pt x="271094" y="21653"/>
                </a:lnTo>
                <a:lnTo>
                  <a:pt x="265760" y="23317"/>
                </a:lnTo>
                <a:lnTo>
                  <a:pt x="266077" y="23317"/>
                </a:lnTo>
                <a:lnTo>
                  <a:pt x="258584" y="29121"/>
                </a:lnTo>
                <a:lnTo>
                  <a:pt x="255752" y="33401"/>
                </a:lnTo>
                <a:lnTo>
                  <a:pt x="255435" y="34429"/>
                </a:lnTo>
                <a:lnTo>
                  <a:pt x="253911" y="38976"/>
                </a:lnTo>
                <a:lnTo>
                  <a:pt x="255409" y="34429"/>
                </a:lnTo>
                <a:lnTo>
                  <a:pt x="255092" y="23317"/>
                </a:lnTo>
                <a:lnTo>
                  <a:pt x="237604" y="23317"/>
                </a:lnTo>
                <a:lnTo>
                  <a:pt x="237604" y="114960"/>
                </a:lnTo>
                <a:lnTo>
                  <a:pt x="255727" y="114960"/>
                </a:lnTo>
                <a:lnTo>
                  <a:pt x="255727" y="85344"/>
                </a:lnTo>
                <a:lnTo>
                  <a:pt x="256794" y="87172"/>
                </a:lnTo>
                <a:lnTo>
                  <a:pt x="261061" y="91846"/>
                </a:lnTo>
                <a:lnTo>
                  <a:pt x="263639" y="93599"/>
                </a:lnTo>
                <a:lnTo>
                  <a:pt x="269697" y="95923"/>
                </a:lnTo>
                <a:lnTo>
                  <a:pt x="273088" y="96507"/>
                </a:lnTo>
                <a:lnTo>
                  <a:pt x="283197" y="96507"/>
                </a:lnTo>
                <a:lnTo>
                  <a:pt x="288467" y="94856"/>
                </a:lnTo>
                <a:lnTo>
                  <a:pt x="296887" y="88226"/>
                </a:lnTo>
                <a:lnTo>
                  <a:pt x="300024" y="83731"/>
                </a:lnTo>
                <a:lnTo>
                  <a:pt x="301129" y="80733"/>
                </a:lnTo>
                <a:lnTo>
                  <a:pt x="301205" y="80530"/>
                </a:lnTo>
                <a:lnTo>
                  <a:pt x="304203" y="72402"/>
                </a:lnTo>
                <a:lnTo>
                  <a:pt x="305181" y="66408"/>
                </a:lnTo>
                <a:lnTo>
                  <a:pt x="305193" y="51765"/>
                </a:lnTo>
                <a:close/>
              </a:path>
              <a:path w="625475" h="115570">
                <a:moveTo>
                  <a:pt x="384378" y="51473"/>
                </a:moveTo>
                <a:lnTo>
                  <a:pt x="365556" y="24650"/>
                </a:lnTo>
                <a:lnTo>
                  <a:pt x="365556" y="52158"/>
                </a:lnTo>
                <a:lnTo>
                  <a:pt x="365556" y="65938"/>
                </a:lnTo>
                <a:lnTo>
                  <a:pt x="364236" y="71234"/>
                </a:lnTo>
                <a:lnTo>
                  <a:pt x="359003" y="78663"/>
                </a:lnTo>
                <a:lnTo>
                  <a:pt x="355269" y="80530"/>
                </a:lnTo>
                <a:lnTo>
                  <a:pt x="345567" y="80530"/>
                </a:lnTo>
                <a:lnTo>
                  <a:pt x="341833" y="78663"/>
                </a:lnTo>
                <a:lnTo>
                  <a:pt x="336600" y="71234"/>
                </a:lnTo>
                <a:lnTo>
                  <a:pt x="335292" y="65938"/>
                </a:lnTo>
                <a:lnTo>
                  <a:pt x="335292" y="52158"/>
                </a:lnTo>
                <a:lnTo>
                  <a:pt x="336600" y="46863"/>
                </a:lnTo>
                <a:lnTo>
                  <a:pt x="341833" y="39484"/>
                </a:lnTo>
                <a:lnTo>
                  <a:pt x="345567" y="37642"/>
                </a:lnTo>
                <a:lnTo>
                  <a:pt x="355269" y="37642"/>
                </a:lnTo>
                <a:lnTo>
                  <a:pt x="359003" y="39484"/>
                </a:lnTo>
                <a:lnTo>
                  <a:pt x="364236" y="46863"/>
                </a:lnTo>
                <a:lnTo>
                  <a:pt x="365556" y="52158"/>
                </a:lnTo>
                <a:lnTo>
                  <a:pt x="365556" y="24650"/>
                </a:lnTo>
                <a:lnTo>
                  <a:pt x="363131" y="23190"/>
                </a:lnTo>
                <a:lnTo>
                  <a:pt x="357187" y="21653"/>
                </a:lnTo>
                <a:lnTo>
                  <a:pt x="343649" y="21653"/>
                </a:lnTo>
                <a:lnTo>
                  <a:pt x="316471" y="51473"/>
                </a:lnTo>
                <a:lnTo>
                  <a:pt x="316471" y="66687"/>
                </a:lnTo>
                <a:lnTo>
                  <a:pt x="343649" y="96507"/>
                </a:lnTo>
                <a:lnTo>
                  <a:pt x="357187" y="96507"/>
                </a:lnTo>
                <a:lnTo>
                  <a:pt x="384378" y="66687"/>
                </a:lnTo>
                <a:lnTo>
                  <a:pt x="384378" y="51473"/>
                </a:lnTo>
                <a:close/>
              </a:path>
              <a:path w="625475" h="115570">
                <a:moveTo>
                  <a:pt x="461632" y="23266"/>
                </a:moveTo>
                <a:lnTo>
                  <a:pt x="435114" y="23266"/>
                </a:lnTo>
                <a:lnTo>
                  <a:pt x="435114" y="6451"/>
                </a:lnTo>
                <a:lnTo>
                  <a:pt x="416991" y="6451"/>
                </a:lnTo>
                <a:lnTo>
                  <a:pt x="416991" y="23266"/>
                </a:lnTo>
                <a:lnTo>
                  <a:pt x="396405" y="23266"/>
                </a:lnTo>
                <a:lnTo>
                  <a:pt x="396405" y="37642"/>
                </a:lnTo>
                <a:lnTo>
                  <a:pt x="416991" y="37642"/>
                </a:lnTo>
                <a:lnTo>
                  <a:pt x="416991" y="80111"/>
                </a:lnTo>
                <a:lnTo>
                  <a:pt x="418884" y="85750"/>
                </a:lnTo>
                <a:lnTo>
                  <a:pt x="426453" y="93078"/>
                </a:lnTo>
                <a:lnTo>
                  <a:pt x="432371" y="94907"/>
                </a:lnTo>
                <a:lnTo>
                  <a:pt x="461632" y="94907"/>
                </a:lnTo>
                <a:lnTo>
                  <a:pt x="461632" y="80530"/>
                </a:lnTo>
                <a:lnTo>
                  <a:pt x="441515" y="80530"/>
                </a:lnTo>
                <a:lnTo>
                  <a:pt x="439102" y="79717"/>
                </a:lnTo>
                <a:lnTo>
                  <a:pt x="435902" y="76492"/>
                </a:lnTo>
                <a:lnTo>
                  <a:pt x="435114" y="74041"/>
                </a:lnTo>
                <a:lnTo>
                  <a:pt x="435114" y="37642"/>
                </a:lnTo>
                <a:lnTo>
                  <a:pt x="461632" y="37642"/>
                </a:lnTo>
                <a:lnTo>
                  <a:pt x="461632" y="23266"/>
                </a:lnTo>
                <a:close/>
              </a:path>
              <a:path w="625475" h="115570">
                <a:moveTo>
                  <a:pt x="543433" y="23317"/>
                </a:moveTo>
                <a:lnTo>
                  <a:pt x="525945" y="23317"/>
                </a:lnTo>
                <a:lnTo>
                  <a:pt x="525767" y="29121"/>
                </a:lnTo>
                <a:lnTo>
                  <a:pt x="525653" y="34429"/>
                </a:lnTo>
                <a:lnTo>
                  <a:pt x="525513" y="37642"/>
                </a:lnTo>
                <a:lnTo>
                  <a:pt x="525614" y="34290"/>
                </a:lnTo>
                <a:lnTo>
                  <a:pt x="525322" y="33401"/>
                </a:lnTo>
                <a:lnTo>
                  <a:pt x="525310" y="54203"/>
                </a:lnTo>
                <a:lnTo>
                  <a:pt x="525310" y="63969"/>
                </a:lnTo>
                <a:lnTo>
                  <a:pt x="512813" y="80530"/>
                </a:lnTo>
                <a:lnTo>
                  <a:pt x="504990" y="80530"/>
                </a:lnTo>
                <a:lnTo>
                  <a:pt x="501281" y="78778"/>
                </a:lnTo>
                <a:lnTo>
                  <a:pt x="495947" y="71818"/>
                </a:lnTo>
                <a:lnTo>
                  <a:pt x="494614" y="66408"/>
                </a:lnTo>
                <a:lnTo>
                  <a:pt x="494614" y="51765"/>
                </a:lnTo>
                <a:lnTo>
                  <a:pt x="495947" y="46355"/>
                </a:lnTo>
                <a:lnTo>
                  <a:pt x="501281" y="39382"/>
                </a:lnTo>
                <a:lnTo>
                  <a:pt x="504990" y="37642"/>
                </a:lnTo>
                <a:lnTo>
                  <a:pt x="512775" y="37642"/>
                </a:lnTo>
                <a:lnTo>
                  <a:pt x="525310" y="54203"/>
                </a:lnTo>
                <a:lnTo>
                  <a:pt x="525310" y="33388"/>
                </a:lnTo>
                <a:lnTo>
                  <a:pt x="522516" y="29121"/>
                </a:lnTo>
                <a:lnTo>
                  <a:pt x="515086" y="23317"/>
                </a:lnTo>
                <a:lnTo>
                  <a:pt x="515404" y="23317"/>
                </a:lnTo>
                <a:lnTo>
                  <a:pt x="510032" y="21653"/>
                </a:lnTo>
                <a:lnTo>
                  <a:pt x="497903" y="21653"/>
                </a:lnTo>
                <a:lnTo>
                  <a:pt x="492633" y="23317"/>
                </a:lnTo>
                <a:lnTo>
                  <a:pt x="484174" y="29946"/>
                </a:lnTo>
                <a:lnTo>
                  <a:pt x="481114" y="34290"/>
                </a:lnTo>
                <a:lnTo>
                  <a:pt x="481012" y="34429"/>
                </a:lnTo>
                <a:lnTo>
                  <a:pt x="476846" y="45707"/>
                </a:lnTo>
                <a:lnTo>
                  <a:pt x="475843" y="51765"/>
                </a:lnTo>
                <a:lnTo>
                  <a:pt x="475856" y="66408"/>
                </a:lnTo>
                <a:lnTo>
                  <a:pt x="497903" y="96507"/>
                </a:lnTo>
                <a:lnTo>
                  <a:pt x="508000" y="96507"/>
                </a:lnTo>
                <a:lnTo>
                  <a:pt x="525310" y="85445"/>
                </a:lnTo>
                <a:lnTo>
                  <a:pt x="525310" y="114960"/>
                </a:lnTo>
                <a:lnTo>
                  <a:pt x="543433" y="114960"/>
                </a:lnTo>
                <a:lnTo>
                  <a:pt x="543433" y="78943"/>
                </a:lnTo>
                <a:lnTo>
                  <a:pt x="543433" y="39776"/>
                </a:lnTo>
                <a:lnTo>
                  <a:pt x="543433" y="23317"/>
                </a:lnTo>
                <a:close/>
              </a:path>
              <a:path w="625475" h="115570">
                <a:moveTo>
                  <a:pt x="625233" y="81330"/>
                </a:moveTo>
                <a:lnTo>
                  <a:pt x="621080" y="81330"/>
                </a:lnTo>
                <a:lnTo>
                  <a:pt x="620153" y="80987"/>
                </a:lnTo>
                <a:lnTo>
                  <a:pt x="618832" y="79629"/>
                </a:lnTo>
                <a:lnTo>
                  <a:pt x="618756" y="79349"/>
                </a:lnTo>
                <a:lnTo>
                  <a:pt x="618502" y="78384"/>
                </a:lnTo>
                <a:lnTo>
                  <a:pt x="618502" y="63093"/>
                </a:lnTo>
                <a:lnTo>
                  <a:pt x="618502" y="41960"/>
                </a:lnTo>
                <a:lnTo>
                  <a:pt x="616585" y="36195"/>
                </a:lnTo>
                <a:lnTo>
                  <a:pt x="616077" y="34671"/>
                </a:lnTo>
                <a:lnTo>
                  <a:pt x="606361" y="24257"/>
                </a:lnTo>
                <a:lnTo>
                  <a:pt x="598766" y="21653"/>
                </a:lnTo>
                <a:lnTo>
                  <a:pt x="580224" y="21653"/>
                </a:lnTo>
                <a:lnTo>
                  <a:pt x="573392" y="23787"/>
                </a:lnTo>
                <a:lnTo>
                  <a:pt x="562584" y="32283"/>
                </a:lnTo>
                <a:lnTo>
                  <a:pt x="559206" y="37909"/>
                </a:lnTo>
                <a:lnTo>
                  <a:pt x="557872" y="44919"/>
                </a:lnTo>
                <a:lnTo>
                  <a:pt x="576580" y="45935"/>
                </a:lnTo>
                <a:lnTo>
                  <a:pt x="577176" y="43065"/>
                </a:lnTo>
                <a:lnTo>
                  <a:pt x="578446" y="40728"/>
                </a:lnTo>
                <a:lnTo>
                  <a:pt x="582371" y="37109"/>
                </a:lnTo>
                <a:lnTo>
                  <a:pt x="585152" y="36195"/>
                </a:lnTo>
                <a:lnTo>
                  <a:pt x="592886" y="36195"/>
                </a:lnTo>
                <a:lnTo>
                  <a:pt x="595858" y="37414"/>
                </a:lnTo>
                <a:lnTo>
                  <a:pt x="599478" y="42278"/>
                </a:lnTo>
                <a:lnTo>
                  <a:pt x="600379" y="45758"/>
                </a:lnTo>
                <a:lnTo>
                  <a:pt x="600379" y="50266"/>
                </a:lnTo>
                <a:lnTo>
                  <a:pt x="600379" y="63093"/>
                </a:lnTo>
                <a:lnTo>
                  <a:pt x="587946" y="82931"/>
                </a:lnTo>
                <a:lnTo>
                  <a:pt x="581685" y="82931"/>
                </a:lnTo>
                <a:lnTo>
                  <a:pt x="579691" y="82321"/>
                </a:lnTo>
                <a:lnTo>
                  <a:pt x="579551" y="82321"/>
                </a:lnTo>
                <a:lnTo>
                  <a:pt x="576516" y="79629"/>
                </a:lnTo>
                <a:lnTo>
                  <a:pt x="576351" y="79349"/>
                </a:lnTo>
                <a:lnTo>
                  <a:pt x="575678" y="77724"/>
                </a:lnTo>
                <a:lnTo>
                  <a:pt x="575678" y="72936"/>
                </a:lnTo>
                <a:lnTo>
                  <a:pt x="576326" y="71018"/>
                </a:lnTo>
                <a:lnTo>
                  <a:pt x="578942" y="68275"/>
                </a:lnTo>
                <a:lnTo>
                  <a:pt x="581228" y="67246"/>
                </a:lnTo>
                <a:lnTo>
                  <a:pt x="584492" y="66573"/>
                </a:lnTo>
                <a:lnTo>
                  <a:pt x="600379" y="63093"/>
                </a:lnTo>
                <a:lnTo>
                  <a:pt x="600379" y="50266"/>
                </a:lnTo>
                <a:lnTo>
                  <a:pt x="572033" y="56375"/>
                </a:lnTo>
                <a:lnTo>
                  <a:pt x="566699" y="58788"/>
                </a:lnTo>
                <a:lnTo>
                  <a:pt x="558952" y="65532"/>
                </a:lnTo>
                <a:lnTo>
                  <a:pt x="557009" y="70243"/>
                </a:lnTo>
                <a:lnTo>
                  <a:pt x="557009" y="80505"/>
                </a:lnTo>
                <a:lnTo>
                  <a:pt x="558076" y="84124"/>
                </a:lnTo>
                <a:lnTo>
                  <a:pt x="562343" y="90182"/>
                </a:lnTo>
                <a:lnTo>
                  <a:pt x="565213" y="92506"/>
                </a:lnTo>
                <a:lnTo>
                  <a:pt x="572579" y="95770"/>
                </a:lnTo>
                <a:lnTo>
                  <a:pt x="572744" y="95770"/>
                </a:lnTo>
                <a:lnTo>
                  <a:pt x="576453" y="96507"/>
                </a:lnTo>
                <a:lnTo>
                  <a:pt x="585177" y="96507"/>
                </a:lnTo>
                <a:lnTo>
                  <a:pt x="588962" y="95770"/>
                </a:lnTo>
                <a:lnTo>
                  <a:pt x="595503" y="92786"/>
                </a:lnTo>
                <a:lnTo>
                  <a:pt x="598131" y="90741"/>
                </a:lnTo>
                <a:lnTo>
                  <a:pt x="602107" y="85521"/>
                </a:lnTo>
                <a:lnTo>
                  <a:pt x="602386" y="84836"/>
                </a:lnTo>
                <a:lnTo>
                  <a:pt x="602564" y="85521"/>
                </a:lnTo>
                <a:lnTo>
                  <a:pt x="602602" y="85699"/>
                </a:lnTo>
                <a:lnTo>
                  <a:pt x="605231" y="90538"/>
                </a:lnTo>
                <a:lnTo>
                  <a:pt x="607377" y="92506"/>
                </a:lnTo>
                <a:lnTo>
                  <a:pt x="612368" y="94996"/>
                </a:lnTo>
                <a:lnTo>
                  <a:pt x="612724" y="94996"/>
                </a:lnTo>
                <a:lnTo>
                  <a:pt x="615149" y="95491"/>
                </a:lnTo>
                <a:lnTo>
                  <a:pt x="620737" y="95491"/>
                </a:lnTo>
                <a:lnTo>
                  <a:pt x="624700" y="94996"/>
                </a:lnTo>
                <a:lnTo>
                  <a:pt x="625233" y="94996"/>
                </a:lnTo>
                <a:lnTo>
                  <a:pt x="625233" y="8133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6" name="object 206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2656225" y="5700316"/>
            <a:ext cx="462484" cy="96508"/>
          </a:xfrm>
          <a:prstGeom prst="rect">
            <a:avLst/>
          </a:prstGeom>
        </p:spPr>
      </p:pic>
      <p:pic>
        <p:nvPicPr>
          <p:cNvPr id="207" name="object 207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3214093" y="5706759"/>
            <a:ext cx="145215" cy="90065"/>
          </a:xfrm>
          <a:prstGeom prst="rect">
            <a:avLst/>
          </a:prstGeom>
        </p:spPr>
      </p:pic>
      <p:grpSp>
        <p:nvGrpSpPr>
          <p:cNvPr id="208" name="object 208"/>
          <p:cNvGrpSpPr/>
          <p:nvPr/>
        </p:nvGrpSpPr>
        <p:grpSpPr>
          <a:xfrm>
            <a:off x="3458221" y="5698177"/>
            <a:ext cx="304800" cy="99695"/>
            <a:chOff x="3458221" y="5698177"/>
            <a:chExt cx="304800" cy="99695"/>
          </a:xfrm>
        </p:grpSpPr>
        <p:sp>
          <p:nvSpPr>
            <p:cNvPr id="209" name="object 209"/>
            <p:cNvSpPr/>
            <p:nvPr/>
          </p:nvSpPr>
          <p:spPr>
            <a:xfrm>
              <a:off x="3458221" y="5721971"/>
              <a:ext cx="60960" cy="73660"/>
            </a:xfrm>
            <a:custGeom>
              <a:avLst/>
              <a:gdLst/>
              <a:ahLst/>
              <a:cxnLst/>
              <a:rect l="l" t="t" r="r" b="b"/>
              <a:pathLst>
                <a:path w="60960" h="73660">
                  <a:moveTo>
                    <a:pt x="16548" y="1604"/>
                  </a:moveTo>
                  <a:lnTo>
                    <a:pt x="0" y="1604"/>
                  </a:lnTo>
                  <a:lnTo>
                    <a:pt x="0" y="73249"/>
                  </a:lnTo>
                  <a:lnTo>
                    <a:pt x="18124" y="73249"/>
                  </a:lnTo>
                  <a:lnTo>
                    <a:pt x="18124" y="28140"/>
                  </a:lnTo>
                  <a:lnTo>
                    <a:pt x="18654" y="25593"/>
                  </a:lnTo>
                  <a:lnTo>
                    <a:pt x="18752" y="25120"/>
                  </a:lnTo>
                  <a:lnTo>
                    <a:pt x="20798" y="21173"/>
                  </a:lnTo>
                  <a:lnTo>
                    <a:pt x="17109" y="21173"/>
                  </a:lnTo>
                  <a:lnTo>
                    <a:pt x="15292" y="20370"/>
                  </a:lnTo>
                  <a:lnTo>
                    <a:pt x="15902" y="16965"/>
                  </a:lnTo>
                  <a:lnTo>
                    <a:pt x="15966" y="16605"/>
                  </a:lnTo>
                  <a:lnTo>
                    <a:pt x="16081" y="15963"/>
                  </a:lnTo>
                  <a:lnTo>
                    <a:pt x="16128" y="15701"/>
                  </a:lnTo>
                  <a:lnTo>
                    <a:pt x="16896" y="13744"/>
                  </a:lnTo>
                  <a:lnTo>
                    <a:pt x="16842" y="11860"/>
                  </a:lnTo>
                  <a:lnTo>
                    <a:pt x="16757" y="8910"/>
                  </a:lnTo>
                  <a:lnTo>
                    <a:pt x="16669" y="5836"/>
                  </a:lnTo>
                  <a:lnTo>
                    <a:pt x="16548" y="1604"/>
                  </a:lnTo>
                  <a:close/>
                </a:path>
                <a:path w="60960" h="73660">
                  <a:moveTo>
                    <a:pt x="59505" y="15344"/>
                  </a:moveTo>
                  <a:lnTo>
                    <a:pt x="35476" y="15344"/>
                  </a:lnTo>
                  <a:lnTo>
                    <a:pt x="38238" y="16605"/>
                  </a:lnTo>
                  <a:lnTo>
                    <a:pt x="41910" y="21649"/>
                  </a:lnTo>
                  <a:lnTo>
                    <a:pt x="42718" y="25120"/>
                  </a:lnTo>
                  <a:lnTo>
                    <a:pt x="42828" y="73249"/>
                  </a:lnTo>
                  <a:lnTo>
                    <a:pt x="60952" y="73249"/>
                  </a:lnTo>
                  <a:lnTo>
                    <a:pt x="60877" y="21173"/>
                  </a:lnTo>
                  <a:lnTo>
                    <a:pt x="60151" y="16965"/>
                  </a:lnTo>
                  <a:lnTo>
                    <a:pt x="59505" y="15344"/>
                  </a:lnTo>
                  <a:close/>
                </a:path>
                <a:path w="60960" h="73660">
                  <a:moveTo>
                    <a:pt x="16896" y="13744"/>
                  </a:moveTo>
                  <a:lnTo>
                    <a:pt x="16128" y="15701"/>
                  </a:lnTo>
                  <a:lnTo>
                    <a:pt x="15292" y="20370"/>
                  </a:lnTo>
                  <a:lnTo>
                    <a:pt x="17109" y="21173"/>
                  </a:lnTo>
                  <a:lnTo>
                    <a:pt x="16988" y="16965"/>
                  </a:lnTo>
                  <a:lnTo>
                    <a:pt x="16896" y="13744"/>
                  </a:lnTo>
                  <a:close/>
                </a:path>
                <a:path w="60960" h="73660">
                  <a:moveTo>
                    <a:pt x="43771" y="0"/>
                  </a:moveTo>
                  <a:lnTo>
                    <a:pt x="34682" y="0"/>
                  </a:lnTo>
                  <a:lnTo>
                    <a:pt x="31112" y="721"/>
                  </a:lnTo>
                  <a:lnTo>
                    <a:pt x="24678" y="3609"/>
                  </a:lnTo>
                  <a:lnTo>
                    <a:pt x="21983" y="5836"/>
                  </a:lnTo>
                  <a:lnTo>
                    <a:pt x="17635" y="11860"/>
                  </a:lnTo>
                  <a:lnTo>
                    <a:pt x="16896" y="13744"/>
                  </a:lnTo>
                  <a:lnTo>
                    <a:pt x="16988" y="16965"/>
                  </a:lnTo>
                  <a:lnTo>
                    <a:pt x="17109" y="21173"/>
                  </a:lnTo>
                  <a:lnTo>
                    <a:pt x="20798" y="21173"/>
                  </a:lnTo>
                  <a:lnTo>
                    <a:pt x="21214" y="20370"/>
                  </a:lnTo>
                  <a:lnTo>
                    <a:pt x="22923" y="18440"/>
                  </a:lnTo>
                  <a:lnTo>
                    <a:pt x="27040" y="15963"/>
                  </a:lnTo>
                  <a:lnTo>
                    <a:pt x="29309" y="15344"/>
                  </a:lnTo>
                  <a:lnTo>
                    <a:pt x="59505" y="15344"/>
                  </a:lnTo>
                  <a:lnTo>
                    <a:pt x="56942" y="8910"/>
                  </a:lnTo>
                  <a:lnTo>
                    <a:pt x="54579" y="5836"/>
                  </a:lnTo>
                  <a:lnTo>
                    <a:pt x="51477" y="3609"/>
                  </a:lnTo>
                  <a:lnTo>
                    <a:pt x="47986" y="1149"/>
                  </a:lnTo>
                  <a:lnTo>
                    <a:pt x="4377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0" name="object 210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3538928" y="5698177"/>
              <a:ext cx="224052" cy="99181"/>
            </a:xfrm>
            <a:prstGeom prst="rect">
              <a:avLst/>
            </a:prstGeom>
          </p:spPr>
        </p:pic>
      </p:grpSp>
      <p:grpSp>
        <p:nvGrpSpPr>
          <p:cNvPr id="211" name="object 211"/>
          <p:cNvGrpSpPr/>
          <p:nvPr/>
        </p:nvGrpSpPr>
        <p:grpSpPr>
          <a:xfrm>
            <a:off x="1408407" y="5887006"/>
            <a:ext cx="323850" cy="83185"/>
            <a:chOff x="1408407" y="5887006"/>
            <a:chExt cx="323850" cy="83185"/>
          </a:xfrm>
        </p:grpSpPr>
        <p:sp>
          <p:nvSpPr>
            <p:cNvPr id="212" name="object 212"/>
            <p:cNvSpPr/>
            <p:nvPr/>
          </p:nvSpPr>
          <p:spPr>
            <a:xfrm>
              <a:off x="1408404" y="5887008"/>
              <a:ext cx="104139" cy="83185"/>
            </a:xfrm>
            <a:custGeom>
              <a:avLst/>
              <a:gdLst/>
              <a:ahLst/>
              <a:cxnLst/>
              <a:rect l="l" t="t" r="r" b="b"/>
              <a:pathLst>
                <a:path w="104140" h="83185">
                  <a:moveTo>
                    <a:pt x="57023" y="32905"/>
                  </a:moveTo>
                  <a:lnTo>
                    <a:pt x="55892" y="25539"/>
                  </a:lnTo>
                  <a:lnTo>
                    <a:pt x="51663" y="14033"/>
                  </a:lnTo>
                  <a:lnTo>
                    <a:pt x="51574" y="13766"/>
                  </a:lnTo>
                  <a:lnTo>
                    <a:pt x="51346" y="13169"/>
                  </a:lnTo>
                  <a:lnTo>
                    <a:pt x="48082" y="8394"/>
                  </a:lnTo>
                  <a:lnTo>
                    <a:pt x="40716" y="2565"/>
                  </a:lnTo>
                  <a:lnTo>
                    <a:pt x="40716" y="35318"/>
                  </a:lnTo>
                  <a:lnTo>
                    <a:pt x="40716" y="47459"/>
                  </a:lnTo>
                  <a:lnTo>
                    <a:pt x="31115" y="68618"/>
                  </a:lnTo>
                  <a:lnTo>
                    <a:pt x="25984" y="68618"/>
                  </a:lnTo>
                  <a:lnTo>
                    <a:pt x="23812" y="67614"/>
                  </a:lnTo>
                  <a:lnTo>
                    <a:pt x="20929" y="64465"/>
                  </a:lnTo>
                  <a:lnTo>
                    <a:pt x="39865" y="28740"/>
                  </a:lnTo>
                  <a:lnTo>
                    <a:pt x="40233" y="30238"/>
                  </a:lnTo>
                  <a:lnTo>
                    <a:pt x="40716" y="35318"/>
                  </a:lnTo>
                  <a:lnTo>
                    <a:pt x="40716" y="2565"/>
                  </a:lnTo>
                  <a:lnTo>
                    <a:pt x="39598" y="1676"/>
                  </a:lnTo>
                  <a:lnTo>
                    <a:pt x="36093" y="533"/>
                  </a:lnTo>
                  <a:lnTo>
                    <a:pt x="36093" y="18199"/>
                  </a:lnTo>
                  <a:lnTo>
                    <a:pt x="17145" y="53936"/>
                  </a:lnTo>
                  <a:lnTo>
                    <a:pt x="16789" y="52489"/>
                  </a:lnTo>
                  <a:lnTo>
                    <a:pt x="16306" y="47459"/>
                  </a:lnTo>
                  <a:lnTo>
                    <a:pt x="16306" y="35318"/>
                  </a:lnTo>
                  <a:lnTo>
                    <a:pt x="25984" y="14033"/>
                  </a:lnTo>
                  <a:lnTo>
                    <a:pt x="31115" y="14033"/>
                  </a:lnTo>
                  <a:lnTo>
                    <a:pt x="33312" y="15049"/>
                  </a:lnTo>
                  <a:lnTo>
                    <a:pt x="36093" y="18199"/>
                  </a:lnTo>
                  <a:lnTo>
                    <a:pt x="36093" y="533"/>
                  </a:lnTo>
                  <a:lnTo>
                    <a:pt x="34480" y="0"/>
                  </a:lnTo>
                  <a:lnTo>
                    <a:pt x="22567" y="0"/>
                  </a:lnTo>
                  <a:lnTo>
                    <a:pt x="0" y="32905"/>
                  </a:lnTo>
                  <a:lnTo>
                    <a:pt x="0" y="49949"/>
                  </a:lnTo>
                  <a:lnTo>
                    <a:pt x="22567" y="82651"/>
                  </a:lnTo>
                  <a:lnTo>
                    <a:pt x="34480" y="82651"/>
                  </a:lnTo>
                  <a:lnTo>
                    <a:pt x="39598" y="81000"/>
                  </a:lnTo>
                  <a:lnTo>
                    <a:pt x="48082" y="74358"/>
                  </a:lnTo>
                  <a:lnTo>
                    <a:pt x="51346" y="69608"/>
                  </a:lnTo>
                  <a:lnTo>
                    <a:pt x="51612" y="68884"/>
                  </a:lnTo>
                  <a:lnTo>
                    <a:pt x="51714" y="68618"/>
                  </a:lnTo>
                  <a:lnTo>
                    <a:pt x="55892" y="57289"/>
                  </a:lnTo>
                  <a:lnTo>
                    <a:pt x="57023" y="49949"/>
                  </a:lnTo>
                  <a:lnTo>
                    <a:pt x="57023" y="32905"/>
                  </a:lnTo>
                  <a:close/>
                </a:path>
                <a:path w="104140" h="83185">
                  <a:moveTo>
                    <a:pt x="104127" y="64071"/>
                  </a:moveTo>
                  <a:lnTo>
                    <a:pt x="86563" y="64071"/>
                  </a:lnTo>
                  <a:lnTo>
                    <a:pt x="86563" y="80873"/>
                  </a:lnTo>
                  <a:lnTo>
                    <a:pt x="104127" y="80873"/>
                  </a:lnTo>
                  <a:lnTo>
                    <a:pt x="104127" y="64071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3" name="object 213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541405" y="5887006"/>
              <a:ext cx="190252" cy="82651"/>
            </a:xfrm>
            <a:prstGeom prst="rect">
              <a:avLst/>
            </a:prstGeom>
          </p:spPr>
        </p:pic>
      </p:grpSp>
      <p:grpSp>
        <p:nvGrpSpPr>
          <p:cNvPr id="214" name="object 214"/>
          <p:cNvGrpSpPr/>
          <p:nvPr/>
        </p:nvGrpSpPr>
        <p:grpSpPr>
          <a:xfrm>
            <a:off x="1609586" y="5887006"/>
            <a:ext cx="988060" cy="243840"/>
            <a:chOff x="1609586" y="5887006"/>
            <a:chExt cx="988060" cy="243840"/>
          </a:xfrm>
        </p:grpSpPr>
        <p:pic>
          <p:nvPicPr>
            <p:cNvPr id="215" name="object 215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810534" y="5895026"/>
              <a:ext cx="118741" cy="74185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2432532" y="5887008"/>
              <a:ext cx="101600" cy="83185"/>
            </a:xfrm>
            <a:custGeom>
              <a:avLst/>
              <a:gdLst/>
              <a:ahLst/>
              <a:cxnLst/>
              <a:rect l="l" t="t" r="r" b="b"/>
              <a:pathLst>
                <a:path w="101600" h="83185">
                  <a:moveTo>
                    <a:pt x="13804" y="67284"/>
                  </a:moveTo>
                  <a:lnTo>
                    <a:pt x="0" y="67284"/>
                  </a:lnTo>
                  <a:lnTo>
                    <a:pt x="0" y="80873"/>
                  </a:lnTo>
                  <a:lnTo>
                    <a:pt x="13804" y="80873"/>
                  </a:lnTo>
                  <a:lnTo>
                    <a:pt x="13804" y="67284"/>
                  </a:lnTo>
                  <a:close/>
                </a:path>
                <a:path w="101600" h="83185">
                  <a:moveTo>
                    <a:pt x="101587" y="53022"/>
                  </a:moveTo>
                  <a:lnTo>
                    <a:pt x="99695" y="48196"/>
                  </a:lnTo>
                  <a:lnTo>
                    <a:pt x="92113" y="40474"/>
                  </a:lnTo>
                  <a:lnTo>
                    <a:pt x="89801" y="39433"/>
                  </a:lnTo>
                  <a:lnTo>
                    <a:pt x="86995" y="38176"/>
                  </a:lnTo>
                  <a:lnTo>
                    <a:pt x="86550" y="38315"/>
                  </a:lnTo>
                  <a:lnTo>
                    <a:pt x="86880" y="38176"/>
                  </a:lnTo>
                  <a:lnTo>
                    <a:pt x="88519" y="37426"/>
                  </a:lnTo>
                  <a:lnTo>
                    <a:pt x="91097" y="36258"/>
                  </a:lnTo>
                  <a:lnTo>
                    <a:pt x="97256" y="30251"/>
                  </a:lnTo>
                  <a:lnTo>
                    <a:pt x="98806" y="26289"/>
                  </a:lnTo>
                  <a:lnTo>
                    <a:pt x="98806" y="17119"/>
                  </a:lnTo>
                  <a:lnTo>
                    <a:pt x="78752" y="0"/>
                  </a:lnTo>
                  <a:lnTo>
                    <a:pt x="65976" y="0"/>
                  </a:lnTo>
                  <a:lnTo>
                    <a:pt x="59931" y="1841"/>
                  </a:lnTo>
                  <a:lnTo>
                    <a:pt x="51015" y="9194"/>
                  </a:lnTo>
                  <a:lnTo>
                    <a:pt x="48412" y="13995"/>
                  </a:lnTo>
                  <a:lnTo>
                    <a:pt x="47675" y="19939"/>
                  </a:lnTo>
                  <a:lnTo>
                    <a:pt x="57696" y="20612"/>
                  </a:lnTo>
                  <a:lnTo>
                    <a:pt x="58127" y="17754"/>
                  </a:lnTo>
                  <a:lnTo>
                    <a:pt x="58216" y="17119"/>
                  </a:lnTo>
                  <a:lnTo>
                    <a:pt x="59753" y="14376"/>
                  </a:lnTo>
                  <a:lnTo>
                    <a:pt x="64808" y="10414"/>
                  </a:lnTo>
                  <a:lnTo>
                    <a:pt x="64668" y="10414"/>
                  </a:lnTo>
                  <a:lnTo>
                    <a:pt x="68656" y="9359"/>
                  </a:lnTo>
                  <a:lnTo>
                    <a:pt x="78524" y="9359"/>
                  </a:lnTo>
                  <a:lnTo>
                    <a:pt x="82283" y="10414"/>
                  </a:lnTo>
                  <a:lnTo>
                    <a:pt x="87477" y="14655"/>
                  </a:lnTo>
                  <a:lnTo>
                    <a:pt x="88773" y="17754"/>
                  </a:lnTo>
                  <a:lnTo>
                    <a:pt x="88773" y="24803"/>
                  </a:lnTo>
                  <a:lnTo>
                    <a:pt x="76377" y="34201"/>
                  </a:lnTo>
                  <a:lnTo>
                    <a:pt x="67386" y="34201"/>
                  </a:lnTo>
                  <a:lnTo>
                    <a:pt x="67386" y="43561"/>
                  </a:lnTo>
                  <a:lnTo>
                    <a:pt x="77038" y="43561"/>
                  </a:lnTo>
                  <a:lnTo>
                    <a:pt x="80111" y="44094"/>
                  </a:lnTo>
                  <a:lnTo>
                    <a:pt x="85521" y="46253"/>
                  </a:lnTo>
                  <a:lnTo>
                    <a:pt x="87668" y="47917"/>
                  </a:lnTo>
                  <a:lnTo>
                    <a:pt x="90779" y="52451"/>
                  </a:lnTo>
                  <a:lnTo>
                    <a:pt x="91567" y="55321"/>
                  </a:lnTo>
                  <a:lnTo>
                    <a:pt x="91567" y="62382"/>
                  </a:lnTo>
                  <a:lnTo>
                    <a:pt x="76263" y="73291"/>
                  </a:lnTo>
                  <a:lnTo>
                    <a:pt x="68313" y="73291"/>
                  </a:lnTo>
                  <a:lnTo>
                    <a:pt x="64719" y="72351"/>
                  </a:lnTo>
                  <a:lnTo>
                    <a:pt x="64503" y="72351"/>
                  </a:lnTo>
                  <a:lnTo>
                    <a:pt x="58166" y="68173"/>
                  </a:lnTo>
                  <a:lnTo>
                    <a:pt x="57492" y="67017"/>
                  </a:lnTo>
                  <a:lnTo>
                    <a:pt x="56248" y="64643"/>
                  </a:lnTo>
                  <a:lnTo>
                    <a:pt x="55867" y="60490"/>
                  </a:lnTo>
                  <a:lnTo>
                    <a:pt x="55803" y="59817"/>
                  </a:lnTo>
                  <a:lnTo>
                    <a:pt x="45897" y="60490"/>
                  </a:lnTo>
                  <a:lnTo>
                    <a:pt x="45999" y="62382"/>
                  </a:lnTo>
                  <a:lnTo>
                    <a:pt x="46088" y="63868"/>
                  </a:lnTo>
                  <a:lnTo>
                    <a:pt x="46164" y="65227"/>
                  </a:lnTo>
                  <a:lnTo>
                    <a:pt x="46266" y="67017"/>
                  </a:lnTo>
                  <a:lnTo>
                    <a:pt x="48755" y="72351"/>
                  </a:lnTo>
                  <a:lnTo>
                    <a:pt x="57962" y="80594"/>
                  </a:lnTo>
                  <a:lnTo>
                    <a:pt x="64528" y="82651"/>
                  </a:lnTo>
                  <a:lnTo>
                    <a:pt x="78562" y="82651"/>
                  </a:lnTo>
                  <a:lnTo>
                    <a:pt x="83464" y="81724"/>
                  </a:lnTo>
                  <a:lnTo>
                    <a:pt x="92075" y="78016"/>
                  </a:lnTo>
                  <a:lnTo>
                    <a:pt x="95465" y="75298"/>
                  </a:lnTo>
                  <a:lnTo>
                    <a:pt x="96837" y="73291"/>
                  </a:lnTo>
                  <a:lnTo>
                    <a:pt x="100355" y="68173"/>
                  </a:lnTo>
                  <a:lnTo>
                    <a:pt x="101587" y="63868"/>
                  </a:lnTo>
                  <a:lnTo>
                    <a:pt x="101587" y="5302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7" name="object 217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889733" y="5887006"/>
              <a:ext cx="707884" cy="243721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1609586" y="6039832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5" h="73025">
                  <a:moveTo>
                    <a:pt x="28850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9"/>
                  </a:lnTo>
                  <a:lnTo>
                    <a:pt x="52353" y="72849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7"/>
                  </a:lnTo>
                  <a:lnTo>
                    <a:pt x="29481" y="61357"/>
                  </a:lnTo>
                  <a:lnTo>
                    <a:pt x="28850" y="59334"/>
                  </a:lnTo>
                  <a:lnTo>
                    <a:pt x="28850" y="0"/>
                  </a:lnTo>
                  <a:close/>
                </a:path>
                <a:path w="52705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6"/>
                  </a:lnTo>
                  <a:lnTo>
                    <a:pt x="19493" y="22056"/>
                  </a:lnTo>
                  <a:lnTo>
                    <a:pt x="19493" y="13812"/>
                  </a:lnTo>
                  <a:close/>
                </a:path>
                <a:path w="52705" h="73025">
                  <a:moveTo>
                    <a:pt x="52353" y="13812"/>
                  </a:moveTo>
                  <a:lnTo>
                    <a:pt x="28850" y="13812"/>
                  </a:lnTo>
                  <a:lnTo>
                    <a:pt x="28850" y="22056"/>
                  </a:lnTo>
                  <a:lnTo>
                    <a:pt x="52353" y="22056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681990" y="6033595"/>
              <a:ext cx="115511" cy="80422"/>
            </a:xfrm>
            <a:prstGeom prst="rect">
              <a:avLst/>
            </a:prstGeom>
          </p:spPr>
        </p:pic>
      </p:grpSp>
      <p:grpSp>
        <p:nvGrpSpPr>
          <p:cNvPr id="220" name="object 220"/>
          <p:cNvGrpSpPr/>
          <p:nvPr/>
        </p:nvGrpSpPr>
        <p:grpSpPr>
          <a:xfrm>
            <a:off x="2682274" y="5887006"/>
            <a:ext cx="499109" cy="99060"/>
            <a:chOff x="2682274" y="5887006"/>
            <a:chExt cx="499109" cy="99060"/>
          </a:xfrm>
        </p:grpSpPr>
        <p:pic>
          <p:nvPicPr>
            <p:cNvPr id="221" name="object 221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2682274" y="5887006"/>
              <a:ext cx="453356" cy="82651"/>
            </a:xfrm>
            <a:prstGeom prst="rect">
              <a:avLst/>
            </a:prstGeom>
          </p:spPr>
        </p:pic>
        <p:sp>
          <p:nvSpPr>
            <p:cNvPr id="222" name="object 222"/>
            <p:cNvSpPr/>
            <p:nvPr/>
          </p:nvSpPr>
          <p:spPr>
            <a:xfrm>
              <a:off x="3167934" y="5954285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69" h="31750">
                  <a:moveTo>
                    <a:pt x="13366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6014" y="13588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5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3" name="object 223"/>
          <p:cNvGrpSpPr/>
          <p:nvPr/>
        </p:nvGrpSpPr>
        <p:grpSpPr>
          <a:xfrm>
            <a:off x="3284226" y="5887006"/>
            <a:ext cx="298450" cy="83185"/>
            <a:chOff x="3284226" y="5887006"/>
            <a:chExt cx="298450" cy="83185"/>
          </a:xfrm>
        </p:grpSpPr>
        <p:pic>
          <p:nvPicPr>
            <p:cNvPr id="224" name="object 22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3284226" y="5887006"/>
              <a:ext cx="251294" cy="82651"/>
            </a:xfrm>
            <a:prstGeom prst="rect">
              <a:avLst/>
            </a:prstGeom>
          </p:spPr>
        </p:pic>
        <p:sp>
          <p:nvSpPr>
            <p:cNvPr id="225" name="object 225"/>
            <p:cNvSpPr/>
            <p:nvPr/>
          </p:nvSpPr>
          <p:spPr>
            <a:xfrm>
              <a:off x="3568716" y="595428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6" name="object 226"/>
          <p:cNvGrpSpPr/>
          <p:nvPr/>
        </p:nvGrpSpPr>
        <p:grpSpPr>
          <a:xfrm>
            <a:off x="3484283" y="5888788"/>
            <a:ext cx="853440" cy="241935"/>
            <a:chOff x="3484283" y="5888788"/>
            <a:chExt cx="853440" cy="241935"/>
          </a:xfrm>
        </p:grpSpPr>
        <p:pic>
          <p:nvPicPr>
            <p:cNvPr id="227" name="object 227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3680329" y="5888788"/>
              <a:ext cx="189029" cy="80424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3889741" y="5888788"/>
              <a:ext cx="447788" cy="225230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3484283" y="6033484"/>
              <a:ext cx="385075" cy="97243"/>
            </a:xfrm>
            <a:prstGeom prst="rect">
              <a:avLst/>
            </a:prstGeom>
          </p:spPr>
        </p:pic>
      </p:grpSp>
      <p:grpSp>
        <p:nvGrpSpPr>
          <p:cNvPr id="230" name="object 230"/>
          <p:cNvGrpSpPr/>
          <p:nvPr/>
        </p:nvGrpSpPr>
        <p:grpSpPr>
          <a:xfrm>
            <a:off x="4417063" y="5888788"/>
            <a:ext cx="1524635" cy="225425"/>
            <a:chOff x="4417063" y="5888788"/>
            <a:chExt cx="1524635" cy="225425"/>
          </a:xfrm>
        </p:grpSpPr>
        <p:pic>
          <p:nvPicPr>
            <p:cNvPr id="231" name="object 231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4888911" y="5888788"/>
              <a:ext cx="448901" cy="80424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4417063" y="5888788"/>
              <a:ext cx="588473" cy="225230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5285460" y="5888788"/>
              <a:ext cx="655753" cy="225230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088299" y="6033484"/>
              <a:ext cx="115401" cy="79198"/>
            </a:xfrm>
            <a:prstGeom prst="rect">
              <a:avLst/>
            </a:prstGeom>
          </p:spPr>
        </p:pic>
      </p:grpSp>
      <p:pic>
        <p:nvPicPr>
          <p:cNvPr id="235" name="object 235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807578" y="5888788"/>
            <a:ext cx="524194" cy="385409"/>
          </a:xfrm>
          <a:prstGeom prst="rect">
            <a:avLst/>
          </a:prstGeom>
        </p:spPr>
      </p:pic>
      <p:pic>
        <p:nvPicPr>
          <p:cNvPr id="236" name="object 236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1412426" y="6033484"/>
            <a:ext cx="115845" cy="80534"/>
          </a:xfrm>
          <a:prstGeom prst="rect">
            <a:avLst/>
          </a:prstGeom>
        </p:spPr>
      </p:pic>
      <p:sp>
        <p:nvSpPr>
          <p:cNvPr id="237" name="object 237"/>
          <p:cNvSpPr/>
          <p:nvPr/>
        </p:nvSpPr>
        <p:spPr>
          <a:xfrm>
            <a:off x="2682494" y="6052311"/>
            <a:ext cx="299085" cy="62230"/>
          </a:xfrm>
          <a:custGeom>
            <a:avLst/>
            <a:gdLst/>
            <a:ahLst/>
            <a:cxnLst/>
            <a:rect l="l" t="t" r="r" b="b"/>
            <a:pathLst>
              <a:path w="299085" h="62229">
                <a:moveTo>
                  <a:pt x="48564" y="52133"/>
                </a:moveTo>
                <a:lnTo>
                  <a:pt x="10248" y="52133"/>
                </a:lnTo>
                <a:lnTo>
                  <a:pt x="47675" y="10693"/>
                </a:lnTo>
                <a:lnTo>
                  <a:pt x="47675" y="1333"/>
                </a:lnTo>
                <a:lnTo>
                  <a:pt x="1104" y="1333"/>
                </a:lnTo>
                <a:lnTo>
                  <a:pt x="1104" y="9588"/>
                </a:lnTo>
                <a:lnTo>
                  <a:pt x="37426" y="9588"/>
                </a:lnTo>
                <a:lnTo>
                  <a:pt x="0" y="51015"/>
                </a:lnTo>
                <a:lnTo>
                  <a:pt x="0" y="60375"/>
                </a:lnTo>
                <a:lnTo>
                  <a:pt x="48564" y="60375"/>
                </a:lnTo>
                <a:lnTo>
                  <a:pt x="48564" y="52133"/>
                </a:lnTo>
                <a:close/>
              </a:path>
              <a:path w="299085" h="62229">
                <a:moveTo>
                  <a:pt x="117957" y="24028"/>
                </a:moveTo>
                <a:lnTo>
                  <a:pt x="116954" y="19088"/>
                </a:lnTo>
                <a:lnTo>
                  <a:pt x="112496" y="9880"/>
                </a:lnTo>
                <a:lnTo>
                  <a:pt x="111645" y="8915"/>
                </a:lnTo>
                <a:lnTo>
                  <a:pt x="109359" y="6311"/>
                </a:lnTo>
                <a:lnTo>
                  <a:pt x="108267" y="5638"/>
                </a:lnTo>
                <a:lnTo>
                  <a:pt x="108267" y="24028"/>
                </a:lnTo>
                <a:lnTo>
                  <a:pt x="108267" y="37693"/>
                </a:lnTo>
                <a:lnTo>
                  <a:pt x="106768" y="43053"/>
                </a:lnTo>
                <a:lnTo>
                  <a:pt x="100749" y="50850"/>
                </a:lnTo>
                <a:lnTo>
                  <a:pt x="96532" y="52806"/>
                </a:lnTo>
                <a:lnTo>
                  <a:pt x="85686" y="52806"/>
                </a:lnTo>
                <a:lnTo>
                  <a:pt x="81483" y="50850"/>
                </a:lnTo>
                <a:lnTo>
                  <a:pt x="75463" y="43053"/>
                </a:lnTo>
                <a:lnTo>
                  <a:pt x="73964" y="37693"/>
                </a:lnTo>
                <a:lnTo>
                  <a:pt x="73964" y="24028"/>
                </a:lnTo>
                <a:lnTo>
                  <a:pt x="75349" y="19088"/>
                </a:lnTo>
                <a:lnTo>
                  <a:pt x="75463" y="18656"/>
                </a:lnTo>
                <a:lnTo>
                  <a:pt x="81483" y="10858"/>
                </a:lnTo>
                <a:lnTo>
                  <a:pt x="85686" y="8915"/>
                </a:lnTo>
                <a:lnTo>
                  <a:pt x="96532" y="8915"/>
                </a:lnTo>
                <a:lnTo>
                  <a:pt x="100749" y="10858"/>
                </a:lnTo>
                <a:lnTo>
                  <a:pt x="106768" y="18656"/>
                </a:lnTo>
                <a:lnTo>
                  <a:pt x="108267" y="24028"/>
                </a:lnTo>
                <a:lnTo>
                  <a:pt x="108267" y="5638"/>
                </a:lnTo>
                <a:lnTo>
                  <a:pt x="101269" y="1270"/>
                </a:lnTo>
                <a:lnTo>
                  <a:pt x="96532" y="0"/>
                </a:lnTo>
                <a:lnTo>
                  <a:pt x="85686" y="0"/>
                </a:lnTo>
                <a:lnTo>
                  <a:pt x="64262" y="24028"/>
                </a:lnTo>
                <a:lnTo>
                  <a:pt x="64274" y="37693"/>
                </a:lnTo>
                <a:lnTo>
                  <a:pt x="85686" y="61709"/>
                </a:lnTo>
                <a:lnTo>
                  <a:pt x="96532" y="61709"/>
                </a:lnTo>
                <a:lnTo>
                  <a:pt x="117944" y="37693"/>
                </a:lnTo>
                <a:lnTo>
                  <a:pt x="117957" y="24028"/>
                </a:lnTo>
                <a:close/>
              </a:path>
              <a:path w="299085" h="62229">
                <a:moveTo>
                  <a:pt x="182003" y="18237"/>
                </a:moveTo>
                <a:lnTo>
                  <a:pt x="166039" y="0"/>
                </a:lnTo>
                <a:lnTo>
                  <a:pt x="158470" y="0"/>
                </a:lnTo>
                <a:lnTo>
                  <a:pt x="142684" y="11328"/>
                </a:lnTo>
                <a:lnTo>
                  <a:pt x="142684" y="11493"/>
                </a:lnTo>
                <a:lnTo>
                  <a:pt x="142430" y="11887"/>
                </a:lnTo>
                <a:lnTo>
                  <a:pt x="142468" y="1333"/>
                </a:lnTo>
                <a:lnTo>
                  <a:pt x="133883" y="1333"/>
                </a:lnTo>
                <a:lnTo>
                  <a:pt x="133883" y="60375"/>
                </a:lnTo>
                <a:lnTo>
                  <a:pt x="143243" y="60375"/>
                </a:lnTo>
                <a:lnTo>
                  <a:pt x="143243" y="21424"/>
                </a:lnTo>
                <a:lnTo>
                  <a:pt x="143967" y="18364"/>
                </a:lnTo>
                <a:lnTo>
                  <a:pt x="145122" y="16383"/>
                </a:lnTo>
                <a:lnTo>
                  <a:pt x="146862" y="13385"/>
                </a:lnTo>
                <a:lnTo>
                  <a:pt x="148818" y="11493"/>
                </a:lnTo>
                <a:lnTo>
                  <a:pt x="153504" y="9004"/>
                </a:lnTo>
                <a:lnTo>
                  <a:pt x="153250" y="9004"/>
                </a:lnTo>
                <a:lnTo>
                  <a:pt x="156464" y="8242"/>
                </a:lnTo>
                <a:lnTo>
                  <a:pt x="163957" y="8242"/>
                </a:lnTo>
                <a:lnTo>
                  <a:pt x="167271" y="9677"/>
                </a:lnTo>
                <a:lnTo>
                  <a:pt x="171577" y="15392"/>
                </a:lnTo>
                <a:lnTo>
                  <a:pt x="172656" y="19570"/>
                </a:lnTo>
                <a:lnTo>
                  <a:pt x="172656" y="60375"/>
                </a:lnTo>
                <a:lnTo>
                  <a:pt x="182003" y="60375"/>
                </a:lnTo>
                <a:lnTo>
                  <a:pt x="182003" y="18237"/>
                </a:lnTo>
                <a:close/>
              </a:path>
              <a:path w="299085" h="62229">
                <a:moveTo>
                  <a:pt x="251180" y="24358"/>
                </a:moveTo>
                <a:lnTo>
                  <a:pt x="250317" y="20015"/>
                </a:lnTo>
                <a:lnTo>
                  <a:pt x="250278" y="19799"/>
                </a:lnTo>
                <a:lnTo>
                  <a:pt x="250151" y="19202"/>
                </a:lnTo>
                <a:lnTo>
                  <a:pt x="250063" y="18757"/>
                </a:lnTo>
                <a:lnTo>
                  <a:pt x="245618" y="9550"/>
                </a:lnTo>
                <a:lnTo>
                  <a:pt x="245059" y="8915"/>
                </a:lnTo>
                <a:lnTo>
                  <a:pt x="242531" y="6032"/>
                </a:lnTo>
                <a:lnTo>
                  <a:pt x="240931" y="5054"/>
                </a:lnTo>
                <a:lnTo>
                  <a:pt x="240931" y="25514"/>
                </a:lnTo>
                <a:lnTo>
                  <a:pt x="208191" y="25514"/>
                </a:lnTo>
                <a:lnTo>
                  <a:pt x="209003" y="20015"/>
                </a:lnTo>
                <a:lnTo>
                  <a:pt x="210870" y="15875"/>
                </a:lnTo>
                <a:lnTo>
                  <a:pt x="216738" y="10312"/>
                </a:lnTo>
                <a:lnTo>
                  <a:pt x="220472" y="8915"/>
                </a:lnTo>
                <a:lnTo>
                  <a:pt x="229387" y="8915"/>
                </a:lnTo>
                <a:lnTo>
                  <a:pt x="240931" y="25514"/>
                </a:lnTo>
                <a:lnTo>
                  <a:pt x="240931" y="5054"/>
                </a:lnTo>
                <a:lnTo>
                  <a:pt x="234772" y="1282"/>
                </a:lnTo>
                <a:lnTo>
                  <a:pt x="234937" y="1282"/>
                </a:lnTo>
                <a:lnTo>
                  <a:pt x="230124" y="0"/>
                </a:lnTo>
                <a:lnTo>
                  <a:pt x="219583" y="0"/>
                </a:lnTo>
                <a:lnTo>
                  <a:pt x="214884" y="1282"/>
                </a:lnTo>
                <a:lnTo>
                  <a:pt x="198386" y="37096"/>
                </a:lnTo>
                <a:lnTo>
                  <a:pt x="199478" y="42532"/>
                </a:lnTo>
                <a:lnTo>
                  <a:pt x="219875" y="61709"/>
                </a:lnTo>
                <a:lnTo>
                  <a:pt x="231686" y="61709"/>
                </a:lnTo>
                <a:lnTo>
                  <a:pt x="250177" y="43662"/>
                </a:lnTo>
                <a:lnTo>
                  <a:pt x="240157" y="42887"/>
                </a:lnTo>
                <a:lnTo>
                  <a:pt x="239191" y="45859"/>
                </a:lnTo>
                <a:lnTo>
                  <a:pt x="237464" y="48247"/>
                </a:lnTo>
                <a:lnTo>
                  <a:pt x="232486" y="51892"/>
                </a:lnTo>
                <a:lnTo>
                  <a:pt x="229311" y="52806"/>
                </a:lnTo>
                <a:lnTo>
                  <a:pt x="220332" y="52806"/>
                </a:lnTo>
                <a:lnTo>
                  <a:pt x="216255" y="51206"/>
                </a:lnTo>
                <a:lnTo>
                  <a:pt x="210248" y="44818"/>
                </a:lnTo>
                <a:lnTo>
                  <a:pt x="208559" y="40068"/>
                </a:lnTo>
                <a:lnTo>
                  <a:pt x="208191" y="33756"/>
                </a:lnTo>
                <a:lnTo>
                  <a:pt x="251180" y="33756"/>
                </a:lnTo>
                <a:lnTo>
                  <a:pt x="251180" y="25514"/>
                </a:lnTo>
                <a:lnTo>
                  <a:pt x="251180" y="24358"/>
                </a:lnTo>
                <a:close/>
              </a:path>
              <a:path w="299085" h="62229">
                <a:moveTo>
                  <a:pt x="298526" y="46786"/>
                </a:moveTo>
                <a:lnTo>
                  <a:pt x="284708" y="46786"/>
                </a:lnTo>
                <a:lnTo>
                  <a:pt x="284708" y="60375"/>
                </a:lnTo>
                <a:lnTo>
                  <a:pt x="298526" y="60375"/>
                </a:lnTo>
                <a:lnTo>
                  <a:pt x="298526" y="46786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3025912" y="6033596"/>
            <a:ext cx="30480" cy="40005"/>
          </a:xfrm>
          <a:custGeom>
            <a:avLst/>
            <a:gdLst/>
            <a:ahLst/>
            <a:cxnLst/>
            <a:rect l="l" t="t" r="r" b="b"/>
            <a:pathLst>
              <a:path w="30480" h="40004">
                <a:moveTo>
                  <a:pt x="30074" y="0"/>
                </a:moveTo>
                <a:lnTo>
                  <a:pt x="19604" y="0"/>
                </a:lnTo>
                <a:lnTo>
                  <a:pt x="20050" y="39766"/>
                </a:lnTo>
                <a:lnTo>
                  <a:pt x="27401" y="39766"/>
                </a:lnTo>
                <a:lnTo>
                  <a:pt x="30074" y="12252"/>
                </a:lnTo>
                <a:lnTo>
                  <a:pt x="30074" y="0"/>
                </a:lnTo>
                <a:close/>
              </a:path>
              <a:path w="30480" h="40004">
                <a:moveTo>
                  <a:pt x="10471" y="0"/>
                </a:moveTo>
                <a:lnTo>
                  <a:pt x="0" y="0"/>
                </a:lnTo>
                <a:lnTo>
                  <a:pt x="0" y="12252"/>
                </a:lnTo>
                <a:lnTo>
                  <a:pt x="2673" y="39766"/>
                </a:lnTo>
                <a:lnTo>
                  <a:pt x="10025" y="39766"/>
                </a:lnTo>
                <a:lnTo>
                  <a:pt x="10471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9" name="object 239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3151225" y="6033596"/>
            <a:ext cx="248400" cy="80422"/>
          </a:xfrm>
          <a:prstGeom prst="rect">
            <a:avLst/>
          </a:prstGeom>
        </p:spPr>
      </p:pic>
      <p:pic>
        <p:nvPicPr>
          <p:cNvPr id="240" name="object 240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6393791" y="1874295"/>
            <a:ext cx="3742707" cy="2205524"/>
          </a:xfrm>
          <a:prstGeom prst="rect">
            <a:avLst/>
          </a:prstGeom>
        </p:spPr>
      </p:pic>
      <p:sp>
        <p:nvSpPr>
          <p:cNvPr id="241" name="object 241"/>
          <p:cNvSpPr txBox="1"/>
          <p:nvPr/>
        </p:nvSpPr>
        <p:spPr>
          <a:xfrm>
            <a:off x="8441808" y="3744086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64748B"/>
                </a:solidFill>
                <a:latin typeface="HGGothicE"/>
                <a:cs typeface="HGGothicE"/>
              </a:rPr>
              <a:t>λ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242" name="object 242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6393791" y="4157791"/>
            <a:ext cx="3742707" cy="1063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3"/>
            <a:ext cx="10694035" cy="45085"/>
          </a:xfrm>
          <a:custGeom>
            <a:avLst/>
            <a:gdLst/>
            <a:ahLst/>
            <a:cxnLst/>
            <a:rect l="l" t="t" r="r" b="b"/>
            <a:pathLst>
              <a:path w="10694035" h="45084">
                <a:moveTo>
                  <a:pt x="10693449" y="0"/>
                </a:moveTo>
                <a:lnTo>
                  <a:pt x="0" y="0"/>
                </a:lnTo>
                <a:lnTo>
                  <a:pt x="0" y="44556"/>
                </a:lnTo>
                <a:lnTo>
                  <a:pt x="10693449" y="44556"/>
                </a:lnTo>
                <a:lnTo>
                  <a:pt x="10693449" y="0"/>
                </a:lnTo>
                <a:close/>
              </a:path>
            </a:pathLst>
          </a:custGeom>
          <a:solidFill>
            <a:srgbClr val="7C3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950" y="972026"/>
            <a:ext cx="1442501" cy="2004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2986" y="1032177"/>
            <a:ext cx="123643" cy="7908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94430" y="1070606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2" y="0"/>
                </a:moveTo>
                <a:lnTo>
                  <a:pt x="0" y="0"/>
                </a:lnTo>
                <a:lnTo>
                  <a:pt x="0" y="13590"/>
                </a:lnTo>
                <a:lnTo>
                  <a:pt x="13812" y="13590"/>
                </a:lnTo>
                <a:lnTo>
                  <a:pt x="13812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7157" y="1030394"/>
            <a:ext cx="122528" cy="826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628601" y="1070606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69">
                <a:moveTo>
                  <a:pt x="13811" y="0"/>
                </a:moveTo>
                <a:lnTo>
                  <a:pt x="0" y="0"/>
                </a:lnTo>
                <a:lnTo>
                  <a:pt x="0" y="13590"/>
                </a:lnTo>
                <a:lnTo>
                  <a:pt x="13811" y="13590"/>
                </a:lnTo>
                <a:lnTo>
                  <a:pt x="13811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1328" y="1030394"/>
            <a:ext cx="188249" cy="826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005322" y="1074393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4" h="8890">
                <a:moveTo>
                  <a:pt x="62377" y="0"/>
                </a:moveTo>
                <a:lnTo>
                  <a:pt x="0" y="0"/>
                </a:lnTo>
                <a:lnTo>
                  <a:pt x="0" y="8689"/>
                </a:lnTo>
                <a:lnTo>
                  <a:pt x="62377" y="8689"/>
                </a:lnTo>
                <a:lnTo>
                  <a:pt x="62377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41217" y="1032177"/>
            <a:ext cx="190477" cy="95794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409668" y="1030394"/>
            <a:ext cx="55880" cy="83185"/>
          </a:xfrm>
          <a:custGeom>
            <a:avLst/>
            <a:gdLst/>
            <a:ahLst/>
            <a:cxnLst/>
            <a:rect l="l" t="t" r="r" b="b"/>
            <a:pathLst>
              <a:path w="55879" h="83184">
                <a:moveTo>
                  <a:pt x="9913" y="59816"/>
                </a:moveTo>
                <a:lnTo>
                  <a:pt x="0" y="60485"/>
                </a:lnTo>
                <a:lnTo>
                  <a:pt x="107" y="62378"/>
                </a:lnTo>
                <a:lnTo>
                  <a:pt x="192" y="63864"/>
                </a:lnTo>
                <a:lnTo>
                  <a:pt x="18639" y="82651"/>
                </a:lnTo>
                <a:lnTo>
                  <a:pt x="32674" y="82651"/>
                </a:lnTo>
                <a:lnTo>
                  <a:pt x="37575" y="81723"/>
                </a:lnTo>
                <a:lnTo>
                  <a:pt x="46189" y="78011"/>
                </a:lnTo>
                <a:lnTo>
                  <a:pt x="49569" y="75299"/>
                </a:lnTo>
                <a:lnTo>
                  <a:pt x="50947" y="73295"/>
                </a:lnTo>
                <a:lnTo>
                  <a:pt x="22426" y="73295"/>
                </a:lnTo>
                <a:lnTo>
                  <a:pt x="18824" y="72348"/>
                </a:lnTo>
                <a:lnTo>
                  <a:pt x="18612" y="72348"/>
                </a:lnTo>
                <a:lnTo>
                  <a:pt x="12272" y="68171"/>
                </a:lnTo>
                <a:lnTo>
                  <a:pt x="11598" y="67020"/>
                </a:lnTo>
                <a:lnTo>
                  <a:pt x="10359" y="64644"/>
                </a:lnTo>
                <a:lnTo>
                  <a:pt x="9975" y="60485"/>
                </a:lnTo>
                <a:lnTo>
                  <a:pt x="9913" y="59816"/>
                </a:lnTo>
                <a:close/>
              </a:path>
              <a:path w="55879" h="83184">
                <a:moveTo>
                  <a:pt x="49420" y="9357"/>
                </a:moveTo>
                <a:lnTo>
                  <a:pt x="32637" y="9357"/>
                </a:lnTo>
                <a:lnTo>
                  <a:pt x="36388" y="10415"/>
                </a:lnTo>
                <a:lnTo>
                  <a:pt x="41586" y="14648"/>
                </a:lnTo>
                <a:lnTo>
                  <a:pt x="42885" y="17748"/>
                </a:lnTo>
                <a:lnTo>
                  <a:pt x="42885" y="24803"/>
                </a:lnTo>
                <a:lnTo>
                  <a:pt x="30483" y="34197"/>
                </a:lnTo>
                <a:lnTo>
                  <a:pt x="21498" y="34197"/>
                </a:lnTo>
                <a:lnTo>
                  <a:pt x="21498" y="43553"/>
                </a:lnTo>
                <a:lnTo>
                  <a:pt x="31153" y="43553"/>
                </a:lnTo>
                <a:lnTo>
                  <a:pt x="34216" y="44091"/>
                </a:lnTo>
                <a:lnTo>
                  <a:pt x="39636" y="46245"/>
                </a:lnTo>
                <a:lnTo>
                  <a:pt x="41771" y="47917"/>
                </a:lnTo>
                <a:lnTo>
                  <a:pt x="44890" y="52445"/>
                </a:lnTo>
                <a:lnTo>
                  <a:pt x="45670" y="55323"/>
                </a:lnTo>
                <a:lnTo>
                  <a:pt x="45670" y="62378"/>
                </a:lnTo>
                <a:lnTo>
                  <a:pt x="30373" y="73295"/>
                </a:lnTo>
                <a:lnTo>
                  <a:pt x="50947" y="73295"/>
                </a:lnTo>
                <a:lnTo>
                  <a:pt x="54470" y="68171"/>
                </a:lnTo>
                <a:lnTo>
                  <a:pt x="55695" y="63864"/>
                </a:lnTo>
                <a:lnTo>
                  <a:pt x="55695" y="53022"/>
                </a:lnTo>
                <a:lnTo>
                  <a:pt x="53802" y="48195"/>
                </a:lnTo>
                <a:lnTo>
                  <a:pt x="46226" y="40472"/>
                </a:lnTo>
                <a:lnTo>
                  <a:pt x="43912" y="39432"/>
                </a:lnTo>
                <a:lnTo>
                  <a:pt x="34643" y="39432"/>
                </a:lnTo>
                <a:lnTo>
                  <a:pt x="34643" y="37426"/>
                </a:lnTo>
                <a:lnTo>
                  <a:pt x="42624" y="37426"/>
                </a:lnTo>
                <a:lnTo>
                  <a:pt x="45205" y="36257"/>
                </a:lnTo>
                <a:lnTo>
                  <a:pt x="51370" y="30242"/>
                </a:lnTo>
                <a:lnTo>
                  <a:pt x="52910" y="26288"/>
                </a:lnTo>
                <a:lnTo>
                  <a:pt x="52910" y="17117"/>
                </a:lnTo>
                <a:lnTo>
                  <a:pt x="51889" y="13218"/>
                </a:lnTo>
                <a:lnTo>
                  <a:pt x="49420" y="9357"/>
                </a:lnTo>
                <a:close/>
              </a:path>
              <a:path w="55879" h="83184">
                <a:moveTo>
                  <a:pt x="34643" y="37426"/>
                </a:moveTo>
                <a:lnTo>
                  <a:pt x="34643" y="39432"/>
                </a:lnTo>
                <a:lnTo>
                  <a:pt x="40657" y="38318"/>
                </a:lnTo>
                <a:lnTo>
                  <a:pt x="40985" y="38169"/>
                </a:lnTo>
                <a:lnTo>
                  <a:pt x="34643" y="37426"/>
                </a:lnTo>
                <a:close/>
              </a:path>
              <a:path w="55879" h="83184">
                <a:moveTo>
                  <a:pt x="41103" y="38169"/>
                </a:moveTo>
                <a:lnTo>
                  <a:pt x="40657" y="38318"/>
                </a:lnTo>
                <a:lnTo>
                  <a:pt x="34643" y="39432"/>
                </a:lnTo>
                <a:lnTo>
                  <a:pt x="43912" y="39432"/>
                </a:lnTo>
                <a:lnTo>
                  <a:pt x="41103" y="38169"/>
                </a:lnTo>
                <a:close/>
              </a:path>
              <a:path w="55879" h="83184">
                <a:moveTo>
                  <a:pt x="42624" y="37426"/>
                </a:moveTo>
                <a:lnTo>
                  <a:pt x="34643" y="37426"/>
                </a:lnTo>
                <a:lnTo>
                  <a:pt x="41103" y="38169"/>
                </a:lnTo>
                <a:lnTo>
                  <a:pt x="42624" y="37426"/>
                </a:lnTo>
                <a:close/>
              </a:path>
              <a:path w="55879" h="83184">
                <a:moveTo>
                  <a:pt x="32859" y="0"/>
                </a:moveTo>
                <a:lnTo>
                  <a:pt x="20087" y="0"/>
                </a:lnTo>
                <a:lnTo>
                  <a:pt x="14036" y="1837"/>
                </a:lnTo>
                <a:lnTo>
                  <a:pt x="5124" y="9189"/>
                </a:lnTo>
                <a:lnTo>
                  <a:pt x="2524" y="13997"/>
                </a:lnTo>
                <a:lnTo>
                  <a:pt x="1783" y="19938"/>
                </a:lnTo>
                <a:lnTo>
                  <a:pt x="11807" y="20607"/>
                </a:lnTo>
                <a:lnTo>
                  <a:pt x="12233" y="17748"/>
                </a:lnTo>
                <a:lnTo>
                  <a:pt x="12327" y="17117"/>
                </a:lnTo>
                <a:lnTo>
                  <a:pt x="13868" y="14370"/>
                </a:lnTo>
                <a:lnTo>
                  <a:pt x="18921" y="10415"/>
                </a:lnTo>
                <a:lnTo>
                  <a:pt x="18782" y="10415"/>
                </a:lnTo>
                <a:lnTo>
                  <a:pt x="22760" y="9357"/>
                </a:lnTo>
                <a:lnTo>
                  <a:pt x="49420" y="9357"/>
                </a:lnTo>
                <a:lnTo>
                  <a:pt x="47805" y="6832"/>
                </a:lnTo>
                <a:lnTo>
                  <a:pt x="44890" y="4363"/>
                </a:lnTo>
                <a:lnTo>
                  <a:pt x="37316" y="872"/>
                </a:lnTo>
                <a:lnTo>
                  <a:pt x="32859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45564" y="1032065"/>
            <a:ext cx="918968" cy="9724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72099" y="1360169"/>
            <a:ext cx="652780" cy="326390"/>
            <a:chOff x="572099" y="1360169"/>
            <a:chExt cx="652780" cy="326390"/>
          </a:xfrm>
        </p:grpSpPr>
        <p:sp>
          <p:nvSpPr>
            <p:cNvPr id="14" name="object 14"/>
            <p:cNvSpPr/>
            <p:nvPr/>
          </p:nvSpPr>
          <p:spPr>
            <a:xfrm>
              <a:off x="572096" y="1360169"/>
              <a:ext cx="197485" cy="269240"/>
            </a:xfrm>
            <a:custGeom>
              <a:avLst/>
              <a:gdLst/>
              <a:ahLst/>
              <a:cxnLst/>
              <a:rect l="l" t="t" r="r" b="b"/>
              <a:pathLst>
                <a:path w="197484" h="269239">
                  <a:moveTo>
                    <a:pt x="196938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71501" y="48260"/>
                  </a:lnTo>
                  <a:lnTo>
                    <a:pt x="71501" y="269240"/>
                  </a:lnTo>
                  <a:lnTo>
                    <a:pt x="125437" y="269240"/>
                  </a:lnTo>
                  <a:lnTo>
                    <a:pt x="125437" y="48260"/>
                  </a:lnTo>
                  <a:lnTo>
                    <a:pt x="196938" y="48260"/>
                  </a:lnTo>
                  <a:lnTo>
                    <a:pt x="19693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1604" y="1421686"/>
              <a:ext cx="192391" cy="2120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32623" y="1421686"/>
              <a:ext cx="191770" cy="264795"/>
            </a:xfrm>
            <a:custGeom>
              <a:avLst/>
              <a:gdLst/>
              <a:ahLst/>
              <a:cxnLst/>
              <a:rect l="l" t="t" r="r" b="b"/>
              <a:pathLst>
                <a:path w="191769" h="264794">
                  <a:moveTo>
                    <a:pt x="49536" y="4544"/>
                  </a:moveTo>
                  <a:lnTo>
                    <a:pt x="0" y="4544"/>
                  </a:lnTo>
                  <a:lnTo>
                    <a:pt x="0" y="264350"/>
                  </a:lnTo>
                  <a:lnTo>
                    <a:pt x="51352" y="264350"/>
                  </a:lnTo>
                  <a:lnTo>
                    <a:pt x="51352" y="179340"/>
                  </a:lnTo>
                  <a:lnTo>
                    <a:pt x="48853" y="174545"/>
                  </a:lnTo>
                  <a:lnTo>
                    <a:pt x="45902" y="167396"/>
                  </a:lnTo>
                  <a:lnTo>
                    <a:pt x="51352" y="162318"/>
                  </a:lnTo>
                  <a:lnTo>
                    <a:pt x="75670" y="162318"/>
                  </a:lnTo>
                  <a:lnTo>
                    <a:pt x="65835" y="155934"/>
                  </a:lnTo>
                  <a:lnTo>
                    <a:pt x="51700" y="115964"/>
                  </a:lnTo>
                  <a:lnTo>
                    <a:pt x="51352" y="106042"/>
                  </a:lnTo>
                  <a:lnTo>
                    <a:pt x="51705" y="96120"/>
                  </a:lnTo>
                  <a:lnTo>
                    <a:pt x="65963" y="56151"/>
                  </a:lnTo>
                  <a:lnTo>
                    <a:pt x="73300" y="51352"/>
                  </a:lnTo>
                  <a:lnTo>
                    <a:pt x="50974" y="51352"/>
                  </a:lnTo>
                  <a:lnTo>
                    <a:pt x="46204" y="49080"/>
                  </a:lnTo>
                  <a:lnTo>
                    <a:pt x="50567" y="38098"/>
                  </a:lnTo>
                  <a:lnTo>
                    <a:pt x="49640" y="7925"/>
                  </a:lnTo>
                  <a:lnTo>
                    <a:pt x="49536" y="4544"/>
                  </a:lnTo>
                  <a:close/>
                </a:path>
                <a:path w="191769" h="264794">
                  <a:moveTo>
                    <a:pt x="75670" y="162318"/>
                  </a:moveTo>
                  <a:lnTo>
                    <a:pt x="51352" y="162318"/>
                  </a:lnTo>
                  <a:lnTo>
                    <a:pt x="51352" y="179340"/>
                  </a:lnTo>
                  <a:lnTo>
                    <a:pt x="82337" y="207124"/>
                  </a:lnTo>
                  <a:lnTo>
                    <a:pt x="111191" y="212086"/>
                  </a:lnTo>
                  <a:lnTo>
                    <a:pt x="124106" y="211205"/>
                  </a:lnTo>
                  <a:lnTo>
                    <a:pt x="164410" y="190326"/>
                  </a:lnTo>
                  <a:lnTo>
                    <a:pt x="179724" y="166792"/>
                  </a:lnTo>
                  <a:lnTo>
                    <a:pt x="86854" y="166792"/>
                  </a:lnTo>
                  <a:lnTo>
                    <a:pt x="79217" y="164621"/>
                  </a:lnTo>
                  <a:lnTo>
                    <a:pt x="75670" y="162318"/>
                  </a:lnTo>
                  <a:close/>
                </a:path>
                <a:path w="191769" h="264794">
                  <a:moveTo>
                    <a:pt x="51352" y="162318"/>
                  </a:moveTo>
                  <a:lnTo>
                    <a:pt x="45902" y="167396"/>
                  </a:lnTo>
                  <a:lnTo>
                    <a:pt x="48853" y="174545"/>
                  </a:lnTo>
                  <a:lnTo>
                    <a:pt x="51352" y="179340"/>
                  </a:lnTo>
                  <a:lnTo>
                    <a:pt x="51352" y="162318"/>
                  </a:lnTo>
                  <a:close/>
                </a:path>
                <a:path w="191769" h="264794">
                  <a:moveTo>
                    <a:pt x="179761" y="45293"/>
                  </a:moveTo>
                  <a:lnTo>
                    <a:pt x="95439" y="45293"/>
                  </a:lnTo>
                  <a:lnTo>
                    <a:pt x="105087" y="46218"/>
                  </a:lnTo>
                  <a:lnTo>
                    <a:pt x="113715" y="49080"/>
                  </a:lnTo>
                  <a:lnTo>
                    <a:pt x="137611" y="91496"/>
                  </a:lnTo>
                  <a:lnTo>
                    <a:pt x="138312" y="106042"/>
                  </a:lnTo>
                  <a:lnTo>
                    <a:pt x="137611" y="120588"/>
                  </a:lnTo>
                  <a:lnTo>
                    <a:pt x="120918" y="158462"/>
                  </a:lnTo>
                  <a:lnTo>
                    <a:pt x="95439" y="166792"/>
                  </a:lnTo>
                  <a:lnTo>
                    <a:pt x="179724" y="166792"/>
                  </a:lnTo>
                  <a:lnTo>
                    <a:pt x="191075" y="120588"/>
                  </a:lnTo>
                  <a:lnTo>
                    <a:pt x="191635" y="106042"/>
                  </a:lnTo>
                  <a:lnTo>
                    <a:pt x="191083" y="91496"/>
                  </a:lnTo>
                  <a:lnTo>
                    <a:pt x="189420" y="77610"/>
                  </a:lnTo>
                  <a:lnTo>
                    <a:pt x="186650" y="64509"/>
                  </a:lnTo>
                  <a:lnTo>
                    <a:pt x="182773" y="52151"/>
                  </a:lnTo>
                  <a:lnTo>
                    <a:pt x="179761" y="45293"/>
                  </a:lnTo>
                  <a:close/>
                </a:path>
                <a:path w="191769" h="264794">
                  <a:moveTo>
                    <a:pt x="50567" y="38098"/>
                  </a:moveTo>
                  <a:lnTo>
                    <a:pt x="46204" y="49080"/>
                  </a:lnTo>
                  <a:lnTo>
                    <a:pt x="50974" y="51352"/>
                  </a:lnTo>
                  <a:lnTo>
                    <a:pt x="50649" y="40782"/>
                  </a:lnTo>
                  <a:lnTo>
                    <a:pt x="50567" y="38098"/>
                  </a:lnTo>
                  <a:close/>
                </a:path>
                <a:path w="191769" h="264794">
                  <a:moveTo>
                    <a:pt x="111191" y="0"/>
                  </a:moveTo>
                  <a:lnTo>
                    <a:pt x="98170" y="880"/>
                  </a:lnTo>
                  <a:lnTo>
                    <a:pt x="99071" y="880"/>
                  </a:lnTo>
                  <a:lnTo>
                    <a:pt x="88753" y="3171"/>
                  </a:lnTo>
                  <a:lnTo>
                    <a:pt x="56144" y="28129"/>
                  </a:lnTo>
                  <a:lnTo>
                    <a:pt x="50649" y="40782"/>
                  </a:lnTo>
                  <a:lnTo>
                    <a:pt x="50788" y="45293"/>
                  </a:lnTo>
                  <a:lnTo>
                    <a:pt x="50854" y="47464"/>
                  </a:lnTo>
                  <a:lnTo>
                    <a:pt x="50974" y="51352"/>
                  </a:lnTo>
                  <a:lnTo>
                    <a:pt x="73300" y="51352"/>
                  </a:lnTo>
                  <a:lnTo>
                    <a:pt x="79242" y="47464"/>
                  </a:lnTo>
                  <a:lnTo>
                    <a:pt x="86854" y="45293"/>
                  </a:lnTo>
                  <a:lnTo>
                    <a:pt x="179761" y="45293"/>
                  </a:lnTo>
                  <a:lnTo>
                    <a:pt x="177779" y="40782"/>
                  </a:lnTo>
                  <a:lnTo>
                    <a:pt x="146528" y="7925"/>
                  </a:lnTo>
                  <a:lnTo>
                    <a:pt x="124106" y="880"/>
                  </a:lnTo>
                  <a:lnTo>
                    <a:pt x="11119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482543" y="1354272"/>
            <a:ext cx="194310" cy="281305"/>
          </a:xfrm>
          <a:custGeom>
            <a:avLst/>
            <a:gdLst/>
            <a:ahLst/>
            <a:cxnLst/>
            <a:rect l="l" t="t" r="r" b="b"/>
            <a:pathLst>
              <a:path w="194310" h="281305">
                <a:moveTo>
                  <a:pt x="54382" y="198150"/>
                </a:moveTo>
                <a:lnTo>
                  <a:pt x="0" y="200879"/>
                </a:lnTo>
                <a:lnTo>
                  <a:pt x="2387" y="218214"/>
                </a:lnTo>
                <a:lnTo>
                  <a:pt x="7311" y="233343"/>
                </a:lnTo>
                <a:lnTo>
                  <a:pt x="7431" y="233712"/>
                </a:lnTo>
                <a:lnTo>
                  <a:pt x="38604" y="268743"/>
                </a:lnTo>
                <a:lnTo>
                  <a:pt x="95138" y="281015"/>
                </a:lnTo>
                <a:lnTo>
                  <a:pt x="109780" y="280402"/>
                </a:lnTo>
                <a:lnTo>
                  <a:pt x="147629" y="271207"/>
                </a:lnTo>
                <a:lnTo>
                  <a:pt x="181866" y="242991"/>
                </a:lnTo>
                <a:lnTo>
                  <a:pt x="187134" y="233343"/>
                </a:lnTo>
                <a:lnTo>
                  <a:pt x="96819" y="233343"/>
                </a:lnTo>
                <a:lnTo>
                  <a:pt x="88097" y="232802"/>
                </a:lnTo>
                <a:lnTo>
                  <a:pt x="56000" y="207127"/>
                </a:lnTo>
                <a:lnTo>
                  <a:pt x="54382" y="198150"/>
                </a:lnTo>
                <a:close/>
              </a:path>
              <a:path w="194310" h="281305">
                <a:moveTo>
                  <a:pt x="181195" y="47264"/>
                </a:moveTo>
                <a:lnTo>
                  <a:pt x="95895" y="47264"/>
                </a:lnTo>
                <a:lnTo>
                  <a:pt x="103427" y="47775"/>
                </a:lnTo>
                <a:lnTo>
                  <a:pt x="110116" y="49309"/>
                </a:lnTo>
                <a:lnTo>
                  <a:pt x="130134" y="80591"/>
                </a:lnTo>
                <a:lnTo>
                  <a:pt x="130134" y="88268"/>
                </a:lnTo>
                <a:lnTo>
                  <a:pt x="100691" y="113315"/>
                </a:lnTo>
                <a:lnTo>
                  <a:pt x="73319" y="113315"/>
                </a:lnTo>
                <a:lnTo>
                  <a:pt x="73319" y="156036"/>
                </a:lnTo>
                <a:lnTo>
                  <a:pt x="102965" y="156036"/>
                </a:lnTo>
                <a:lnTo>
                  <a:pt x="110994" y="157524"/>
                </a:lnTo>
                <a:lnTo>
                  <a:pt x="124426" y="163482"/>
                </a:lnTo>
                <a:lnTo>
                  <a:pt x="129565" y="167874"/>
                </a:lnTo>
                <a:lnTo>
                  <a:pt x="136686" y="179489"/>
                </a:lnTo>
                <a:lnTo>
                  <a:pt x="138466" y="186735"/>
                </a:lnTo>
                <a:lnTo>
                  <a:pt x="138466" y="204208"/>
                </a:lnTo>
                <a:lnTo>
                  <a:pt x="111220" y="231983"/>
                </a:lnTo>
                <a:lnTo>
                  <a:pt x="103760" y="233343"/>
                </a:lnTo>
                <a:lnTo>
                  <a:pt x="187134" y="233343"/>
                </a:lnTo>
                <a:lnTo>
                  <a:pt x="190897" y="222804"/>
                </a:lnTo>
                <a:lnTo>
                  <a:pt x="193150" y="211404"/>
                </a:lnTo>
                <a:lnTo>
                  <a:pt x="193797" y="200879"/>
                </a:lnTo>
                <a:lnTo>
                  <a:pt x="193836" y="198150"/>
                </a:lnTo>
                <a:lnTo>
                  <a:pt x="192786" y="184943"/>
                </a:lnTo>
                <a:lnTo>
                  <a:pt x="175957" y="150505"/>
                </a:lnTo>
                <a:lnTo>
                  <a:pt x="153458" y="134980"/>
                </a:lnTo>
                <a:lnTo>
                  <a:pt x="125512" y="134980"/>
                </a:lnTo>
                <a:lnTo>
                  <a:pt x="125512" y="127707"/>
                </a:lnTo>
                <a:lnTo>
                  <a:pt x="150357" y="127707"/>
                </a:lnTo>
                <a:lnTo>
                  <a:pt x="151199" y="127395"/>
                </a:lnTo>
                <a:lnTo>
                  <a:pt x="181704" y="96718"/>
                </a:lnTo>
                <a:lnTo>
                  <a:pt x="185518" y="72657"/>
                </a:lnTo>
                <a:lnTo>
                  <a:pt x="184903" y="62420"/>
                </a:lnTo>
                <a:lnTo>
                  <a:pt x="182887" y="52056"/>
                </a:lnTo>
                <a:lnTo>
                  <a:pt x="181195" y="47264"/>
                </a:lnTo>
                <a:close/>
              </a:path>
              <a:path w="194310" h="281305">
                <a:moveTo>
                  <a:pt x="125512" y="127707"/>
                </a:moveTo>
                <a:lnTo>
                  <a:pt x="125512" y="134980"/>
                </a:lnTo>
                <a:lnTo>
                  <a:pt x="139205" y="131834"/>
                </a:lnTo>
                <a:lnTo>
                  <a:pt x="141783" y="130880"/>
                </a:lnTo>
                <a:lnTo>
                  <a:pt x="140850" y="130553"/>
                </a:lnTo>
                <a:lnTo>
                  <a:pt x="125512" y="127707"/>
                </a:lnTo>
                <a:close/>
              </a:path>
              <a:path w="194310" h="281305">
                <a:moveTo>
                  <a:pt x="141783" y="130880"/>
                </a:moveTo>
                <a:lnTo>
                  <a:pt x="139205" y="131834"/>
                </a:lnTo>
                <a:lnTo>
                  <a:pt x="125512" y="134980"/>
                </a:lnTo>
                <a:lnTo>
                  <a:pt x="153458" y="134980"/>
                </a:lnTo>
                <a:lnTo>
                  <a:pt x="141783" y="130880"/>
                </a:lnTo>
                <a:close/>
              </a:path>
              <a:path w="194310" h="281305">
                <a:moveTo>
                  <a:pt x="150357" y="127707"/>
                </a:moveTo>
                <a:lnTo>
                  <a:pt x="125512" y="127707"/>
                </a:lnTo>
                <a:lnTo>
                  <a:pt x="140850" y="130553"/>
                </a:lnTo>
                <a:lnTo>
                  <a:pt x="141783" y="130880"/>
                </a:lnTo>
                <a:lnTo>
                  <a:pt x="150357" y="127707"/>
                </a:lnTo>
                <a:close/>
              </a:path>
              <a:path w="194310" h="281305">
                <a:moveTo>
                  <a:pt x="96351" y="0"/>
                </a:moveTo>
                <a:lnTo>
                  <a:pt x="44331" y="11375"/>
                </a:lnTo>
                <a:lnTo>
                  <a:pt x="13075" y="43988"/>
                </a:lnTo>
                <a:lnTo>
                  <a:pt x="4243" y="74834"/>
                </a:lnTo>
                <a:lnTo>
                  <a:pt x="58779" y="77562"/>
                </a:lnTo>
                <a:lnTo>
                  <a:pt x="59940" y="68271"/>
                </a:lnTo>
                <a:lnTo>
                  <a:pt x="63473" y="60899"/>
                </a:lnTo>
                <a:lnTo>
                  <a:pt x="95895" y="47264"/>
                </a:lnTo>
                <a:lnTo>
                  <a:pt x="181195" y="47264"/>
                </a:lnTo>
                <a:lnTo>
                  <a:pt x="179526" y="42535"/>
                </a:lnTo>
                <a:lnTo>
                  <a:pt x="153425" y="13498"/>
                </a:lnTo>
                <a:lnTo>
                  <a:pt x="109636" y="541"/>
                </a:lnTo>
                <a:lnTo>
                  <a:pt x="9635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32463" y="1354272"/>
            <a:ext cx="3144744" cy="336308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556945" y="1840877"/>
            <a:ext cx="9579610" cy="245110"/>
          </a:xfrm>
          <a:custGeom>
            <a:avLst/>
            <a:gdLst/>
            <a:ahLst/>
            <a:cxnLst/>
            <a:rect l="l" t="t" r="r" b="b"/>
            <a:pathLst>
              <a:path w="9579610" h="245110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245059"/>
                </a:lnTo>
                <a:lnTo>
                  <a:pt x="9579546" y="245059"/>
                </a:lnTo>
                <a:lnTo>
                  <a:pt x="9579546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56950" y="2325415"/>
            <a:ext cx="9579610" cy="250825"/>
            <a:chOff x="556950" y="2325415"/>
            <a:chExt cx="9579610" cy="250825"/>
          </a:xfrm>
        </p:grpSpPr>
        <p:sp>
          <p:nvSpPr>
            <p:cNvPr id="21" name="object 21"/>
            <p:cNvSpPr/>
            <p:nvPr/>
          </p:nvSpPr>
          <p:spPr>
            <a:xfrm>
              <a:off x="556945" y="2330995"/>
              <a:ext cx="9579610" cy="245110"/>
            </a:xfrm>
            <a:custGeom>
              <a:avLst/>
              <a:gdLst/>
              <a:ahLst/>
              <a:cxnLst/>
              <a:rect l="l" t="t" r="r" b="b"/>
              <a:pathLst>
                <a:path w="9579610" h="245110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245059"/>
                  </a:lnTo>
                  <a:lnTo>
                    <a:pt x="9579546" y="245059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6945" y="2325420"/>
              <a:ext cx="9579610" cy="250825"/>
            </a:xfrm>
            <a:custGeom>
              <a:avLst/>
              <a:gdLst/>
              <a:ahLst/>
              <a:cxnLst/>
              <a:rect l="l" t="t" r="r" b="b"/>
              <a:pathLst>
                <a:path w="9579610" h="250825">
                  <a:moveTo>
                    <a:pt x="9579546" y="245059"/>
                  </a:moveTo>
                  <a:lnTo>
                    <a:pt x="9579546" y="245059"/>
                  </a:lnTo>
                  <a:lnTo>
                    <a:pt x="0" y="245059"/>
                  </a:lnTo>
                  <a:lnTo>
                    <a:pt x="0" y="250634"/>
                  </a:lnTo>
                  <a:lnTo>
                    <a:pt x="9579546" y="250634"/>
                  </a:lnTo>
                  <a:lnTo>
                    <a:pt x="9579546" y="245059"/>
                  </a:lnTo>
                  <a:close/>
                </a:path>
                <a:path w="9579610" h="250825">
                  <a:moveTo>
                    <a:pt x="9579546" y="0"/>
                  </a:moveTo>
                  <a:lnTo>
                    <a:pt x="9579546" y="0"/>
                  </a:lnTo>
                  <a:lnTo>
                    <a:pt x="0" y="0"/>
                  </a:lnTo>
                  <a:lnTo>
                    <a:pt x="0" y="5575"/>
                  </a:lnTo>
                  <a:lnTo>
                    <a:pt x="9579546" y="5575"/>
                  </a:lnTo>
                  <a:lnTo>
                    <a:pt x="9579546" y="0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556945" y="2815538"/>
            <a:ext cx="9579610" cy="5715"/>
          </a:xfrm>
          <a:custGeom>
            <a:avLst/>
            <a:gdLst/>
            <a:ahLst/>
            <a:cxnLst/>
            <a:rect l="l" t="t" r="r" b="b"/>
            <a:pathLst>
              <a:path w="9579610" h="5714">
                <a:moveTo>
                  <a:pt x="9579546" y="0"/>
                </a:moveTo>
                <a:lnTo>
                  <a:pt x="9579546" y="0"/>
                </a:lnTo>
                <a:lnTo>
                  <a:pt x="0" y="0"/>
                </a:lnTo>
                <a:lnTo>
                  <a:pt x="0" y="5562"/>
                </a:lnTo>
                <a:lnTo>
                  <a:pt x="9579546" y="5562"/>
                </a:lnTo>
                <a:lnTo>
                  <a:pt x="9579546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633141" y="1921515"/>
            <a:ext cx="413384" cy="99060"/>
            <a:chOff x="633141" y="1921515"/>
            <a:chExt cx="413384" cy="9906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3141" y="1921515"/>
              <a:ext cx="197158" cy="8265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50571" y="1923298"/>
              <a:ext cx="52705" cy="79375"/>
            </a:xfrm>
            <a:custGeom>
              <a:avLst/>
              <a:gdLst/>
              <a:ahLst/>
              <a:cxnLst/>
              <a:rect l="l" t="t" r="r" b="b"/>
              <a:pathLst>
                <a:path w="52705" h="79375">
                  <a:moveTo>
                    <a:pt x="52130" y="0"/>
                  </a:moveTo>
                  <a:lnTo>
                    <a:pt x="26704" y="0"/>
                  </a:lnTo>
                  <a:lnTo>
                    <a:pt x="22318" y="1428"/>
                  </a:lnTo>
                  <a:lnTo>
                    <a:pt x="16690" y="7147"/>
                  </a:lnTo>
                  <a:lnTo>
                    <a:pt x="15332" y="11313"/>
                  </a:lnTo>
                  <a:lnTo>
                    <a:pt x="15283" y="79086"/>
                  </a:lnTo>
                  <a:lnTo>
                    <a:pt x="28472" y="79086"/>
                  </a:lnTo>
                  <a:lnTo>
                    <a:pt x="28472" y="15237"/>
                  </a:lnTo>
                  <a:lnTo>
                    <a:pt x="29003" y="13615"/>
                  </a:lnTo>
                  <a:lnTo>
                    <a:pt x="31126" y="11313"/>
                  </a:lnTo>
                  <a:lnTo>
                    <a:pt x="32763" y="10737"/>
                  </a:lnTo>
                  <a:lnTo>
                    <a:pt x="52130" y="10737"/>
                  </a:lnTo>
                  <a:lnTo>
                    <a:pt x="52130" y="0"/>
                  </a:lnTo>
                  <a:close/>
                </a:path>
                <a:path w="52705" h="79375">
                  <a:moveTo>
                    <a:pt x="15283" y="19603"/>
                  </a:moveTo>
                  <a:lnTo>
                    <a:pt x="0" y="19603"/>
                  </a:lnTo>
                  <a:lnTo>
                    <a:pt x="0" y="30342"/>
                  </a:lnTo>
                  <a:lnTo>
                    <a:pt x="15283" y="30342"/>
                  </a:lnTo>
                  <a:lnTo>
                    <a:pt x="15283" y="19603"/>
                  </a:lnTo>
                  <a:close/>
                </a:path>
                <a:path w="52705" h="79375">
                  <a:moveTo>
                    <a:pt x="51462" y="19603"/>
                  </a:moveTo>
                  <a:lnTo>
                    <a:pt x="28472" y="19603"/>
                  </a:lnTo>
                  <a:lnTo>
                    <a:pt x="28472" y="30342"/>
                  </a:lnTo>
                  <a:lnTo>
                    <a:pt x="51462" y="30342"/>
                  </a:lnTo>
                  <a:lnTo>
                    <a:pt x="51462" y="19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528" y="1922518"/>
              <a:ext cx="123641" cy="97911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58060" y="1923298"/>
            <a:ext cx="199251" cy="95794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542145" y="1921515"/>
            <a:ext cx="553720" cy="99060"/>
            <a:chOff x="1542145" y="1921515"/>
            <a:chExt cx="553720" cy="99060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42145" y="1921515"/>
              <a:ext cx="267956" cy="826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30597" y="1922518"/>
              <a:ext cx="264927" cy="97911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4698448" y="1921515"/>
            <a:ext cx="558165" cy="97790"/>
            <a:chOff x="4698448" y="1921515"/>
            <a:chExt cx="558165" cy="97790"/>
          </a:xfrm>
        </p:grpSpPr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98448" y="1923298"/>
              <a:ext cx="195597" cy="8042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13650" y="1921515"/>
              <a:ext cx="342497" cy="97577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336614" y="1921515"/>
            <a:ext cx="345259" cy="82651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5765392" y="19250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8" y="14748"/>
                </a:moveTo>
                <a:lnTo>
                  <a:pt x="24505" y="20140"/>
                </a:lnTo>
                <a:lnTo>
                  <a:pt x="24505" y="75299"/>
                </a:lnTo>
                <a:lnTo>
                  <a:pt x="35513" y="75299"/>
                </a:lnTo>
                <a:lnTo>
                  <a:pt x="35513" y="20342"/>
                </a:lnTo>
                <a:lnTo>
                  <a:pt x="29898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40"/>
                </a:lnTo>
                <a:lnTo>
                  <a:pt x="24505" y="7931"/>
                </a:lnTo>
                <a:lnTo>
                  <a:pt x="37940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40" y="7931"/>
                </a:moveTo>
                <a:lnTo>
                  <a:pt x="35513" y="7931"/>
                </a:lnTo>
                <a:lnTo>
                  <a:pt x="35513" y="20342"/>
                </a:lnTo>
                <a:lnTo>
                  <a:pt x="60018" y="44756"/>
                </a:lnTo>
                <a:lnTo>
                  <a:pt x="60018" y="30008"/>
                </a:lnTo>
                <a:lnTo>
                  <a:pt x="37940" y="7931"/>
                </a:lnTo>
                <a:close/>
              </a:path>
              <a:path w="60325" h="75564">
                <a:moveTo>
                  <a:pt x="35513" y="14748"/>
                </a:moveTo>
                <a:lnTo>
                  <a:pt x="29898" y="14748"/>
                </a:lnTo>
                <a:lnTo>
                  <a:pt x="35513" y="20342"/>
                </a:lnTo>
                <a:lnTo>
                  <a:pt x="35513" y="14748"/>
                </a:lnTo>
                <a:close/>
              </a:path>
              <a:path w="60325" h="75564">
                <a:moveTo>
                  <a:pt x="35513" y="7931"/>
                </a:moveTo>
                <a:lnTo>
                  <a:pt x="24505" y="7931"/>
                </a:lnTo>
                <a:lnTo>
                  <a:pt x="24505" y="20140"/>
                </a:lnTo>
                <a:lnTo>
                  <a:pt x="29898" y="14748"/>
                </a:lnTo>
                <a:lnTo>
                  <a:pt x="35513" y="14748"/>
                </a:lnTo>
                <a:lnTo>
                  <a:pt x="35513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96161" y="1921515"/>
            <a:ext cx="485654" cy="8265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663707" y="1921515"/>
            <a:ext cx="345259" cy="82651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7092484" y="19250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7" y="14748"/>
                </a:moveTo>
                <a:lnTo>
                  <a:pt x="24505" y="20139"/>
                </a:lnTo>
                <a:lnTo>
                  <a:pt x="24505" y="75299"/>
                </a:lnTo>
                <a:lnTo>
                  <a:pt x="35511" y="75299"/>
                </a:lnTo>
                <a:lnTo>
                  <a:pt x="35511" y="20342"/>
                </a:lnTo>
                <a:lnTo>
                  <a:pt x="29897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39"/>
                </a:lnTo>
                <a:lnTo>
                  <a:pt x="24505" y="7931"/>
                </a:lnTo>
                <a:lnTo>
                  <a:pt x="37939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39" y="7931"/>
                </a:moveTo>
                <a:lnTo>
                  <a:pt x="35511" y="7931"/>
                </a:lnTo>
                <a:lnTo>
                  <a:pt x="35511" y="20342"/>
                </a:lnTo>
                <a:lnTo>
                  <a:pt x="60017" y="44756"/>
                </a:lnTo>
                <a:lnTo>
                  <a:pt x="60017" y="30008"/>
                </a:lnTo>
                <a:lnTo>
                  <a:pt x="37939" y="7931"/>
                </a:lnTo>
                <a:close/>
              </a:path>
              <a:path w="60325" h="75564">
                <a:moveTo>
                  <a:pt x="35511" y="14748"/>
                </a:moveTo>
                <a:lnTo>
                  <a:pt x="29897" y="14748"/>
                </a:lnTo>
                <a:lnTo>
                  <a:pt x="35511" y="20342"/>
                </a:lnTo>
                <a:lnTo>
                  <a:pt x="35511" y="14748"/>
                </a:lnTo>
                <a:close/>
              </a:path>
              <a:path w="60325" h="75564">
                <a:moveTo>
                  <a:pt x="35511" y="7931"/>
                </a:moveTo>
                <a:lnTo>
                  <a:pt x="24505" y="7931"/>
                </a:lnTo>
                <a:lnTo>
                  <a:pt x="24505" y="20139"/>
                </a:lnTo>
                <a:lnTo>
                  <a:pt x="29897" y="14748"/>
                </a:lnTo>
                <a:lnTo>
                  <a:pt x="35511" y="14748"/>
                </a:lnTo>
                <a:lnTo>
                  <a:pt x="35511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21013" y="1923298"/>
            <a:ext cx="405899" cy="8042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913261" y="1921515"/>
            <a:ext cx="345259" cy="82651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8342039" y="19250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29897" y="14748"/>
                </a:moveTo>
                <a:lnTo>
                  <a:pt x="24505" y="20139"/>
                </a:lnTo>
                <a:lnTo>
                  <a:pt x="24505" y="75299"/>
                </a:lnTo>
                <a:lnTo>
                  <a:pt x="35511" y="75299"/>
                </a:lnTo>
                <a:lnTo>
                  <a:pt x="35511" y="20342"/>
                </a:lnTo>
                <a:lnTo>
                  <a:pt x="29897" y="14748"/>
                </a:lnTo>
                <a:close/>
              </a:path>
              <a:path w="60325" h="75564">
                <a:moveTo>
                  <a:pt x="30008" y="0"/>
                </a:moveTo>
                <a:lnTo>
                  <a:pt x="9590" y="20342"/>
                </a:lnTo>
                <a:lnTo>
                  <a:pt x="0" y="30008"/>
                </a:lnTo>
                <a:lnTo>
                  <a:pt x="0" y="44756"/>
                </a:lnTo>
                <a:lnTo>
                  <a:pt x="24505" y="20139"/>
                </a:lnTo>
                <a:lnTo>
                  <a:pt x="24505" y="7931"/>
                </a:lnTo>
                <a:lnTo>
                  <a:pt x="37939" y="7931"/>
                </a:lnTo>
                <a:lnTo>
                  <a:pt x="30008" y="0"/>
                </a:lnTo>
                <a:close/>
              </a:path>
              <a:path w="60325" h="75564">
                <a:moveTo>
                  <a:pt x="37939" y="7931"/>
                </a:moveTo>
                <a:lnTo>
                  <a:pt x="35511" y="7931"/>
                </a:lnTo>
                <a:lnTo>
                  <a:pt x="35511" y="20342"/>
                </a:lnTo>
                <a:lnTo>
                  <a:pt x="60017" y="44756"/>
                </a:lnTo>
                <a:lnTo>
                  <a:pt x="60017" y="30008"/>
                </a:lnTo>
                <a:lnTo>
                  <a:pt x="37939" y="7931"/>
                </a:lnTo>
                <a:close/>
              </a:path>
              <a:path w="60325" h="75564">
                <a:moveTo>
                  <a:pt x="35511" y="14748"/>
                </a:moveTo>
                <a:lnTo>
                  <a:pt x="29897" y="14748"/>
                </a:lnTo>
                <a:lnTo>
                  <a:pt x="35511" y="20342"/>
                </a:lnTo>
                <a:lnTo>
                  <a:pt x="35511" y="14748"/>
                </a:lnTo>
                <a:close/>
              </a:path>
              <a:path w="60325" h="75564">
                <a:moveTo>
                  <a:pt x="35511" y="7931"/>
                </a:moveTo>
                <a:lnTo>
                  <a:pt x="24505" y="7931"/>
                </a:lnTo>
                <a:lnTo>
                  <a:pt x="24505" y="20139"/>
                </a:lnTo>
                <a:lnTo>
                  <a:pt x="29897" y="14748"/>
                </a:lnTo>
                <a:lnTo>
                  <a:pt x="35511" y="14748"/>
                </a:lnTo>
                <a:lnTo>
                  <a:pt x="35511" y="79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64318" y="1923298"/>
            <a:ext cx="405900" cy="80422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9157991" y="1921515"/>
            <a:ext cx="272124" cy="9757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517822" y="1921515"/>
            <a:ext cx="266174" cy="82651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9870498" y="192507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4">
                <a:moveTo>
                  <a:pt x="0" y="30655"/>
                </a:moveTo>
                <a:lnTo>
                  <a:pt x="0" y="45401"/>
                </a:lnTo>
                <a:lnTo>
                  <a:pt x="30008" y="75299"/>
                </a:lnTo>
                <a:lnTo>
                  <a:pt x="37940" y="67368"/>
                </a:lnTo>
                <a:lnTo>
                  <a:pt x="24505" y="67368"/>
                </a:lnTo>
                <a:lnTo>
                  <a:pt x="24505" y="55159"/>
                </a:lnTo>
                <a:lnTo>
                  <a:pt x="0" y="30655"/>
                </a:lnTo>
                <a:close/>
              </a:path>
              <a:path w="60325" h="75564">
                <a:moveTo>
                  <a:pt x="24505" y="55159"/>
                </a:moveTo>
                <a:lnTo>
                  <a:pt x="24505" y="67368"/>
                </a:lnTo>
                <a:lnTo>
                  <a:pt x="35513" y="67368"/>
                </a:lnTo>
                <a:lnTo>
                  <a:pt x="35513" y="60551"/>
                </a:lnTo>
                <a:lnTo>
                  <a:pt x="29898" y="60551"/>
                </a:lnTo>
                <a:lnTo>
                  <a:pt x="24505" y="55159"/>
                </a:lnTo>
                <a:close/>
              </a:path>
              <a:path w="60325" h="75564">
                <a:moveTo>
                  <a:pt x="60018" y="30655"/>
                </a:moveTo>
                <a:lnTo>
                  <a:pt x="35513" y="54957"/>
                </a:lnTo>
                <a:lnTo>
                  <a:pt x="35513" y="67368"/>
                </a:lnTo>
                <a:lnTo>
                  <a:pt x="37940" y="67368"/>
                </a:lnTo>
                <a:lnTo>
                  <a:pt x="59908" y="45401"/>
                </a:lnTo>
                <a:lnTo>
                  <a:pt x="60018" y="30655"/>
                </a:lnTo>
                <a:close/>
              </a:path>
              <a:path w="60325" h="75564">
                <a:moveTo>
                  <a:pt x="35513" y="0"/>
                </a:moveTo>
                <a:lnTo>
                  <a:pt x="24505" y="0"/>
                </a:lnTo>
                <a:lnTo>
                  <a:pt x="24505" y="55159"/>
                </a:lnTo>
                <a:lnTo>
                  <a:pt x="29898" y="60551"/>
                </a:lnTo>
                <a:lnTo>
                  <a:pt x="35513" y="54957"/>
                </a:lnTo>
                <a:lnTo>
                  <a:pt x="35513" y="0"/>
                </a:lnTo>
                <a:close/>
              </a:path>
              <a:path w="60325" h="75564">
                <a:moveTo>
                  <a:pt x="35513" y="54957"/>
                </a:moveTo>
                <a:lnTo>
                  <a:pt x="29898" y="60551"/>
                </a:lnTo>
                <a:lnTo>
                  <a:pt x="35513" y="60551"/>
                </a:lnTo>
                <a:lnTo>
                  <a:pt x="35513" y="54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33517" y="2164401"/>
            <a:ext cx="132912" cy="83041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1261625" y="2164284"/>
            <a:ext cx="805180" cy="102235"/>
            <a:chOff x="1261625" y="2164284"/>
            <a:chExt cx="805180" cy="102235"/>
          </a:xfrm>
        </p:grpSpPr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61625" y="2170950"/>
              <a:ext cx="261988" cy="7789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47006" y="2164284"/>
              <a:ext cx="474855" cy="8456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052271" y="2233173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5">
                  <a:moveTo>
                    <a:pt x="14034" y="0"/>
                  </a:moveTo>
                  <a:lnTo>
                    <a:pt x="0" y="0"/>
                  </a:lnTo>
                  <a:lnTo>
                    <a:pt x="0" y="14269"/>
                  </a:lnTo>
                  <a:lnTo>
                    <a:pt x="6315" y="14269"/>
                  </a:lnTo>
                  <a:lnTo>
                    <a:pt x="0" y="33216"/>
                  </a:lnTo>
                  <a:lnTo>
                    <a:pt x="7016" y="33216"/>
                  </a:lnTo>
                  <a:lnTo>
                    <a:pt x="14034" y="13100"/>
                  </a:lnTo>
                  <a:lnTo>
                    <a:pt x="14034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/>
          <p:nvPr/>
        </p:nvSpPr>
        <p:spPr>
          <a:xfrm>
            <a:off x="2171331" y="2164409"/>
            <a:ext cx="667385" cy="102235"/>
          </a:xfrm>
          <a:custGeom>
            <a:avLst/>
            <a:gdLst/>
            <a:ahLst/>
            <a:cxnLst/>
            <a:rect l="l" t="t" r="r" b="b"/>
            <a:pathLst>
              <a:path w="667385" h="102235">
                <a:moveTo>
                  <a:pt x="56603" y="58597"/>
                </a:moveTo>
                <a:lnTo>
                  <a:pt x="56489" y="44869"/>
                </a:lnTo>
                <a:lnTo>
                  <a:pt x="55435" y="39687"/>
                </a:lnTo>
                <a:lnTo>
                  <a:pt x="50761" y="30022"/>
                </a:lnTo>
                <a:lnTo>
                  <a:pt x="49860" y="29006"/>
                </a:lnTo>
                <a:lnTo>
                  <a:pt x="47459" y="26276"/>
                </a:lnTo>
                <a:lnTo>
                  <a:pt x="46316" y="25565"/>
                </a:lnTo>
                <a:lnTo>
                  <a:pt x="46316" y="44869"/>
                </a:lnTo>
                <a:lnTo>
                  <a:pt x="46316" y="59220"/>
                </a:lnTo>
                <a:lnTo>
                  <a:pt x="44742" y="64846"/>
                </a:lnTo>
                <a:lnTo>
                  <a:pt x="38417" y="73037"/>
                </a:lnTo>
                <a:lnTo>
                  <a:pt x="33997" y="75082"/>
                </a:lnTo>
                <a:lnTo>
                  <a:pt x="22606" y="75082"/>
                </a:lnTo>
                <a:lnTo>
                  <a:pt x="18186" y="73037"/>
                </a:lnTo>
                <a:lnTo>
                  <a:pt x="11874" y="64846"/>
                </a:lnTo>
                <a:lnTo>
                  <a:pt x="10287" y="59220"/>
                </a:lnTo>
                <a:lnTo>
                  <a:pt x="10287" y="44869"/>
                </a:lnTo>
                <a:lnTo>
                  <a:pt x="11747" y="39687"/>
                </a:lnTo>
                <a:lnTo>
                  <a:pt x="11874" y="39243"/>
                </a:lnTo>
                <a:lnTo>
                  <a:pt x="18186" y="31051"/>
                </a:lnTo>
                <a:lnTo>
                  <a:pt x="22606" y="29006"/>
                </a:lnTo>
                <a:lnTo>
                  <a:pt x="33997" y="29006"/>
                </a:lnTo>
                <a:lnTo>
                  <a:pt x="38417" y="31051"/>
                </a:lnTo>
                <a:lnTo>
                  <a:pt x="44742" y="39243"/>
                </a:lnTo>
                <a:lnTo>
                  <a:pt x="46316" y="44869"/>
                </a:lnTo>
                <a:lnTo>
                  <a:pt x="46316" y="25565"/>
                </a:lnTo>
                <a:lnTo>
                  <a:pt x="38963" y="20967"/>
                </a:lnTo>
                <a:lnTo>
                  <a:pt x="33997" y="19646"/>
                </a:lnTo>
                <a:lnTo>
                  <a:pt x="22606" y="19646"/>
                </a:lnTo>
                <a:lnTo>
                  <a:pt x="0" y="58597"/>
                </a:lnTo>
                <a:lnTo>
                  <a:pt x="1168" y="64300"/>
                </a:lnTo>
                <a:lnTo>
                  <a:pt x="5842" y="74053"/>
                </a:lnTo>
                <a:lnTo>
                  <a:pt x="9144" y="77812"/>
                </a:lnTo>
                <a:lnTo>
                  <a:pt x="17640" y="83121"/>
                </a:lnTo>
                <a:lnTo>
                  <a:pt x="22606" y="84442"/>
                </a:lnTo>
                <a:lnTo>
                  <a:pt x="33997" y="84442"/>
                </a:lnTo>
                <a:lnTo>
                  <a:pt x="55435" y="64300"/>
                </a:lnTo>
                <a:lnTo>
                  <a:pt x="56603" y="58597"/>
                </a:lnTo>
                <a:close/>
              </a:path>
              <a:path w="667385" h="102235">
                <a:moveTo>
                  <a:pt x="127723" y="21043"/>
                </a:moveTo>
                <a:lnTo>
                  <a:pt x="116954" y="21043"/>
                </a:lnTo>
                <a:lnTo>
                  <a:pt x="98475" y="72974"/>
                </a:lnTo>
                <a:lnTo>
                  <a:pt x="79997" y="21043"/>
                </a:lnTo>
                <a:lnTo>
                  <a:pt x="69240" y="21043"/>
                </a:lnTo>
                <a:lnTo>
                  <a:pt x="92278" y="83032"/>
                </a:lnTo>
                <a:lnTo>
                  <a:pt x="104673" y="83032"/>
                </a:lnTo>
                <a:lnTo>
                  <a:pt x="127723" y="21043"/>
                </a:lnTo>
                <a:close/>
              </a:path>
              <a:path w="667385" h="102235">
                <a:moveTo>
                  <a:pt x="196380" y="45224"/>
                </a:moveTo>
                <a:lnTo>
                  <a:pt x="195465" y="40665"/>
                </a:lnTo>
                <a:lnTo>
                  <a:pt x="195414" y="40424"/>
                </a:lnTo>
                <a:lnTo>
                  <a:pt x="195300" y="39801"/>
                </a:lnTo>
                <a:lnTo>
                  <a:pt x="195199" y="39331"/>
                </a:lnTo>
                <a:lnTo>
                  <a:pt x="190525" y="29667"/>
                </a:lnTo>
                <a:lnTo>
                  <a:pt x="189941" y="29006"/>
                </a:lnTo>
                <a:lnTo>
                  <a:pt x="187286" y="25984"/>
                </a:lnTo>
                <a:lnTo>
                  <a:pt x="185610" y="24968"/>
                </a:lnTo>
                <a:lnTo>
                  <a:pt x="185610" y="46431"/>
                </a:lnTo>
                <a:lnTo>
                  <a:pt x="151231" y="46431"/>
                </a:lnTo>
                <a:lnTo>
                  <a:pt x="152082" y="40665"/>
                </a:lnTo>
                <a:lnTo>
                  <a:pt x="154051" y="36309"/>
                </a:lnTo>
                <a:lnTo>
                  <a:pt x="160210" y="30467"/>
                </a:lnTo>
                <a:lnTo>
                  <a:pt x="164134" y="29006"/>
                </a:lnTo>
                <a:lnTo>
                  <a:pt x="173494" y="29006"/>
                </a:lnTo>
                <a:lnTo>
                  <a:pt x="185610" y="46431"/>
                </a:lnTo>
                <a:lnTo>
                  <a:pt x="185610" y="24968"/>
                </a:lnTo>
                <a:lnTo>
                  <a:pt x="179146" y="20993"/>
                </a:lnTo>
                <a:lnTo>
                  <a:pt x="179311" y="20993"/>
                </a:lnTo>
                <a:lnTo>
                  <a:pt x="174269" y="19646"/>
                </a:lnTo>
                <a:lnTo>
                  <a:pt x="163195" y="19646"/>
                </a:lnTo>
                <a:lnTo>
                  <a:pt x="158267" y="20993"/>
                </a:lnTo>
                <a:lnTo>
                  <a:pt x="140931" y="58597"/>
                </a:lnTo>
                <a:lnTo>
                  <a:pt x="142087" y="64300"/>
                </a:lnTo>
                <a:lnTo>
                  <a:pt x="163512" y="84442"/>
                </a:lnTo>
                <a:lnTo>
                  <a:pt x="175907" y="84442"/>
                </a:lnTo>
                <a:lnTo>
                  <a:pt x="181457" y="82664"/>
                </a:lnTo>
                <a:lnTo>
                  <a:pt x="190588" y="75577"/>
                </a:lnTo>
                <a:lnTo>
                  <a:pt x="190919" y="75082"/>
                </a:lnTo>
                <a:lnTo>
                  <a:pt x="193687" y="71031"/>
                </a:lnTo>
                <a:lnTo>
                  <a:pt x="195326" y="65493"/>
                </a:lnTo>
                <a:lnTo>
                  <a:pt x="184797" y="64681"/>
                </a:lnTo>
                <a:lnTo>
                  <a:pt x="183781" y="67792"/>
                </a:lnTo>
                <a:lnTo>
                  <a:pt x="181965" y="70307"/>
                </a:lnTo>
                <a:lnTo>
                  <a:pt x="176745" y="74129"/>
                </a:lnTo>
                <a:lnTo>
                  <a:pt x="173405" y="75082"/>
                </a:lnTo>
                <a:lnTo>
                  <a:pt x="163982" y="75082"/>
                </a:lnTo>
                <a:lnTo>
                  <a:pt x="159702" y="73406"/>
                </a:lnTo>
                <a:lnTo>
                  <a:pt x="153390" y="66700"/>
                </a:lnTo>
                <a:lnTo>
                  <a:pt x="151612" y="61709"/>
                </a:lnTo>
                <a:lnTo>
                  <a:pt x="151231" y="55079"/>
                </a:lnTo>
                <a:lnTo>
                  <a:pt x="196380" y="55079"/>
                </a:lnTo>
                <a:lnTo>
                  <a:pt x="196380" y="46431"/>
                </a:lnTo>
                <a:lnTo>
                  <a:pt x="196380" y="45224"/>
                </a:lnTo>
                <a:close/>
              </a:path>
              <a:path w="667385" h="102235">
                <a:moveTo>
                  <a:pt x="266903" y="21043"/>
                </a:moveTo>
                <a:lnTo>
                  <a:pt x="249707" y="21043"/>
                </a:lnTo>
                <a:lnTo>
                  <a:pt x="246164" y="22352"/>
                </a:lnTo>
                <a:lnTo>
                  <a:pt x="240855" y="27584"/>
                </a:lnTo>
                <a:lnTo>
                  <a:pt x="239217" y="31572"/>
                </a:lnTo>
                <a:lnTo>
                  <a:pt x="239268" y="32956"/>
                </a:lnTo>
                <a:lnTo>
                  <a:pt x="239204" y="31762"/>
                </a:lnTo>
                <a:lnTo>
                  <a:pt x="239077" y="29705"/>
                </a:lnTo>
                <a:lnTo>
                  <a:pt x="238810" y="24904"/>
                </a:lnTo>
                <a:lnTo>
                  <a:pt x="238671" y="22352"/>
                </a:lnTo>
                <a:lnTo>
                  <a:pt x="238594" y="21043"/>
                </a:lnTo>
                <a:lnTo>
                  <a:pt x="214274" y="21043"/>
                </a:lnTo>
                <a:lnTo>
                  <a:pt x="214274" y="29705"/>
                </a:lnTo>
                <a:lnTo>
                  <a:pt x="230403" y="29705"/>
                </a:lnTo>
                <a:lnTo>
                  <a:pt x="230403" y="74383"/>
                </a:lnTo>
                <a:lnTo>
                  <a:pt x="214274" y="74383"/>
                </a:lnTo>
                <a:lnTo>
                  <a:pt x="214274" y="83032"/>
                </a:lnTo>
                <a:lnTo>
                  <a:pt x="259880" y="83032"/>
                </a:lnTo>
                <a:lnTo>
                  <a:pt x="259880" y="79057"/>
                </a:lnTo>
                <a:lnTo>
                  <a:pt x="259880" y="74383"/>
                </a:lnTo>
                <a:lnTo>
                  <a:pt x="240233" y="74383"/>
                </a:lnTo>
                <a:lnTo>
                  <a:pt x="240233" y="42176"/>
                </a:lnTo>
                <a:lnTo>
                  <a:pt x="251231" y="29933"/>
                </a:lnTo>
                <a:lnTo>
                  <a:pt x="266903" y="29933"/>
                </a:lnTo>
                <a:lnTo>
                  <a:pt x="266903" y="21043"/>
                </a:lnTo>
                <a:close/>
              </a:path>
              <a:path w="667385" h="102235">
                <a:moveTo>
                  <a:pt x="337070" y="74383"/>
                </a:moveTo>
                <a:lnTo>
                  <a:pt x="315671" y="74383"/>
                </a:lnTo>
                <a:lnTo>
                  <a:pt x="315671" y="11620"/>
                </a:lnTo>
                <a:lnTo>
                  <a:pt x="314210" y="7302"/>
                </a:lnTo>
                <a:lnTo>
                  <a:pt x="308368" y="1460"/>
                </a:lnTo>
                <a:lnTo>
                  <a:pt x="304050" y="0"/>
                </a:lnTo>
                <a:lnTo>
                  <a:pt x="283273" y="0"/>
                </a:lnTo>
                <a:lnTo>
                  <a:pt x="283273" y="8648"/>
                </a:lnTo>
                <a:lnTo>
                  <a:pt x="300393" y="8648"/>
                </a:lnTo>
                <a:lnTo>
                  <a:pt x="302336" y="9359"/>
                </a:lnTo>
                <a:lnTo>
                  <a:pt x="305142" y="12166"/>
                </a:lnTo>
                <a:lnTo>
                  <a:pt x="305854" y="14109"/>
                </a:lnTo>
                <a:lnTo>
                  <a:pt x="305854" y="74383"/>
                </a:lnTo>
                <a:lnTo>
                  <a:pt x="280936" y="74383"/>
                </a:lnTo>
                <a:lnTo>
                  <a:pt x="280936" y="83032"/>
                </a:lnTo>
                <a:lnTo>
                  <a:pt x="337070" y="83032"/>
                </a:lnTo>
                <a:lnTo>
                  <a:pt x="337070" y="79527"/>
                </a:lnTo>
                <a:lnTo>
                  <a:pt x="337070" y="74383"/>
                </a:lnTo>
                <a:close/>
              </a:path>
              <a:path w="667385" h="102235">
                <a:moveTo>
                  <a:pt x="409600" y="82842"/>
                </a:moveTo>
                <a:lnTo>
                  <a:pt x="408419" y="82842"/>
                </a:lnTo>
                <a:lnTo>
                  <a:pt x="408419" y="74383"/>
                </a:lnTo>
                <a:lnTo>
                  <a:pt x="403199" y="74383"/>
                </a:lnTo>
                <a:lnTo>
                  <a:pt x="402259" y="74104"/>
                </a:lnTo>
                <a:lnTo>
                  <a:pt x="401053" y="73063"/>
                </a:lnTo>
                <a:lnTo>
                  <a:pt x="400748" y="72186"/>
                </a:lnTo>
                <a:lnTo>
                  <a:pt x="400697" y="70408"/>
                </a:lnTo>
                <a:lnTo>
                  <a:pt x="400697" y="53098"/>
                </a:lnTo>
                <a:lnTo>
                  <a:pt x="400697" y="37033"/>
                </a:lnTo>
                <a:lnTo>
                  <a:pt x="398640" y="30861"/>
                </a:lnTo>
                <a:lnTo>
                  <a:pt x="396925" y="29006"/>
                </a:lnTo>
                <a:lnTo>
                  <a:pt x="390372" y="21882"/>
                </a:lnTo>
                <a:lnTo>
                  <a:pt x="384556" y="19646"/>
                </a:lnTo>
                <a:lnTo>
                  <a:pt x="370052" y="19646"/>
                </a:lnTo>
                <a:lnTo>
                  <a:pt x="364350" y="21463"/>
                </a:lnTo>
                <a:lnTo>
                  <a:pt x="355536" y="28714"/>
                </a:lnTo>
                <a:lnTo>
                  <a:pt x="352742" y="33451"/>
                </a:lnTo>
                <a:lnTo>
                  <a:pt x="351561" y="39370"/>
                </a:lnTo>
                <a:lnTo>
                  <a:pt x="352564" y="39370"/>
                </a:lnTo>
                <a:lnTo>
                  <a:pt x="361988" y="40119"/>
                </a:lnTo>
                <a:lnTo>
                  <a:pt x="362927" y="36525"/>
                </a:lnTo>
                <a:lnTo>
                  <a:pt x="364604" y="33782"/>
                </a:lnTo>
                <a:lnTo>
                  <a:pt x="369430" y="29959"/>
                </a:lnTo>
                <a:lnTo>
                  <a:pt x="372783" y="29006"/>
                </a:lnTo>
                <a:lnTo>
                  <a:pt x="381520" y="29006"/>
                </a:lnTo>
                <a:lnTo>
                  <a:pt x="384937" y="30289"/>
                </a:lnTo>
                <a:lnTo>
                  <a:pt x="389686" y="35433"/>
                </a:lnTo>
                <a:lnTo>
                  <a:pt x="390880" y="39370"/>
                </a:lnTo>
                <a:lnTo>
                  <a:pt x="390880" y="44678"/>
                </a:lnTo>
                <a:lnTo>
                  <a:pt x="390880" y="53098"/>
                </a:lnTo>
                <a:lnTo>
                  <a:pt x="376135" y="75780"/>
                </a:lnTo>
                <a:lnTo>
                  <a:pt x="368427" y="75780"/>
                </a:lnTo>
                <a:lnTo>
                  <a:pt x="365937" y="75069"/>
                </a:lnTo>
                <a:lnTo>
                  <a:pt x="365772" y="75069"/>
                </a:lnTo>
                <a:lnTo>
                  <a:pt x="361696" y="71793"/>
                </a:lnTo>
                <a:lnTo>
                  <a:pt x="360705" y="69545"/>
                </a:lnTo>
                <a:lnTo>
                  <a:pt x="360705" y="64096"/>
                </a:lnTo>
                <a:lnTo>
                  <a:pt x="371932" y="56845"/>
                </a:lnTo>
                <a:lnTo>
                  <a:pt x="390880" y="53098"/>
                </a:lnTo>
                <a:lnTo>
                  <a:pt x="390880" y="44678"/>
                </a:lnTo>
                <a:lnTo>
                  <a:pt x="363270" y="50215"/>
                </a:lnTo>
                <a:lnTo>
                  <a:pt x="358305" y="52336"/>
                </a:lnTo>
                <a:lnTo>
                  <a:pt x="351993" y="58178"/>
                </a:lnTo>
                <a:lnTo>
                  <a:pt x="350520" y="62001"/>
                </a:lnTo>
                <a:lnTo>
                  <a:pt x="350405" y="70954"/>
                </a:lnTo>
                <a:lnTo>
                  <a:pt x="351307" y="73901"/>
                </a:lnTo>
                <a:lnTo>
                  <a:pt x="354888" y="78968"/>
                </a:lnTo>
                <a:lnTo>
                  <a:pt x="357352" y="80937"/>
                </a:lnTo>
                <a:lnTo>
                  <a:pt x="363804" y="83832"/>
                </a:lnTo>
                <a:lnTo>
                  <a:pt x="364070" y="83832"/>
                </a:lnTo>
                <a:lnTo>
                  <a:pt x="367093" y="84442"/>
                </a:lnTo>
                <a:lnTo>
                  <a:pt x="374586" y="84442"/>
                </a:lnTo>
                <a:lnTo>
                  <a:pt x="377939" y="83832"/>
                </a:lnTo>
                <a:lnTo>
                  <a:pt x="384175" y="81419"/>
                </a:lnTo>
                <a:lnTo>
                  <a:pt x="386765" y="79743"/>
                </a:lnTo>
                <a:lnTo>
                  <a:pt x="390575" y="75780"/>
                </a:lnTo>
                <a:lnTo>
                  <a:pt x="390893" y="75450"/>
                </a:lnTo>
                <a:lnTo>
                  <a:pt x="391236" y="74828"/>
                </a:lnTo>
                <a:lnTo>
                  <a:pt x="391287" y="75069"/>
                </a:lnTo>
                <a:lnTo>
                  <a:pt x="391363" y="75450"/>
                </a:lnTo>
                <a:lnTo>
                  <a:pt x="391464" y="75920"/>
                </a:lnTo>
                <a:lnTo>
                  <a:pt x="393331" y="79743"/>
                </a:lnTo>
                <a:lnTo>
                  <a:pt x="394716" y="81127"/>
                </a:lnTo>
                <a:lnTo>
                  <a:pt x="398386" y="82842"/>
                </a:lnTo>
                <a:lnTo>
                  <a:pt x="400621" y="83273"/>
                </a:lnTo>
                <a:lnTo>
                  <a:pt x="407009" y="83273"/>
                </a:lnTo>
                <a:lnTo>
                  <a:pt x="409600" y="82842"/>
                </a:lnTo>
                <a:close/>
              </a:path>
              <a:path w="667385" h="102235">
                <a:moveTo>
                  <a:pt x="478599" y="46355"/>
                </a:moveTo>
                <a:lnTo>
                  <a:pt x="468299" y="25158"/>
                </a:lnTo>
                <a:lnTo>
                  <a:pt x="468299" y="44792"/>
                </a:lnTo>
                <a:lnTo>
                  <a:pt x="468299" y="59296"/>
                </a:lnTo>
                <a:lnTo>
                  <a:pt x="466763" y="64947"/>
                </a:lnTo>
                <a:lnTo>
                  <a:pt x="460603" y="73063"/>
                </a:lnTo>
                <a:lnTo>
                  <a:pt x="456374" y="75082"/>
                </a:lnTo>
                <a:lnTo>
                  <a:pt x="447408" y="75082"/>
                </a:lnTo>
                <a:lnTo>
                  <a:pt x="433552" y="57734"/>
                </a:lnTo>
                <a:lnTo>
                  <a:pt x="433552" y="46355"/>
                </a:lnTo>
                <a:lnTo>
                  <a:pt x="447408" y="29006"/>
                </a:lnTo>
                <a:lnTo>
                  <a:pt x="456374" y="29006"/>
                </a:lnTo>
                <a:lnTo>
                  <a:pt x="460603" y="31026"/>
                </a:lnTo>
                <a:lnTo>
                  <a:pt x="466763" y="39141"/>
                </a:lnTo>
                <a:lnTo>
                  <a:pt x="468299" y="44792"/>
                </a:lnTo>
                <a:lnTo>
                  <a:pt x="468299" y="25158"/>
                </a:lnTo>
                <a:lnTo>
                  <a:pt x="463143" y="21170"/>
                </a:lnTo>
                <a:lnTo>
                  <a:pt x="458089" y="19646"/>
                </a:lnTo>
                <a:lnTo>
                  <a:pt x="447179" y="19646"/>
                </a:lnTo>
                <a:lnTo>
                  <a:pt x="432981" y="35090"/>
                </a:lnTo>
                <a:lnTo>
                  <a:pt x="432904" y="30276"/>
                </a:lnTo>
                <a:lnTo>
                  <a:pt x="432828" y="25882"/>
                </a:lnTo>
                <a:lnTo>
                  <a:pt x="432752" y="21170"/>
                </a:lnTo>
                <a:lnTo>
                  <a:pt x="423621" y="21170"/>
                </a:lnTo>
                <a:lnTo>
                  <a:pt x="423621" y="100584"/>
                </a:lnTo>
                <a:lnTo>
                  <a:pt x="433451" y="100584"/>
                </a:lnTo>
                <a:lnTo>
                  <a:pt x="433374" y="75082"/>
                </a:lnTo>
                <a:lnTo>
                  <a:pt x="433451" y="69710"/>
                </a:lnTo>
                <a:lnTo>
                  <a:pt x="433451" y="75234"/>
                </a:lnTo>
                <a:lnTo>
                  <a:pt x="434060" y="76288"/>
                </a:lnTo>
                <a:lnTo>
                  <a:pt x="437870" y="80187"/>
                </a:lnTo>
                <a:lnTo>
                  <a:pt x="440220" y="81711"/>
                </a:lnTo>
                <a:lnTo>
                  <a:pt x="445757" y="83896"/>
                </a:lnTo>
                <a:lnTo>
                  <a:pt x="448729" y="84442"/>
                </a:lnTo>
                <a:lnTo>
                  <a:pt x="458089" y="84442"/>
                </a:lnTo>
                <a:lnTo>
                  <a:pt x="463143" y="82918"/>
                </a:lnTo>
                <a:lnTo>
                  <a:pt x="471017" y="76835"/>
                </a:lnTo>
                <a:lnTo>
                  <a:pt x="472186" y="75234"/>
                </a:lnTo>
                <a:lnTo>
                  <a:pt x="472300" y="75082"/>
                </a:lnTo>
                <a:lnTo>
                  <a:pt x="473913" y="72859"/>
                </a:lnTo>
                <a:lnTo>
                  <a:pt x="477659" y="63042"/>
                </a:lnTo>
                <a:lnTo>
                  <a:pt x="478599" y="57734"/>
                </a:lnTo>
                <a:lnTo>
                  <a:pt x="478599" y="46355"/>
                </a:lnTo>
                <a:close/>
              </a:path>
              <a:path w="667385" h="102235">
                <a:moveTo>
                  <a:pt x="545261" y="55549"/>
                </a:moveTo>
                <a:lnTo>
                  <a:pt x="493801" y="55549"/>
                </a:lnTo>
                <a:lnTo>
                  <a:pt x="493801" y="64681"/>
                </a:lnTo>
                <a:lnTo>
                  <a:pt x="545261" y="64681"/>
                </a:lnTo>
                <a:lnTo>
                  <a:pt x="545261" y="55549"/>
                </a:lnTo>
                <a:close/>
              </a:path>
              <a:path w="667385" h="102235">
                <a:moveTo>
                  <a:pt x="545261" y="31343"/>
                </a:moveTo>
                <a:lnTo>
                  <a:pt x="493801" y="31343"/>
                </a:lnTo>
                <a:lnTo>
                  <a:pt x="493801" y="40462"/>
                </a:lnTo>
                <a:lnTo>
                  <a:pt x="545261" y="40462"/>
                </a:lnTo>
                <a:lnTo>
                  <a:pt x="545261" y="31343"/>
                </a:lnTo>
                <a:close/>
              </a:path>
              <a:path w="667385" h="102235">
                <a:moveTo>
                  <a:pt x="620115" y="55206"/>
                </a:moveTo>
                <a:lnTo>
                  <a:pt x="610057" y="55206"/>
                </a:lnTo>
                <a:lnTo>
                  <a:pt x="610057" y="14033"/>
                </a:lnTo>
                <a:lnTo>
                  <a:pt x="610057" y="0"/>
                </a:lnTo>
                <a:lnTo>
                  <a:pt x="599998" y="0"/>
                </a:lnTo>
                <a:lnTo>
                  <a:pt x="599998" y="14033"/>
                </a:lnTo>
                <a:lnTo>
                  <a:pt x="599998" y="55206"/>
                </a:lnTo>
                <a:lnTo>
                  <a:pt x="569595" y="55206"/>
                </a:lnTo>
                <a:lnTo>
                  <a:pt x="599998" y="14033"/>
                </a:lnTo>
                <a:lnTo>
                  <a:pt x="599998" y="0"/>
                </a:lnTo>
                <a:lnTo>
                  <a:pt x="599300" y="0"/>
                </a:lnTo>
                <a:lnTo>
                  <a:pt x="559295" y="55905"/>
                </a:lnTo>
                <a:lnTo>
                  <a:pt x="559295" y="65024"/>
                </a:lnTo>
                <a:lnTo>
                  <a:pt x="599998" y="65024"/>
                </a:lnTo>
                <a:lnTo>
                  <a:pt x="599998" y="83032"/>
                </a:lnTo>
                <a:lnTo>
                  <a:pt x="610057" y="83032"/>
                </a:lnTo>
                <a:lnTo>
                  <a:pt x="610057" y="65024"/>
                </a:lnTo>
                <a:lnTo>
                  <a:pt x="620115" y="65024"/>
                </a:lnTo>
                <a:lnTo>
                  <a:pt x="620115" y="55206"/>
                </a:lnTo>
                <a:close/>
              </a:path>
              <a:path w="667385" h="102235">
                <a:moveTo>
                  <a:pt x="666902" y="68770"/>
                </a:moveTo>
                <a:lnTo>
                  <a:pt x="652868" y="68770"/>
                </a:lnTo>
                <a:lnTo>
                  <a:pt x="652868" y="83032"/>
                </a:lnTo>
                <a:lnTo>
                  <a:pt x="659180" y="83032"/>
                </a:lnTo>
                <a:lnTo>
                  <a:pt x="652868" y="101981"/>
                </a:lnTo>
                <a:lnTo>
                  <a:pt x="659879" y="101981"/>
                </a:lnTo>
                <a:lnTo>
                  <a:pt x="666902" y="81864"/>
                </a:lnTo>
                <a:lnTo>
                  <a:pt x="666902" y="6877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923785" y="2117781"/>
            <a:ext cx="9588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405" dirty="0">
                <a:solidFill>
                  <a:srgbClr val="0D1117"/>
                </a:solidFill>
                <a:latin typeface="HGGothicE"/>
                <a:cs typeface="HGGothicE"/>
              </a:rPr>
              <a:t>λ</a:t>
            </a:r>
            <a:endParaRPr sz="900">
              <a:latin typeface="HGGothicE"/>
              <a:cs typeface="HGGothicE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016257" y="2162530"/>
            <a:ext cx="313690" cy="104139"/>
            <a:chOff x="3016257" y="2162530"/>
            <a:chExt cx="313690" cy="104139"/>
          </a:xfrm>
        </p:grpSpPr>
        <p:pic>
          <p:nvPicPr>
            <p:cNvPr id="55" name="object 5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016257" y="2162530"/>
              <a:ext cx="125147" cy="8678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175088" y="2162530"/>
              <a:ext cx="154940" cy="104139"/>
            </a:xfrm>
            <a:custGeom>
              <a:avLst/>
              <a:gdLst/>
              <a:ahLst/>
              <a:cxnLst/>
              <a:rect l="l" t="t" r="r" b="b"/>
              <a:pathLst>
                <a:path w="154939" h="104139">
                  <a:moveTo>
                    <a:pt x="14503" y="70650"/>
                  </a:moveTo>
                  <a:lnTo>
                    <a:pt x="0" y="70650"/>
                  </a:lnTo>
                  <a:lnTo>
                    <a:pt x="0" y="84912"/>
                  </a:lnTo>
                  <a:lnTo>
                    <a:pt x="14503" y="84912"/>
                  </a:lnTo>
                  <a:lnTo>
                    <a:pt x="14503" y="70650"/>
                  </a:lnTo>
                  <a:close/>
                </a:path>
                <a:path w="154939" h="104139">
                  <a:moveTo>
                    <a:pt x="106667" y="19659"/>
                  </a:moveTo>
                  <a:lnTo>
                    <a:pt x="105575" y="15760"/>
                  </a:lnTo>
                  <a:lnTo>
                    <a:pt x="103949" y="12319"/>
                  </a:lnTo>
                  <a:lnTo>
                    <a:pt x="102146" y="9829"/>
                  </a:lnTo>
                  <a:lnTo>
                    <a:pt x="99758" y="6540"/>
                  </a:lnTo>
                  <a:lnTo>
                    <a:pt x="99669" y="6400"/>
                  </a:lnTo>
                  <a:lnTo>
                    <a:pt x="96875" y="4102"/>
                  </a:lnTo>
                  <a:lnTo>
                    <a:pt x="90017" y="825"/>
                  </a:lnTo>
                  <a:lnTo>
                    <a:pt x="85839" y="0"/>
                  </a:lnTo>
                  <a:lnTo>
                    <a:pt x="74764" y="0"/>
                  </a:lnTo>
                  <a:lnTo>
                    <a:pt x="48742" y="36537"/>
                  </a:lnTo>
                  <a:lnTo>
                    <a:pt x="48183" y="57708"/>
                  </a:lnTo>
                  <a:lnTo>
                    <a:pt x="49174" y="63474"/>
                  </a:lnTo>
                  <a:lnTo>
                    <a:pt x="71412" y="86791"/>
                  </a:lnTo>
                  <a:lnTo>
                    <a:pt x="83426" y="86791"/>
                  </a:lnTo>
                  <a:lnTo>
                    <a:pt x="88468" y="85598"/>
                  </a:lnTo>
                  <a:lnTo>
                    <a:pt x="97129" y="80848"/>
                  </a:lnTo>
                  <a:lnTo>
                    <a:pt x="100520" y="77457"/>
                  </a:lnTo>
                  <a:lnTo>
                    <a:pt x="100787" y="76962"/>
                  </a:lnTo>
                  <a:lnTo>
                    <a:pt x="105435" y="68643"/>
                  </a:lnTo>
                  <a:lnTo>
                    <a:pt x="106641" y="63474"/>
                  </a:lnTo>
                  <a:lnTo>
                    <a:pt x="106667" y="51625"/>
                  </a:lnTo>
                  <a:lnTo>
                    <a:pt x="105600" y="46990"/>
                  </a:lnTo>
                  <a:lnTo>
                    <a:pt x="105537" y="46647"/>
                  </a:lnTo>
                  <a:lnTo>
                    <a:pt x="101244" y="38608"/>
                  </a:lnTo>
                  <a:lnTo>
                    <a:pt x="101003" y="38150"/>
                  </a:lnTo>
                  <a:lnTo>
                    <a:pt x="97853" y="34861"/>
                  </a:lnTo>
                  <a:lnTo>
                    <a:pt x="96139" y="33883"/>
                  </a:lnTo>
                  <a:lnTo>
                    <a:pt x="96139" y="51625"/>
                  </a:lnTo>
                  <a:lnTo>
                    <a:pt x="96139" y="63474"/>
                  </a:lnTo>
                  <a:lnTo>
                    <a:pt x="94462" y="68287"/>
                  </a:lnTo>
                  <a:lnTo>
                    <a:pt x="87757" y="75234"/>
                  </a:lnTo>
                  <a:lnTo>
                    <a:pt x="83350" y="76962"/>
                  </a:lnTo>
                  <a:lnTo>
                    <a:pt x="74066" y="76962"/>
                  </a:lnTo>
                  <a:lnTo>
                    <a:pt x="59182" y="61137"/>
                  </a:lnTo>
                  <a:lnTo>
                    <a:pt x="59182" y="53492"/>
                  </a:lnTo>
                  <a:lnTo>
                    <a:pt x="60032" y="50177"/>
                  </a:lnTo>
                  <a:lnTo>
                    <a:pt x="63106" y="45148"/>
                  </a:lnTo>
                  <a:lnTo>
                    <a:pt x="63385" y="44678"/>
                  </a:lnTo>
                  <a:lnTo>
                    <a:pt x="65798" y="42405"/>
                  </a:lnTo>
                  <a:lnTo>
                    <a:pt x="71729" y="39357"/>
                  </a:lnTo>
                  <a:lnTo>
                    <a:pt x="75082" y="38608"/>
                  </a:lnTo>
                  <a:lnTo>
                    <a:pt x="84048" y="38608"/>
                  </a:lnTo>
                  <a:lnTo>
                    <a:pt x="88239" y="40284"/>
                  </a:lnTo>
                  <a:lnTo>
                    <a:pt x="94551" y="46990"/>
                  </a:lnTo>
                  <a:lnTo>
                    <a:pt x="95656" y="50177"/>
                  </a:lnTo>
                  <a:lnTo>
                    <a:pt x="96139" y="51625"/>
                  </a:lnTo>
                  <a:lnTo>
                    <a:pt x="96139" y="33883"/>
                  </a:lnTo>
                  <a:lnTo>
                    <a:pt x="89738" y="30175"/>
                  </a:lnTo>
                  <a:lnTo>
                    <a:pt x="84988" y="29006"/>
                  </a:lnTo>
                  <a:lnTo>
                    <a:pt x="75552" y="29006"/>
                  </a:lnTo>
                  <a:lnTo>
                    <a:pt x="58585" y="39535"/>
                  </a:lnTo>
                  <a:lnTo>
                    <a:pt x="58635" y="37274"/>
                  </a:lnTo>
                  <a:lnTo>
                    <a:pt x="59626" y="30721"/>
                  </a:lnTo>
                  <a:lnTo>
                    <a:pt x="63182" y="20586"/>
                  </a:lnTo>
                  <a:lnTo>
                    <a:pt x="63284" y="20281"/>
                  </a:lnTo>
                  <a:lnTo>
                    <a:pt x="65836" y="16357"/>
                  </a:lnTo>
                  <a:lnTo>
                    <a:pt x="72390" y="11137"/>
                  </a:lnTo>
                  <a:lnTo>
                    <a:pt x="76327" y="9829"/>
                  </a:lnTo>
                  <a:lnTo>
                    <a:pt x="85534" y="9829"/>
                  </a:lnTo>
                  <a:lnTo>
                    <a:pt x="88976" y="10807"/>
                  </a:lnTo>
                  <a:lnTo>
                    <a:pt x="93586" y="14706"/>
                  </a:lnTo>
                  <a:lnTo>
                    <a:pt x="95199" y="17310"/>
                  </a:lnTo>
                  <a:lnTo>
                    <a:pt x="96050" y="20281"/>
                  </a:lnTo>
                  <a:lnTo>
                    <a:pt x="96139" y="20586"/>
                  </a:lnTo>
                  <a:lnTo>
                    <a:pt x="106667" y="19659"/>
                  </a:lnTo>
                  <a:close/>
                </a:path>
                <a:path w="154939" h="104139">
                  <a:moveTo>
                    <a:pt x="154609" y="70650"/>
                  </a:moveTo>
                  <a:lnTo>
                    <a:pt x="140576" y="70650"/>
                  </a:lnTo>
                  <a:lnTo>
                    <a:pt x="140576" y="84912"/>
                  </a:lnTo>
                  <a:lnTo>
                    <a:pt x="146900" y="84912"/>
                  </a:lnTo>
                  <a:lnTo>
                    <a:pt x="140576" y="103860"/>
                  </a:lnTo>
                  <a:lnTo>
                    <a:pt x="147599" y="103860"/>
                  </a:lnTo>
                  <a:lnTo>
                    <a:pt x="154609" y="83743"/>
                  </a:lnTo>
                  <a:lnTo>
                    <a:pt x="154609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7" name="object 5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438481" y="2164401"/>
            <a:ext cx="543862" cy="8444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063981" y="2162530"/>
            <a:ext cx="127720" cy="86782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4698503" y="2162530"/>
            <a:ext cx="338455" cy="86995"/>
            <a:chOff x="4698503" y="2162530"/>
            <a:chExt cx="338455" cy="86995"/>
          </a:xfrm>
        </p:grpSpPr>
        <p:sp>
          <p:nvSpPr>
            <p:cNvPr id="60" name="object 60"/>
            <p:cNvSpPr/>
            <p:nvPr/>
          </p:nvSpPr>
          <p:spPr>
            <a:xfrm>
              <a:off x="4698492" y="2162530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29"/>
                  </a:lnTo>
                  <a:lnTo>
                    <a:pt x="49288" y="8877"/>
                  </a:lnTo>
                  <a:lnTo>
                    <a:pt x="47955" y="7797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797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210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31" y="86791"/>
                  </a:lnTo>
                  <a:lnTo>
                    <a:pt x="40551" y="85039"/>
                  </a:lnTo>
                  <a:lnTo>
                    <a:pt x="49288" y="78016"/>
                  </a:lnTo>
                  <a:lnTo>
                    <a:pt x="49987" y="76962"/>
                  </a:lnTo>
                  <a:lnTo>
                    <a:pt x="52641" y="73025"/>
                  </a:lnTo>
                  <a:lnTo>
                    <a:pt x="57315" y="60083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76" y="70650"/>
                  </a:lnTo>
                  <a:lnTo>
                    <a:pt x="92176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838855" y="2162530"/>
              <a:ext cx="197661" cy="86782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6096182" y="2162530"/>
            <a:ext cx="340360" cy="86995"/>
            <a:chOff x="6096182" y="2162530"/>
            <a:chExt cx="340360" cy="86995"/>
          </a:xfrm>
        </p:grpSpPr>
        <p:sp>
          <p:nvSpPr>
            <p:cNvPr id="63" name="object 63"/>
            <p:cNvSpPr/>
            <p:nvPr/>
          </p:nvSpPr>
          <p:spPr>
            <a:xfrm>
              <a:off x="6096178" y="2162530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22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11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40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64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893" y="67284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37702" y="2162530"/>
              <a:ext cx="198594" cy="86782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7417026" y="2162530"/>
            <a:ext cx="340995" cy="86995"/>
            <a:chOff x="7417026" y="2162530"/>
            <a:chExt cx="340995" cy="86995"/>
          </a:xfrm>
        </p:grpSpPr>
        <p:sp>
          <p:nvSpPr>
            <p:cNvPr id="66" name="object 66"/>
            <p:cNvSpPr/>
            <p:nvPr/>
          </p:nvSpPr>
          <p:spPr>
            <a:xfrm>
              <a:off x="7417016" y="2162530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93" y="34544"/>
                  </a:moveTo>
                  <a:lnTo>
                    <a:pt x="58699" y="26822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58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32" y="49834"/>
                  </a:lnTo>
                  <a:lnTo>
                    <a:pt x="17132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58"/>
                  </a:lnTo>
                  <a:lnTo>
                    <a:pt x="36220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710" y="86791"/>
                  </a:lnTo>
                  <a:lnTo>
                    <a:pt x="36220" y="86791"/>
                  </a:lnTo>
                  <a:lnTo>
                    <a:pt x="54305" y="72047"/>
                  </a:lnTo>
                  <a:lnTo>
                    <a:pt x="58699" y="60147"/>
                  </a:lnTo>
                  <a:lnTo>
                    <a:pt x="59893" y="52451"/>
                  </a:lnTo>
                  <a:lnTo>
                    <a:pt x="59893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558544" y="2162530"/>
              <a:ext cx="199063" cy="86782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8660565" y="2162530"/>
            <a:ext cx="340995" cy="86995"/>
            <a:chOff x="8660565" y="2162530"/>
            <a:chExt cx="340995" cy="86995"/>
          </a:xfrm>
        </p:grpSpPr>
        <p:sp>
          <p:nvSpPr>
            <p:cNvPr id="69" name="object 69"/>
            <p:cNvSpPr/>
            <p:nvPr/>
          </p:nvSpPr>
          <p:spPr>
            <a:xfrm>
              <a:off x="8660562" y="2162530"/>
              <a:ext cx="108585" cy="86995"/>
            </a:xfrm>
            <a:custGeom>
              <a:avLst/>
              <a:gdLst/>
              <a:ahLst/>
              <a:cxnLst/>
              <a:rect l="l" t="t" r="r" b="b"/>
              <a:pathLst>
                <a:path w="108584" h="86994">
                  <a:moveTo>
                    <a:pt x="59410" y="34544"/>
                  </a:moveTo>
                  <a:lnTo>
                    <a:pt x="58229" y="26822"/>
                  </a:lnTo>
                  <a:lnTo>
                    <a:pt x="53644" y="14262"/>
                  </a:lnTo>
                  <a:lnTo>
                    <a:pt x="53568" y="14084"/>
                  </a:lnTo>
                  <a:lnTo>
                    <a:pt x="53492" y="13843"/>
                  </a:lnTo>
                  <a:lnTo>
                    <a:pt x="52984" y="13106"/>
                  </a:lnTo>
                  <a:lnTo>
                    <a:pt x="50088" y="8839"/>
                  </a:lnTo>
                  <a:lnTo>
                    <a:pt x="44488" y="4381"/>
                  </a:lnTo>
                  <a:lnTo>
                    <a:pt x="44488" y="36918"/>
                  </a:lnTo>
                  <a:lnTo>
                    <a:pt x="44488" y="49987"/>
                  </a:lnTo>
                  <a:lnTo>
                    <a:pt x="43891" y="55473"/>
                  </a:lnTo>
                  <a:lnTo>
                    <a:pt x="41503" y="64503"/>
                  </a:lnTo>
                  <a:lnTo>
                    <a:pt x="39827" y="67919"/>
                  </a:lnTo>
                  <a:lnTo>
                    <a:pt x="35471" y="72529"/>
                  </a:lnTo>
                  <a:lnTo>
                    <a:pt x="32829" y="73685"/>
                  </a:lnTo>
                  <a:lnTo>
                    <a:pt x="26670" y="73685"/>
                  </a:lnTo>
                  <a:lnTo>
                    <a:pt x="24422" y="72707"/>
                  </a:lnTo>
                  <a:lnTo>
                    <a:pt x="24041" y="72529"/>
                  </a:lnTo>
                  <a:lnTo>
                    <a:pt x="20764" y="69126"/>
                  </a:lnTo>
                  <a:lnTo>
                    <a:pt x="42951" y="27813"/>
                  </a:lnTo>
                  <a:lnTo>
                    <a:pt x="43891" y="31356"/>
                  </a:lnTo>
                  <a:lnTo>
                    <a:pt x="44488" y="36918"/>
                  </a:lnTo>
                  <a:lnTo>
                    <a:pt x="44488" y="4381"/>
                  </a:lnTo>
                  <a:lnTo>
                    <a:pt x="41224" y="1765"/>
                  </a:lnTo>
                  <a:lnTo>
                    <a:pt x="38646" y="914"/>
                  </a:lnTo>
                  <a:lnTo>
                    <a:pt x="38646" y="17653"/>
                  </a:lnTo>
                  <a:lnTo>
                    <a:pt x="16446" y="59004"/>
                  </a:lnTo>
                  <a:lnTo>
                    <a:pt x="15519" y="55473"/>
                  </a:lnTo>
                  <a:lnTo>
                    <a:pt x="14922" y="49987"/>
                  </a:lnTo>
                  <a:lnTo>
                    <a:pt x="14922" y="36918"/>
                  </a:lnTo>
                  <a:lnTo>
                    <a:pt x="26670" y="13106"/>
                  </a:lnTo>
                  <a:lnTo>
                    <a:pt x="32829" y="13106"/>
                  </a:lnTo>
                  <a:lnTo>
                    <a:pt x="35471" y="14262"/>
                  </a:lnTo>
                  <a:lnTo>
                    <a:pt x="38646" y="17653"/>
                  </a:lnTo>
                  <a:lnTo>
                    <a:pt x="38646" y="914"/>
                  </a:lnTo>
                  <a:lnTo>
                    <a:pt x="35915" y="0"/>
                  </a:lnTo>
                  <a:lnTo>
                    <a:pt x="23545" y="0"/>
                  </a:lnTo>
                  <a:lnTo>
                    <a:pt x="0" y="34544"/>
                  </a:lnTo>
                  <a:lnTo>
                    <a:pt x="0" y="52438"/>
                  </a:lnTo>
                  <a:lnTo>
                    <a:pt x="23545" y="86791"/>
                  </a:lnTo>
                  <a:lnTo>
                    <a:pt x="35915" y="86791"/>
                  </a:lnTo>
                  <a:lnTo>
                    <a:pt x="41224" y="85039"/>
                  </a:lnTo>
                  <a:lnTo>
                    <a:pt x="50088" y="78054"/>
                  </a:lnTo>
                  <a:lnTo>
                    <a:pt x="53060" y="73685"/>
                  </a:lnTo>
                  <a:lnTo>
                    <a:pt x="53492" y="73075"/>
                  </a:lnTo>
                  <a:lnTo>
                    <a:pt x="58229" y="60134"/>
                  </a:lnTo>
                  <a:lnTo>
                    <a:pt x="59410" y="52438"/>
                  </a:lnTo>
                  <a:lnTo>
                    <a:pt x="59410" y="34544"/>
                  </a:lnTo>
                  <a:close/>
                </a:path>
                <a:path w="108584" h="86994">
                  <a:moveTo>
                    <a:pt x="108445" y="68402"/>
                  </a:moveTo>
                  <a:lnTo>
                    <a:pt x="91313" y="68402"/>
                  </a:lnTo>
                  <a:lnTo>
                    <a:pt x="91313" y="84912"/>
                  </a:lnTo>
                  <a:lnTo>
                    <a:pt x="108445" y="84912"/>
                  </a:lnTo>
                  <a:lnTo>
                    <a:pt x="108445" y="68402"/>
                  </a:lnTo>
                  <a:close/>
                </a:path>
              </a:pathLst>
            </a:custGeom>
            <a:solidFill>
              <a:srgbClr val="D977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799277" y="2162530"/>
              <a:ext cx="201869" cy="86782"/>
            </a:xfrm>
            <a:prstGeom prst="rect">
              <a:avLst/>
            </a:prstGeom>
          </p:spPr>
        </p:pic>
      </p:grpSp>
      <p:pic>
        <p:nvPicPr>
          <p:cNvPr id="71" name="object 7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33517" y="2407588"/>
            <a:ext cx="131742" cy="86784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1261625" y="2429108"/>
            <a:ext cx="264160" cy="81280"/>
            <a:chOff x="1261625" y="2429108"/>
            <a:chExt cx="264160" cy="81280"/>
          </a:xfrm>
        </p:grpSpPr>
        <p:pic>
          <p:nvPicPr>
            <p:cNvPr id="73" name="object 7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61625" y="2429108"/>
              <a:ext cx="119766" cy="8093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03146" y="2429108"/>
              <a:ext cx="122455" cy="64795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1607912" y="2409459"/>
            <a:ext cx="388620" cy="102235"/>
            <a:chOff x="1607912" y="2409459"/>
            <a:chExt cx="388620" cy="102235"/>
          </a:xfrm>
        </p:grpSpPr>
        <p:pic>
          <p:nvPicPr>
            <p:cNvPr id="76" name="object 7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607912" y="2409459"/>
              <a:ext cx="195937" cy="8444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23030" y="2429108"/>
              <a:ext cx="123626" cy="64795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982095" y="2478232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5" y="14268"/>
                  </a:lnTo>
                  <a:lnTo>
                    <a:pt x="0" y="33215"/>
                  </a:lnTo>
                  <a:lnTo>
                    <a:pt x="7018" y="33215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9" name="object 7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104201" y="2429108"/>
            <a:ext cx="123742" cy="64795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2315430" y="2404781"/>
            <a:ext cx="1175442" cy="100585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4698503" y="2407588"/>
            <a:ext cx="339725" cy="86995"/>
            <a:chOff x="4698503" y="2407588"/>
            <a:chExt cx="339725" cy="86995"/>
          </a:xfrm>
        </p:grpSpPr>
        <p:sp>
          <p:nvSpPr>
            <p:cNvPr id="82" name="object 82"/>
            <p:cNvSpPr/>
            <p:nvPr/>
          </p:nvSpPr>
          <p:spPr>
            <a:xfrm>
              <a:off x="4698492" y="240758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57315" y="26822"/>
                  </a:lnTo>
                  <a:lnTo>
                    <a:pt x="52641" y="13881"/>
                  </a:lnTo>
                  <a:lnTo>
                    <a:pt x="52273" y="13335"/>
                  </a:lnTo>
                  <a:lnTo>
                    <a:pt x="49923" y="9829"/>
                  </a:lnTo>
                  <a:lnTo>
                    <a:pt x="49288" y="8877"/>
                  </a:lnTo>
                  <a:lnTo>
                    <a:pt x="47955" y="7797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797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808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808"/>
                  </a:lnTo>
                  <a:lnTo>
                    <a:pt x="40132" y="1638"/>
                  </a:lnTo>
                  <a:lnTo>
                    <a:pt x="35331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31" y="86791"/>
                  </a:lnTo>
                  <a:lnTo>
                    <a:pt x="40551" y="85039"/>
                  </a:lnTo>
                  <a:lnTo>
                    <a:pt x="49288" y="78016"/>
                  </a:lnTo>
                  <a:lnTo>
                    <a:pt x="49987" y="76962"/>
                  </a:lnTo>
                  <a:lnTo>
                    <a:pt x="52641" y="73025"/>
                  </a:lnTo>
                  <a:lnTo>
                    <a:pt x="57315" y="60083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76" y="70650"/>
                  </a:lnTo>
                  <a:lnTo>
                    <a:pt x="92176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837685" y="2407588"/>
              <a:ext cx="200000" cy="86784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6096182" y="2407588"/>
            <a:ext cx="341630" cy="86995"/>
            <a:chOff x="6096182" y="2407588"/>
            <a:chExt cx="341630" cy="86995"/>
          </a:xfrm>
        </p:grpSpPr>
        <p:sp>
          <p:nvSpPr>
            <p:cNvPr id="85" name="object 85"/>
            <p:cNvSpPr/>
            <p:nvPr/>
          </p:nvSpPr>
          <p:spPr>
            <a:xfrm>
              <a:off x="6096178" y="2407589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86" y="26809"/>
                  </a:lnTo>
                  <a:lnTo>
                    <a:pt x="54254" y="14744"/>
                  </a:lnTo>
                  <a:lnTo>
                    <a:pt x="54152" y="14465"/>
                  </a:lnTo>
                  <a:lnTo>
                    <a:pt x="53911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34"/>
                  </a:lnTo>
                  <a:lnTo>
                    <a:pt x="32664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40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71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34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64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71"/>
                  </a:lnTo>
                  <a:lnTo>
                    <a:pt x="36207" y="0"/>
                  </a:lnTo>
                  <a:lnTo>
                    <a:pt x="23698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698" y="86791"/>
                  </a:lnTo>
                  <a:lnTo>
                    <a:pt x="36207" y="86791"/>
                  </a:lnTo>
                  <a:lnTo>
                    <a:pt x="54305" y="72047"/>
                  </a:lnTo>
                  <a:lnTo>
                    <a:pt x="58686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893" y="67284"/>
                  </a:lnTo>
                  <a:lnTo>
                    <a:pt x="90893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235830" y="2407588"/>
              <a:ext cx="201636" cy="86784"/>
            </a:xfrm>
            <a:prstGeom prst="rect">
              <a:avLst/>
            </a:prstGeom>
          </p:spPr>
        </p:pic>
      </p:grpSp>
      <p:grpSp>
        <p:nvGrpSpPr>
          <p:cNvPr id="87" name="object 87"/>
          <p:cNvGrpSpPr/>
          <p:nvPr/>
        </p:nvGrpSpPr>
        <p:grpSpPr>
          <a:xfrm>
            <a:off x="7417728" y="2407588"/>
            <a:ext cx="339725" cy="86995"/>
            <a:chOff x="7417728" y="2407588"/>
            <a:chExt cx="339725" cy="86995"/>
          </a:xfrm>
        </p:grpSpPr>
        <p:sp>
          <p:nvSpPr>
            <p:cNvPr id="88" name="object 88"/>
            <p:cNvSpPr/>
            <p:nvPr/>
          </p:nvSpPr>
          <p:spPr>
            <a:xfrm>
              <a:off x="7417727" y="240758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44"/>
                  </a:moveTo>
                  <a:lnTo>
                    <a:pt x="57302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11" y="9829"/>
                  </a:lnTo>
                  <a:lnTo>
                    <a:pt x="49276" y="8877"/>
                  </a:lnTo>
                  <a:lnTo>
                    <a:pt x="47942" y="7797"/>
                  </a:lnTo>
                  <a:lnTo>
                    <a:pt x="47942" y="36576"/>
                  </a:lnTo>
                  <a:lnTo>
                    <a:pt x="47942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098" y="75603"/>
                  </a:lnTo>
                  <a:lnTo>
                    <a:pt x="19888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42" y="36576"/>
                  </a:lnTo>
                  <a:lnTo>
                    <a:pt x="47942" y="7797"/>
                  </a:lnTo>
                  <a:lnTo>
                    <a:pt x="40538" y="1778"/>
                  </a:lnTo>
                  <a:lnTo>
                    <a:pt x="40132" y="1651"/>
                  </a:lnTo>
                  <a:lnTo>
                    <a:pt x="40132" y="14808"/>
                  </a:lnTo>
                  <a:lnTo>
                    <a:pt x="13449" y="63385"/>
                  </a:lnTo>
                  <a:lnTo>
                    <a:pt x="11277" y="56197"/>
                  </a:lnTo>
                  <a:lnTo>
                    <a:pt x="10515" y="50292"/>
                  </a:lnTo>
                  <a:lnTo>
                    <a:pt x="10515" y="36576"/>
                  </a:lnTo>
                  <a:lnTo>
                    <a:pt x="25412" y="9829"/>
                  </a:lnTo>
                  <a:lnTo>
                    <a:pt x="33134" y="9829"/>
                  </a:lnTo>
                  <a:lnTo>
                    <a:pt x="36461" y="11188"/>
                  </a:lnTo>
                  <a:lnTo>
                    <a:pt x="40132" y="14808"/>
                  </a:lnTo>
                  <a:lnTo>
                    <a:pt x="40132" y="1651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28" y="86791"/>
                  </a:lnTo>
                  <a:lnTo>
                    <a:pt x="35318" y="86791"/>
                  </a:lnTo>
                  <a:lnTo>
                    <a:pt x="40538" y="85039"/>
                  </a:lnTo>
                  <a:lnTo>
                    <a:pt x="49276" y="78016"/>
                  </a:lnTo>
                  <a:lnTo>
                    <a:pt x="49974" y="76962"/>
                  </a:lnTo>
                  <a:lnTo>
                    <a:pt x="52628" y="73025"/>
                  </a:lnTo>
                  <a:lnTo>
                    <a:pt x="57302" y="60083"/>
                  </a:lnTo>
                  <a:lnTo>
                    <a:pt x="58470" y="52400"/>
                  </a:lnTo>
                  <a:lnTo>
                    <a:pt x="58470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558080" y="2407588"/>
              <a:ext cx="198831" cy="86784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8661033" y="2407588"/>
            <a:ext cx="339725" cy="86995"/>
            <a:chOff x="8661033" y="2407588"/>
            <a:chExt cx="339725" cy="86995"/>
          </a:xfrm>
        </p:grpSpPr>
        <p:sp>
          <p:nvSpPr>
            <p:cNvPr id="91" name="object 91"/>
            <p:cNvSpPr/>
            <p:nvPr/>
          </p:nvSpPr>
          <p:spPr>
            <a:xfrm>
              <a:off x="8661032" y="2407589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44"/>
                  </a:moveTo>
                  <a:lnTo>
                    <a:pt x="57302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11" y="9829"/>
                  </a:lnTo>
                  <a:lnTo>
                    <a:pt x="49276" y="8877"/>
                  </a:lnTo>
                  <a:lnTo>
                    <a:pt x="47942" y="7797"/>
                  </a:lnTo>
                  <a:lnTo>
                    <a:pt x="47942" y="36576"/>
                  </a:lnTo>
                  <a:lnTo>
                    <a:pt x="47942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098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42" y="36576"/>
                  </a:lnTo>
                  <a:lnTo>
                    <a:pt x="47942" y="7797"/>
                  </a:lnTo>
                  <a:lnTo>
                    <a:pt x="40538" y="1778"/>
                  </a:lnTo>
                  <a:lnTo>
                    <a:pt x="40132" y="1651"/>
                  </a:lnTo>
                  <a:lnTo>
                    <a:pt x="40132" y="14808"/>
                  </a:lnTo>
                  <a:lnTo>
                    <a:pt x="13449" y="63385"/>
                  </a:lnTo>
                  <a:lnTo>
                    <a:pt x="11277" y="56197"/>
                  </a:lnTo>
                  <a:lnTo>
                    <a:pt x="10515" y="50292"/>
                  </a:lnTo>
                  <a:lnTo>
                    <a:pt x="10515" y="36576"/>
                  </a:lnTo>
                  <a:lnTo>
                    <a:pt x="25412" y="9829"/>
                  </a:lnTo>
                  <a:lnTo>
                    <a:pt x="33134" y="9829"/>
                  </a:lnTo>
                  <a:lnTo>
                    <a:pt x="36461" y="11188"/>
                  </a:lnTo>
                  <a:lnTo>
                    <a:pt x="40132" y="14808"/>
                  </a:lnTo>
                  <a:lnTo>
                    <a:pt x="40132" y="1651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28" y="86791"/>
                  </a:lnTo>
                  <a:lnTo>
                    <a:pt x="35318" y="86791"/>
                  </a:lnTo>
                  <a:lnTo>
                    <a:pt x="40538" y="85039"/>
                  </a:lnTo>
                  <a:lnTo>
                    <a:pt x="49276" y="78016"/>
                  </a:lnTo>
                  <a:lnTo>
                    <a:pt x="49974" y="76962"/>
                  </a:lnTo>
                  <a:lnTo>
                    <a:pt x="52628" y="73025"/>
                  </a:lnTo>
                  <a:lnTo>
                    <a:pt x="57302" y="60083"/>
                  </a:lnTo>
                  <a:lnTo>
                    <a:pt x="58470" y="52400"/>
                  </a:lnTo>
                  <a:lnTo>
                    <a:pt x="58470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800215" y="2407588"/>
              <a:ext cx="200000" cy="86784"/>
            </a:xfrm>
            <a:prstGeom prst="rect">
              <a:avLst/>
            </a:prstGeom>
          </p:spPr>
        </p:pic>
      </p:grpSp>
      <p:pic>
        <p:nvPicPr>
          <p:cNvPr id="93" name="object 9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33517" y="2652646"/>
            <a:ext cx="200748" cy="86784"/>
          </a:xfrm>
          <a:prstGeom prst="rect">
            <a:avLst/>
          </a:prstGeom>
        </p:spPr>
      </p:pic>
      <p:grpSp>
        <p:nvGrpSpPr>
          <p:cNvPr id="94" name="object 94"/>
          <p:cNvGrpSpPr/>
          <p:nvPr/>
        </p:nvGrpSpPr>
        <p:grpSpPr>
          <a:xfrm>
            <a:off x="1258116" y="2652646"/>
            <a:ext cx="598170" cy="104139"/>
            <a:chOff x="1258116" y="2652646"/>
            <a:chExt cx="598170" cy="104139"/>
          </a:xfrm>
        </p:grpSpPr>
        <p:pic>
          <p:nvPicPr>
            <p:cNvPr id="95" name="object 9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58116" y="2652646"/>
              <a:ext cx="409358" cy="102457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1701152" y="2652648"/>
              <a:ext cx="154940" cy="104139"/>
            </a:xfrm>
            <a:custGeom>
              <a:avLst/>
              <a:gdLst/>
              <a:ahLst/>
              <a:cxnLst/>
              <a:rect l="l" t="t" r="r" b="b"/>
              <a:pathLst>
                <a:path w="154939" h="104139">
                  <a:moveTo>
                    <a:pt x="14503" y="70650"/>
                  </a:moveTo>
                  <a:lnTo>
                    <a:pt x="0" y="70650"/>
                  </a:lnTo>
                  <a:lnTo>
                    <a:pt x="0" y="84912"/>
                  </a:lnTo>
                  <a:lnTo>
                    <a:pt x="14503" y="84912"/>
                  </a:lnTo>
                  <a:lnTo>
                    <a:pt x="14503" y="70650"/>
                  </a:lnTo>
                  <a:close/>
                </a:path>
                <a:path w="154939" h="104139">
                  <a:moveTo>
                    <a:pt x="106667" y="55676"/>
                  </a:moveTo>
                  <a:lnTo>
                    <a:pt x="104686" y="50609"/>
                  </a:lnTo>
                  <a:lnTo>
                    <a:pt x="96723" y="42494"/>
                  </a:lnTo>
                  <a:lnTo>
                    <a:pt x="94297" y="41402"/>
                  </a:lnTo>
                  <a:lnTo>
                    <a:pt x="91351" y="40081"/>
                  </a:lnTo>
                  <a:lnTo>
                    <a:pt x="90881" y="40233"/>
                  </a:lnTo>
                  <a:lnTo>
                    <a:pt x="91224" y="40081"/>
                  </a:lnTo>
                  <a:lnTo>
                    <a:pt x="84556" y="39306"/>
                  </a:lnTo>
                  <a:lnTo>
                    <a:pt x="91351" y="40081"/>
                  </a:lnTo>
                  <a:lnTo>
                    <a:pt x="92938" y="39306"/>
                  </a:lnTo>
                  <a:lnTo>
                    <a:pt x="95656" y="38074"/>
                  </a:lnTo>
                  <a:lnTo>
                    <a:pt x="102120" y="31762"/>
                  </a:lnTo>
                  <a:lnTo>
                    <a:pt x="103746" y="27609"/>
                  </a:lnTo>
                  <a:lnTo>
                    <a:pt x="103746" y="17970"/>
                  </a:lnTo>
                  <a:lnTo>
                    <a:pt x="102666" y="13881"/>
                  </a:lnTo>
                  <a:lnTo>
                    <a:pt x="100076" y="9829"/>
                  </a:lnTo>
                  <a:lnTo>
                    <a:pt x="98386" y="7175"/>
                  </a:lnTo>
                  <a:lnTo>
                    <a:pt x="95326" y="4584"/>
                  </a:lnTo>
                  <a:lnTo>
                    <a:pt x="87376" y="914"/>
                  </a:lnTo>
                  <a:lnTo>
                    <a:pt x="82689" y="0"/>
                  </a:lnTo>
                  <a:lnTo>
                    <a:pt x="69278" y="0"/>
                  </a:lnTo>
                  <a:lnTo>
                    <a:pt x="62928" y="1930"/>
                  </a:lnTo>
                  <a:lnTo>
                    <a:pt x="53568" y="9652"/>
                  </a:lnTo>
                  <a:lnTo>
                    <a:pt x="50838" y="14706"/>
                  </a:lnTo>
                  <a:lnTo>
                    <a:pt x="50063" y="20942"/>
                  </a:lnTo>
                  <a:lnTo>
                    <a:pt x="60591" y="21640"/>
                  </a:lnTo>
                  <a:lnTo>
                    <a:pt x="61036" y="18643"/>
                  </a:lnTo>
                  <a:lnTo>
                    <a:pt x="61137" y="17970"/>
                  </a:lnTo>
                  <a:lnTo>
                    <a:pt x="62750" y="15087"/>
                  </a:lnTo>
                  <a:lnTo>
                    <a:pt x="68059" y="10934"/>
                  </a:lnTo>
                  <a:lnTo>
                    <a:pt x="67906" y="10934"/>
                  </a:lnTo>
                  <a:lnTo>
                    <a:pt x="72085" y="9829"/>
                  </a:lnTo>
                  <a:lnTo>
                    <a:pt x="82461" y="9829"/>
                  </a:lnTo>
                  <a:lnTo>
                    <a:pt x="86398" y="10934"/>
                  </a:lnTo>
                  <a:lnTo>
                    <a:pt x="91859" y="15379"/>
                  </a:lnTo>
                  <a:lnTo>
                    <a:pt x="93218" y="18643"/>
                  </a:lnTo>
                  <a:lnTo>
                    <a:pt x="93218" y="26047"/>
                  </a:lnTo>
                  <a:lnTo>
                    <a:pt x="80200" y="35915"/>
                  </a:lnTo>
                  <a:lnTo>
                    <a:pt x="70764" y="35915"/>
                  </a:lnTo>
                  <a:lnTo>
                    <a:pt x="70764" y="45732"/>
                  </a:lnTo>
                  <a:lnTo>
                    <a:pt x="80899" y="45732"/>
                  </a:lnTo>
                  <a:lnTo>
                    <a:pt x="84112" y="46304"/>
                  </a:lnTo>
                  <a:lnTo>
                    <a:pt x="89801" y="48564"/>
                  </a:lnTo>
                  <a:lnTo>
                    <a:pt x="92049" y="50317"/>
                  </a:lnTo>
                  <a:lnTo>
                    <a:pt x="95326" y="55067"/>
                  </a:lnTo>
                  <a:lnTo>
                    <a:pt x="96139" y="58089"/>
                  </a:lnTo>
                  <a:lnTo>
                    <a:pt x="96139" y="65506"/>
                  </a:lnTo>
                  <a:lnTo>
                    <a:pt x="80073" y="76962"/>
                  </a:lnTo>
                  <a:lnTo>
                    <a:pt x="71742" y="76962"/>
                  </a:lnTo>
                  <a:lnTo>
                    <a:pt x="67957" y="75971"/>
                  </a:lnTo>
                  <a:lnTo>
                    <a:pt x="67729" y="75971"/>
                  </a:lnTo>
                  <a:lnTo>
                    <a:pt x="58597" y="62814"/>
                  </a:lnTo>
                  <a:lnTo>
                    <a:pt x="48183" y="63512"/>
                  </a:lnTo>
                  <a:lnTo>
                    <a:pt x="48298" y="65506"/>
                  </a:lnTo>
                  <a:lnTo>
                    <a:pt x="48387" y="67056"/>
                  </a:lnTo>
                  <a:lnTo>
                    <a:pt x="48475" y="68478"/>
                  </a:lnTo>
                  <a:lnTo>
                    <a:pt x="48577" y="70370"/>
                  </a:lnTo>
                  <a:lnTo>
                    <a:pt x="51193" y="75971"/>
                  </a:lnTo>
                  <a:lnTo>
                    <a:pt x="60858" y="84620"/>
                  </a:lnTo>
                  <a:lnTo>
                    <a:pt x="67754" y="86791"/>
                  </a:lnTo>
                  <a:lnTo>
                    <a:pt x="82499" y="86791"/>
                  </a:lnTo>
                  <a:lnTo>
                    <a:pt x="87642" y="85813"/>
                  </a:lnTo>
                  <a:lnTo>
                    <a:pt x="96685" y="81915"/>
                  </a:lnTo>
                  <a:lnTo>
                    <a:pt x="100241" y="79070"/>
                  </a:lnTo>
                  <a:lnTo>
                    <a:pt x="101676" y="76962"/>
                  </a:lnTo>
                  <a:lnTo>
                    <a:pt x="105384" y="71577"/>
                  </a:lnTo>
                  <a:lnTo>
                    <a:pt x="106667" y="67056"/>
                  </a:lnTo>
                  <a:lnTo>
                    <a:pt x="106667" y="55676"/>
                  </a:lnTo>
                  <a:close/>
                </a:path>
                <a:path w="154939" h="104139">
                  <a:moveTo>
                    <a:pt x="154622" y="70650"/>
                  </a:moveTo>
                  <a:lnTo>
                    <a:pt x="140589" y="70650"/>
                  </a:lnTo>
                  <a:lnTo>
                    <a:pt x="140589" y="84912"/>
                  </a:lnTo>
                  <a:lnTo>
                    <a:pt x="146900" y="84912"/>
                  </a:lnTo>
                  <a:lnTo>
                    <a:pt x="140589" y="103860"/>
                  </a:lnTo>
                  <a:lnTo>
                    <a:pt x="147599" y="103860"/>
                  </a:lnTo>
                  <a:lnTo>
                    <a:pt x="154622" y="83743"/>
                  </a:lnTo>
                  <a:lnTo>
                    <a:pt x="154622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97"/>
          <p:cNvGrpSpPr/>
          <p:nvPr/>
        </p:nvGrpSpPr>
        <p:grpSpPr>
          <a:xfrm>
            <a:off x="1963850" y="2652646"/>
            <a:ext cx="313055" cy="104139"/>
            <a:chOff x="1963850" y="2652646"/>
            <a:chExt cx="313055" cy="104139"/>
          </a:xfrm>
        </p:grpSpPr>
        <p:sp>
          <p:nvSpPr>
            <p:cNvPr id="98" name="object 98"/>
            <p:cNvSpPr/>
            <p:nvPr/>
          </p:nvSpPr>
          <p:spPr>
            <a:xfrm>
              <a:off x="1963850" y="2674166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50800" h="63500">
                  <a:moveTo>
                    <a:pt x="9005" y="1404"/>
                  </a:moveTo>
                  <a:lnTo>
                    <a:pt x="0" y="1404"/>
                  </a:lnTo>
                  <a:lnTo>
                    <a:pt x="0" y="63392"/>
                  </a:lnTo>
                  <a:lnTo>
                    <a:pt x="9824" y="63392"/>
                  </a:lnTo>
                  <a:lnTo>
                    <a:pt x="9824" y="22495"/>
                  </a:lnTo>
                  <a:lnTo>
                    <a:pt x="10584" y="19279"/>
                  </a:lnTo>
                  <a:lnTo>
                    <a:pt x="11798" y="17193"/>
                  </a:lnTo>
                  <a:lnTo>
                    <a:pt x="9356" y="17193"/>
                  </a:lnTo>
                  <a:lnTo>
                    <a:pt x="8208" y="16160"/>
                  </a:lnTo>
                  <a:lnTo>
                    <a:pt x="8389" y="15185"/>
                  </a:lnTo>
                  <a:lnTo>
                    <a:pt x="8966" y="12476"/>
                  </a:lnTo>
                  <a:lnTo>
                    <a:pt x="9005" y="1404"/>
                  </a:lnTo>
                  <a:close/>
                </a:path>
                <a:path w="50800" h="63500">
                  <a:moveTo>
                    <a:pt x="46693" y="8655"/>
                  </a:moveTo>
                  <a:lnTo>
                    <a:pt x="31578" y="8655"/>
                  </a:lnTo>
                  <a:lnTo>
                    <a:pt x="35048" y="10156"/>
                  </a:lnTo>
                  <a:lnTo>
                    <a:pt x="39570" y="16160"/>
                  </a:lnTo>
                  <a:lnTo>
                    <a:pt x="40700" y="20546"/>
                  </a:lnTo>
                  <a:lnTo>
                    <a:pt x="40700" y="63392"/>
                  </a:lnTo>
                  <a:lnTo>
                    <a:pt x="50525" y="63392"/>
                  </a:lnTo>
                  <a:lnTo>
                    <a:pt x="50525" y="19142"/>
                  </a:lnTo>
                  <a:lnTo>
                    <a:pt x="49707" y="15185"/>
                  </a:lnTo>
                  <a:lnTo>
                    <a:pt x="46693" y="8655"/>
                  </a:lnTo>
                  <a:close/>
                </a:path>
                <a:path w="50800" h="63500">
                  <a:moveTo>
                    <a:pt x="9242" y="12066"/>
                  </a:moveTo>
                  <a:lnTo>
                    <a:pt x="8966" y="12476"/>
                  </a:lnTo>
                  <a:lnTo>
                    <a:pt x="8389" y="15185"/>
                  </a:lnTo>
                  <a:lnTo>
                    <a:pt x="8208" y="16160"/>
                  </a:lnTo>
                  <a:lnTo>
                    <a:pt x="9356" y="17193"/>
                  </a:lnTo>
                  <a:lnTo>
                    <a:pt x="9242" y="12066"/>
                  </a:lnTo>
                  <a:close/>
                </a:path>
                <a:path w="50800" h="63500">
                  <a:moveTo>
                    <a:pt x="33761" y="0"/>
                  </a:moveTo>
                  <a:lnTo>
                    <a:pt x="25808" y="0"/>
                  </a:lnTo>
                  <a:lnTo>
                    <a:pt x="22767" y="585"/>
                  </a:lnTo>
                  <a:lnTo>
                    <a:pt x="16997" y="2924"/>
                  </a:lnTo>
                  <a:lnTo>
                    <a:pt x="14522" y="4699"/>
                  </a:lnTo>
                  <a:lnTo>
                    <a:pt x="10389" y="9455"/>
                  </a:lnTo>
                  <a:lnTo>
                    <a:pt x="9238" y="11898"/>
                  </a:lnTo>
                  <a:lnTo>
                    <a:pt x="9356" y="17193"/>
                  </a:lnTo>
                  <a:lnTo>
                    <a:pt x="11798" y="17193"/>
                  </a:lnTo>
                  <a:lnTo>
                    <a:pt x="13625" y="14055"/>
                  </a:lnTo>
                  <a:lnTo>
                    <a:pt x="15671" y="12066"/>
                  </a:lnTo>
                  <a:lnTo>
                    <a:pt x="20597" y="9455"/>
                  </a:lnTo>
                  <a:lnTo>
                    <a:pt x="20324" y="9455"/>
                  </a:lnTo>
                  <a:lnTo>
                    <a:pt x="23703" y="8655"/>
                  </a:lnTo>
                  <a:lnTo>
                    <a:pt x="46693" y="8655"/>
                  </a:lnTo>
                  <a:lnTo>
                    <a:pt x="46432" y="8089"/>
                  </a:lnTo>
                  <a:lnTo>
                    <a:pt x="44034" y="5264"/>
                  </a:lnTo>
                  <a:lnTo>
                    <a:pt x="37718" y="1052"/>
                  </a:lnTo>
                  <a:lnTo>
                    <a:pt x="3376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033558" y="2652646"/>
              <a:ext cx="194152" cy="86784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262798" y="2723290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5" y="14268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2384436" y="2652646"/>
            <a:ext cx="524510" cy="104139"/>
            <a:chOff x="2384436" y="2652646"/>
            <a:chExt cx="524510" cy="104139"/>
          </a:xfrm>
        </p:grpSpPr>
        <p:pic>
          <p:nvPicPr>
            <p:cNvPr id="102" name="object 10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384436" y="2652646"/>
              <a:ext cx="476025" cy="86784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2894379" y="2723290"/>
              <a:ext cx="14604" cy="33655"/>
            </a:xfrm>
            <a:custGeom>
              <a:avLst/>
              <a:gdLst/>
              <a:ahLst/>
              <a:cxnLst/>
              <a:rect l="l" t="t" r="r" b="b"/>
              <a:pathLst>
                <a:path w="14605" h="33655">
                  <a:moveTo>
                    <a:pt x="14036" y="0"/>
                  </a:moveTo>
                  <a:lnTo>
                    <a:pt x="0" y="0"/>
                  </a:lnTo>
                  <a:lnTo>
                    <a:pt x="0" y="14268"/>
                  </a:lnTo>
                  <a:lnTo>
                    <a:pt x="6316" y="14268"/>
                  </a:lnTo>
                  <a:lnTo>
                    <a:pt x="0" y="33216"/>
                  </a:lnTo>
                  <a:lnTo>
                    <a:pt x="7018" y="33216"/>
                  </a:lnTo>
                  <a:lnTo>
                    <a:pt x="14036" y="13098"/>
                  </a:lnTo>
                  <a:lnTo>
                    <a:pt x="14036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4" name="object 104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3017187" y="2654400"/>
            <a:ext cx="543511" cy="84562"/>
          </a:xfrm>
          <a:prstGeom prst="rect">
            <a:avLst/>
          </a:prstGeom>
        </p:spPr>
      </p:pic>
      <p:grpSp>
        <p:nvGrpSpPr>
          <p:cNvPr id="105" name="object 105"/>
          <p:cNvGrpSpPr/>
          <p:nvPr/>
        </p:nvGrpSpPr>
        <p:grpSpPr>
          <a:xfrm>
            <a:off x="3648768" y="2654400"/>
            <a:ext cx="614045" cy="85090"/>
            <a:chOff x="3648768" y="2654400"/>
            <a:chExt cx="614045" cy="85090"/>
          </a:xfrm>
        </p:grpSpPr>
        <p:pic>
          <p:nvPicPr>
            <p:cNvPr id="106" name="object 10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648768" y="2661067"/>
              <a:ext cx="190644" cy="7789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859296" y="2654400"/>
              <a:ext cx="403509" cy="84562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4697802" y="2652646"/>
            <a:ext cx="339725" cy="86995"/>
            <a:chOff x="4697802" y="2652646"/>
            <a:chExt cx="339725" cy="86995"/>
          </a:xfrm>
        </p:grpSpPr>
        <p:sp>
          <p:nvSpPr>
            <p:cNvPr id="109" name="object 109"/>
            <p:cNvSpPr/>
            <p:nvPr/>
          </p:nvSpPr>
          <p:spPr>
            <a:xfrm>
              <a:off x="4697793" y="2652648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80" y="34544"/>
                  </a:moveTo>
                  <a:lnTo>
                    <a:pt x="58699" y="26809"/>
                  </a:lnTo>
                  <a:lnTo>
                    <a:pt x="54254" y="14744"/>
                  </a:lnTo>
                  <a:lnTo>
                    <a:pt x="54152" y="14452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58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19" y="49822"/>
                  </a:lnTo>
                  <a:lnTo>
                    <a:pt x="17119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58"/>
                  </a:lnTo>
                  <a:lnTo>
                    <a:pt x="36220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710" y="86791"/>
                  </a:lnTo>
                  <a:lnTo>
                    <a:pt x="36220" y="86791"/>
                  </a:lnTo>
                  <a:lnTo>
                    <a:pt x="54305" y="72047"/>
                  </a:lnTo>
                  <a:lnTo>
                    <a:pt x="58699" y="60147"/>
                  </a:lnTo>
                  <a:lnTo>
                    <a:pt x="59880" y="52451"/>
                  </a:lnTo>
                  <a:lnTo>
                    <a:pt x="59880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837450" y="2652646"/>
              <a:ext cx="199764" cy="86784"/>
            </a:xfrm>
            <a:prstGeom prst="rect">
              <a:avLst/>
            </a:prstGeom>
          </p:spPr>
        </p:pic>
      </p:grpSp>
      <p:grpSp>
        <p:nvGrpSpPr>
          <p:cNvPr id="111" name="object 111"/>
          <p:cNvGrpSpPr/>
          <p:nvPr/>
        </p:nvGrpSpPr>
        <p:grpSpPr>
          <a:xfrm>
            <a:off x="6096885" y="2652646"/>
            <a:ext cx="339725" cy="86995"/>
            <a:chOff x="6096885" y="2652646"/>
            <a:chExt cx="339725" cy="86995"/>
          </a:xfrm>
        </p:grpSpPr>
        <p:sp>
          <p:nvSpPr>
            <p:cNvPr id="112" name="object 112"/>
            <p:cNvSpPr/>
            <p:nvPr/>
          </p:nvSpPr>
          <p:spPr>
            <a:xfrm>
              <a:off x="6096876" y="2652648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83" y="34544"/>
                  </a:moveTo>
                  <a:lnTo>
                    <a:pt x="47955" y="7810"/>
                  </a:lnTo>
                  <a:lnTo>
                    <a:pt x="47955" y="36576"/>
                  </a:lnTo>
                  <a:lnTo>
                    <a:pt x="47955" y="50292"/>
                  </a:lnTo>
                  <a:lnTo>
                    <a:pt x="33147" y="76962"/>
                  </a:lnTo>
                  <a:lnTo>
                    <a:pt x="25425" y="76962"/>
                  </a:lnTo>
                  <a:lnTo>
                    <a:pt x="22110" y="75603"/>
                  </a:lnTo>
                  <a:lnTo>
                    <a:pt x="19900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55" y="36576"/>
                  </a:lnTo>
                  <a:lnTo>
                    <a:pt x="47955" y="7810"/>
                  </a:lnTo>
                  <a:lnTo>
                    <a:pt x="40551" y="1778"/>
                  </a:lnTo>
                  <a:lnTo>
                    <a:pt x="40132" y="1638"/>
                  </a:lnTo>
                  <a:lnTo>
                    <a:pt x="40132" y="14795"/>
                  </a:lnTo>
                  <a:lnTo>
                    <a:pt x="13462" y="63385"/>
                  </a:lnTo>
                  <a:lnTo>
                    <a:pt x="11290" y="56197"/>
                  </a:lnTo>
                  <a:lnTo>
                    <a:pt x="10528" y="50292"/>
                  </a:lnTo>
                  <a:lnTo>
                    <a:pt x="10528" y="36576"/>
                  </a:lnTo>
                  <a:lnTo>
                    <a:pt x="25425" y="9829"/>
                  </a:lnTo>
                  <a:lnTo>
                    <a:pt x="33147" y="9829"/>
                  </a:lnTo>
                  <a:lnTo>
                    <a:pt x="36474" y="11188"/>
                  </a:lnTo>
                  <a:lnTo>
                    <a:pt x="40132" y="14795"/>
                  </a:lnTo>
                  <a:lnTo>
                    <a:pt x="40132" y="1638"/>
                  </a:lnTo>
                  <a:lnTo>
                    <a:pt x="35318" y="0"/>
                  </a:lnTo>
                  <a:lnTo>
                    <a:pt x="23241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41" y="86791"/>
                  </a:lnTo>
                  <a:lnTo>
                    <a:pt x="35318" y="86791"/>
                  </a:lnTo>
                  <a:lnTo>
                    <a:pt x="58483" y="52400"/>
                  </a:lnTo>
                  <a:lnTo>
                    <a:pt x="58483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238406" y="2652646"/>
              <a:ext cx="197661" cy="86784"/>
            </a:xfrm>
            <a:prstGeom prst="rect">
              <a:avLst/>
            </a:prstGeom>
          </p:spPr>
        </p:pic>
      </p:grpSp>
      <p:grpSp>
        <p:nvGrpSpPr>
          <p:cNvPr id="114" name="object 114"/>
          <p:cNvGrpSpPr/>
          <p:nvPr/>
        </p:nvGrpSpPr>
        <p:grpSpPr>
          <a:xfrm>
            <a:off x="7417728" y="2652646"/>
            <a:ext cx="340360" cy="86995"/>
            <a:chOff x="7417728" y="2652646"/>
            <a:chExt cx="340360" cy="86995"/>
          </a:xfrm>
        </p:grpSpPr>
        <p:sp>
          <p:nvSpPr>
            <p:cNvPr id="115" name="object 115"/>
            <p:cNvSpPr/>
            <p:nvPr/>
          </p:nvSpPr>
          <p:spPr>
            <a:xfrm>
              <a:off x="7417727" y="2652648"/>
              <a:ext cx="106680" cy="86995"/>
            </a:xfrm>
            <a:custGeom>
              <a:avLst/>
              <a:gdLst/>
              <a:ahLst/>
              <a:cxnLst/>
              <a:rect l="l" t="t" r="r" b="b"/>
              <a:pathLst>
                <a:path w="106679" h="86994">
                  <a:moveTo>
                    <a:pt x="58470" y="34544"/>
                  </a:moveTo>
                  <a:lnTo>
                    <a:pt x="57302" y="26822"/>
                  </a:lnTo>
                  <a:lnTo>
                    <a:pt x="52628" y="13881"/>
                  </a:lnTo>
                  <a:lnTo>
                    <a:pt x="52260" y="13335"/>
                  </a:lnTo>
                  <a:lnTo>
                    <a:pt x="49911" y="9829"/>
                  </a:lnTo>
                  <a:lnTo>
                    <a:pt x="49276" y="8877"/>
                  </a:lnTo>
                  <a:lnTo>
                    <a:pt x="47942" y="7797"/>
                  </a:lnTo>
                  <a:lnTo>
                    <a:pt x="47942" y="36576"/>
                  </a:lnTo>
                  <a:lnTo>
                    <a:pt x="47942" y="50292"/>
                  </a:lnTo>
                  <a:lnTo>
                    <a:pt x="33134" y="76962"/>
                  </a:lnTo>
                  <a:lnTo>
                    <a:pt x="25412" y="76962"/>
                  </a:lnTo>
                  <a:lnTo>
                    <a:pt x="22098" y="75603"/>
                  </a:lnTo>
                  <a:lnTo>
                    <a:pt x="19888" y="73456"/>
                  </a:lnTo>
                  <a:lnTo>
                    <a:pt x="18364" y="71958"/>
                  </a:lnTo>
                  <a:lnTo>
                    <a:pt x="45021" y="23406"/>
                  </a:lnTo>
                  <a:lnTo>
                    <a:pt x="47193" y="30594"/>
                  </a:lnTo>
                  <a:lnTo>
                    <a:pt x="47942" y="36576"/>
                  </a:lnTo>
                  <a:lnTo>
                    <a:pt x="47942" y="7797"/>
                  </a:lnTo>
                  <a:lnTo>
                    <a:pt x="40538" y="1778"/>
                  </a:lnTo>
                  <a:lnTo>
                    <a:pt x="40132" y="1651"/>
                  </a:lnTo>
                  <a:lnTo>
                    <a:pt x="40132" y="14795"/>
                  </a:lnTo>
                  <a:lnTo>
                    <a:pt x="13449" y="63385"/>
                  </a:lnTo>
                  <a:lnTo>
                    <a:pt x="11277" y="56197"/>
                  </a:lnTo>
                  <a:lnTo>
                    <a:pt x="10515" y="50292"/>
                  </a:lnTo>
                  <a:lnTo>
                    <a:pt x="10515" y="36576"/>
                  </a:lnTo>
                  <a:lnTo>
                    <a:pt x="25412" y="9829"/>
                  </a:lnTo>
                  <a:lnTo>
                    <a:pt x="33134" y="9829"/>
                  </a:lnTo>
                  <a:lnTo>
                    <a:pt x="36461" y="11188"/>
                  </a:lnTo>
                  <a:lnTo>
                    <a:pt x="40132" y="14795"/>
                  </a:lnTo>
                  <a:lnTo>
                    <a:pt x="40132" y="1651"/>
                  </a:lnTo>
                  <a:lnTo>
                    <a:pt x="35318" y="0"/>
                  </a:lnTo>
                  <a:lnTo>
                    <a:pt x="23228" y="0"/>
                  </a:lnTo>
                  <a:lnTo>
                    <a:pt x="0" y="34544"/>
                  </a:lnTo>
                  <a:lnTo>
                    <a:pt x="0" y="52400"/>
                  </a:lnTo>
                  <a:lnTo>
                    <a:pt x="23228" y="86791"/>
                  </a:lnTo>
                  <a:lnTo>
                    <a:pt x="35318" y="86791"/>
                  </a:lnTo>
                  <a:lnTo>
                    <a:pt x="58470" y="52400"/>
                  </a:lnTo>
                  <a:lnTo>
                    <a:pt x="58470" y="34544"/>
                  </a:lnTo>
                  <a:close/>
                </a:path>
                <a:path w="106679" h="86994">
                  <a:moveTo>
                    <a:pt x="106667" y="70650"/>
                  </a:moveTo>
                  <a:lnTo>
                    <a:pt x="92163" y="70650"/>
                  </a:lnTo>
                  <a:lnTo>
                    <a:pt x="92163" y="84912"/>
                  </a:lnTo>
                  <a:lnTo>
                    <a:pt x="106667" y="84912"/>
                  </a:lnTo>
                  <a:lnTo>
                    <a:pt x="106667" y="7065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559248" y="2654518"/>
              <a:ext cx="198832" cy="83040"/>
            </a:xfrm>
            <a:prstGeom prst="rect">
              <a:avLst/>
            </a:prstGeom>
          </p:spPr>
        </p:pic>
      </p:grpSp>
      <p:grpSp>
        <p:nvGrpSpPr>
          <p:cNvPr id="117" name="object 117"/>
          <p:cNvGrpSpPr/>
          <p:nvPr/>
        </p:nvGrpSpPr>
        <p:grpSpPr>
          <a:xfrm>
            <a:off x="8660330" y="2652646"/>
            <a:ext cx="340360" cy="86995"/>
            <a:chOff x="8660330" y="2652646"/>
            <a:chExt cx="340360" cy="86995"/>
          </a:xfrm>
        </p:grpSpPr>
        <p:sp>
          <p:nvSpPr>
            <p:cNvPr id="118" name="object 118"/>
            <p:cNvSpPr/>
            <p:nvPr/>
          </p:nvSpPr>
          <p:spPr>
            <a:xfrm>
              <a:off x="8660320" y="2652648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4">
                  <a:moveTo>
                    <a:pt x="59893" y="34544"/>
                  </a:moveTo>
                  <a:lnTo>
                    <a:pt x="58699" y="26809"/>
                  </a:lnTo>
                  <a:lnTo>
                    <a:pt x="54254" y="14744"/>
                  </a:lnTo>
                  <a:lnTo>
                    <a:pt x="54152" y="14452"/>
                  </a:lnTo>
                  <a:lnTo>
                    <a:pt x="53924" y="13830"/>
                  </a:lnTo>
                  <a:lnTo>
                    <a:pt x="50495" y="8813"/>
                  </a:lnTo>
                  <a:lnTo>
                    <a:pt x="42760" y="2705"/>
                  </a:lnTo>
                  <a:lnTo>
                    <a:pt x="42760" y="37084"/>
                  </a:lnTo>
                  <a:lnTo>
                    <a:pt x="42760" y="49822"/>
                  </a:lnTo>
                  <a:lnTo>
                    <a:pt x="32677" y="72047"/>
                  </a:lnTo>
                  <a:lnTo>
                    <a:pt x="27292" y="72047"/>
                  </a:lnTo>
                  <a:lnTo>
                    <a:pt x="25006" y="71005"/>
                  </a:lnTo>
                  <a:lnTo>
                    <a:pt x="21971" y="67691"/>
                  </a:lnTo>
                  <a:lnTo>
                    <a:pt x="41871" y="30175"/>
                  </a:lnTo>
                  <a:lnTo>
                    <a:pt x="42252" y="31750"/>
                  </a:lnTo>
                  <a:lnTo>
                    <a:pt x="42760" y="37084"/>
                  </a:lnTo>
                  <a:lnTo>
                    <a:pt x="42760" y="2705"/>
                  </a:lnTo>
                  <a:lnTo>
                    <a:pt x="41579" y="1765"/>
                  </a:lnTo>
                  <a:lnTo>
                    <a:pt x="37909" y="558"/>
                  </a:lnTo>
                  <a:lnTo>
                    <a:pt x="37909" y="19113"/>
                  </a:lnTo>
                  <a:lnTo>
                    <a:pt x="18008" y="56642"/>
                  </a:lnTo>
                  <a:lnTo>
                    <a:pt x="17640" y="55118"/>
                  </a:lnTo>
                  <a:lnTo>
                    <a:pt x="17132" y="49822"/>
                  </a:lnTo>
                  <a:lnTo>
                    <a:pt x="17132" y="37084"/>
                  </a:lnTo>
                  <a:lnTo>
                    <a:pt x="27292" y="14744"/>
                  </a:lnTo>
                  <a:lnTo>
                    <a:pt x="32677" y="14744"/>
                  </a:lnTo>
                  <a:lnTo>
                    <a:pt x="34975" y="15798"/>
                  </a:lnTo>
                  <a:lnTo>
                    <a:pt x="37909" y="19113"/>
                  </a:lnTo>
                  <a:lnTo>
                    <a:pt x="37909" y="558"/>
                  </a:lnTo>
                  <a:lnTo>
                    <a:pt x="36220" y="0"/>
                  </a:lnTo>
                  <a:lnTo>
                    <a:pt x="23710" y="0"/>
                  </a:lnTo>
                  <a:lnTo>
                    <a:pt x="0" y="34544"/>
                  </a:lnTo>
                  <a:lnTo>
                    <a:pt x="0" y="52451"/>
                  </a:lnTo>
                  <a:lnTo>
                    <a:pt x="23710" y="86791"/>
                  </a:lnTo>
                  <a:lnTo>
                    <a:pt x="36220" y="86791"/>
                  </a:lnTo>
                  <a:lnTo>
                    <a:pt x="54305" y="72047"/>
                  </a:lnTo>
                  <a:lnTo>
                    <a:pt x="58699" y="60147"/>
                  </a:lnTo>
                  <a:lnTo>
                    <a:pt x="59893" y="52451"/>
                  </a:lnTo>
                  <a:lnTo>
                    <a:pt x="59893" y="34544"/>
                  </a:lnTo>
                  <a:close/>
                </a:path>
                <a:path w="109854" h="86994">
                  <a:moveTo>
                    <a:pt x="109334" y="67284"/>
                  </a:moveTo>
                  <a:lnTo>
                    <a:pt x="90906" y="67284"/>
                  </a:lnTo>
                  <a:lnTo>
                    <a:pt x="90906" y="84912"/>
                  </a:lnTo>
                  <a:lnTo>
                    <a:pt x="109334" y="84912"/>
                  </a:lnTo>
                  <a:lnTo>
                    <a:pt x="109334" y="67284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800680" y="2652646"/>
              <a:ext cx="199764" cy="86784"/>
            </a:xfrm>
            <a:prstGeom prst="rect">
              <a:avLst/>
            </a:prstGeom>
          </p:spPr>
        </p:pic>
      </p:grpSp>
      <p:pic>
        <p:nvPicPr>
          <p:cNvPr id="120" name="object 120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59312" y="2940734"/>
            <a:ext cx="327437" cy="82651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966191" y="2942517"/>
            <a:ext cx="121057" cy="95794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162012" y="2941737"/>
            <a:ext cx="388968" cy="81202"/>
          </a:xfrm>
          <a:prstGeom prst="rect">
            <a:avLst/>
          </a:prstGeom>
        </p:spPr>
      </p:pic>
      <p:sp>
        <p:nvSpPr>
          <p:cNvPr id="123" name="object 123"/>
          <p:cNvSpPr/>
          <p:nvPr/>
        </p:nvSpPr>
        <p:spPr>
          <a:xfrm>
            <a:off x="1628506" y="2983085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765731" y="2940735"/>
            <a:ext cx="527050" cy="97790"/>
          </a:xfrm>
          <a:custGeom>
            <a:avLst/>
            <a:gdLst/>
            <a:ahLst/>
            <a:cxnLst/>
            <a:rect l="l" t="t" r="r" b="b"/>
            <a:pathLst>
              <a:path w="527050" h="97789">
                <a:moveTo>
                  <a:pt x="55245" y="1790"/>
                </a:moveTo>
                <a:lnTo>
                  <a:pt x="41478" y="1790"/>
                </a:lnTo>
                <a:lnTo>
                  <a:pt x="41478" y="34785"/>
                </a:lnTo>
                <a:lnTo>
                  <a:pt x="13766" y="34785"/>
                </a:lnTo>
                <a:lnTo>
                  <a:pt x="13766" y="1790"/>
                </a:lnTo>
                <a:lnTo>
                  <a:pt x="0" y="1790"/>
                </a:lnTo>
                <a:lnTo>
                  <a:pt x="0" y="80873"/>
                </a:lnTo>
                <a:lnTo>
                  <a:pt x="13766" y="80873"/>
                </a:lnTo>
                <a:lnTo>
                  <a:pt x="13766" y="47434"/>
                </a:lnTo>
                <a:lnTo>
                  <a:pt x="41478" y="47434"/>
                </a:lnTo>
                <a:lnTo>
                  <a:pt x="41478" y="80873"/>
                </a:lnTo>
                <a:lnTo>
                  <a:pt x="55245" y="80873"/>
                </a:lnTo>
                <a:lnTo>
                  <a:pt x="55245" y="47434"/>
                </a:lnTo>
                <a:lnTo>
                  <a:pt x="55245" y="42621"/>
                </a:lnTo>
                <a:lnTo>
                  <a:pt x="55245" y="39598"/>
                </a:lnTo>
                <a:lnTo>
                  <a:pt x="55245" y="34785"/>
                </a:lnTo>
                <a:lnTo>
                  <a:pt x="55245" y="1790"/>
                </a:lnTo>
                <a:close/>
              </a:path>
              <a:path w="527050" h="97789">
                <a:moveTo>
                  <a:pt x="122301" y="44792"/>
                </a:moveTo>
                <a:lnTo>
                  <a:pt x="108521" y="23533"/>
                </a:lnTo>
                <a:lnTo>
                  <a:pt x="108521" y="44792"/>
                </a:lnTo>
                <a:lnTo>
                  <a:pt x="108521" y="57429"/>
                </a:lnTo>
                <a:lnTo>
                  <a:pt x="107353" y="61950"/>
                </a:lnTo>
                <a:lnTo>
                  <a:pt x="102438" y="68681"/>
                </a:lnTo>
                <a:lnTo>
                  <a:pt x="98958" y="70358"/>
                </a:lnTo>
                <a:lnTo>
                  <a:pt x="89954" y="70358"/>
                </a:lnTo>
                <a:lnTo>
                  <a:pt x="86474" y="68681"/>
                </a:lnTo>
                <a:lnTo>
                  <a:pt x="81559" y="61950"/>
                </a:lnTo>
                <a:lnTo>
                  <a:pt x="80391" y="57429"/>
                </a:lnTo>
                <a:lnTo>
                  <a:pt x="80391" y="44792"/>
                </a:lnTo>
                <a:lnTo>
                  <a:pt x="81559" y="40284"/>
                </a:lnTo>
                <a:lnTo>
                  <a:pt x="86474" y="33578"/>
                </a:lnTo>
                <a:lnTo>
                  <a:pt x="89954" y="31902"/>
                </a:lnTo>
                <a:lnTo>
                  <a:pt x="98958" y="31902"/>
                </a:lnTo>
                <a:lnTo>
                  <a:pt x="102438" y="33578"/>
                </a:lnTo>
                <a:lnTo>
                  <a:pt x="107353" y="40284"/>
                </a:lnTo>
                <a:lnTo>
                  <a:pt x="108521" y="44792"/>
                </a:lnTo>
                <a:lnTo>
                  <a:pt x="108521" y="23533"/>
                </a:lnTo>
                <a:lnTo>
                  <a:pt x="104902" y="21323"/>
                </a:lnTo>
                <a:lnTo>
                  <a:pt x="100025" y="20053"/>
                </a:lnTo>
                <a:lnTo>
                  <a:pt x="88887" y="20053"/>
                </a:lnTo>
                <a:lnTo>
                  <a:pt x="66611" y="44792"/>
                </a:lnTo>
                <a:lnTo>
                  <a:pt x="66611" y="57429"/>
                </a:lnTo>
                <a:lnTo>
                  <a:pt x="88887" y="82207"/>
                </a:lnTo>
                <a:lnTo>
                  <a:pt x="100025" y="82207"/>
                </a:lnTo>
                <a:lnTo>
                  <a:pt x="122301" y="57429"/>
                </a:lnTo>
                <a:lnTo>
                  <a:pt x="122301" y="44792"/>
                </a:lnTo>
                <a:close/>
              </a:path>
              <a:path w="527050" h="97789">
                <a:moveTo>
                  <a:pt x="186690" y="21386"/>
                </a:moveTo>
                <a:lnTo>
                  <a:pt x="164122" y="21386"/>
                </a:lnTo>
                <a:lnTo>
                  <a:pt x="164122" y="7442"/>
                </a:lnTo>
                <a:lnTo>
                  <a:pt x="150926" y="7442"/>
                </a:lnTo>
                <a:lnTo>
                  <a:pt x="150926" y="21386"/>
                </a:lnTo>
                <a:lnTo>
                  <a:pt x="132994" y="21386"/>
                </a:lnTo>
                <a:lnTo>
                  <a:pt x="132994" y="32131"/>
                </a:lnTo>
                <a:lnTo>
                  <a:pt x="150926" y="32131"/>
                </a:lnTo>
                <a:lnTo>
                  <a:pt x="150926" y="69062"/>
                </a:lnTo>
                <a:lnTo>
                  <a:pt x="152450" y="73558"/>
                </a:lnTo>
                <a:lnTo>
                  <a:pt x="158546" y="79413"/>
                </a:lnTo>
                <a:lnTo>
                  <a:pt x="163245" y="80873"/>
                </a:lnTo>
                <a:lnTo>
                  <a:pt x="186690" y="80873"/>
                </a:lnTo>
                <a:lnTo>
                  <a:pt x="186690" y="70129"/>
                </a:lnTo>
                <a:lnTo>
                  <a:pt x="169367" y="70129"/>
                </a:lnTo>
                <a:lnTo>
                  <a:pt x="167386" y="69469"/>
                </a:lnTo>
                <a:lnTo>
                  <a:pt x="164769" y="66814"/>
                </a:lnTo>
                <a:lnTo>
                  <a:pt x="164122" y="64770"/>
                </a:lnTo>
                <a:lnTo>
                  <a:pt x="164122" y="32131"/>
                </a:lnTo>
                <a:lnTo>
                  <a:pt x="186690" y="32131"/>
                </a:lnTo>
                <a:lnTo>
                  <a:pt x="186690" y="21386"/>
                </a:lnTo>
                <a:close/>
              </a:path>
              <a:path w="527050" h="97789">
                <a:moveTo>
                  <a:pt x="256755" y="44767"/>
                </a:moveTo>
                <a:lnTo>
                  <a:pt x="243141" y="21869"/>
                </a:lnTo>
                <a:lnTo>
                  <a:pt x="243141" y="44767"/>
                </a:lnTo>
                <a:lnTo>
                  <a:pt x="243141" y="57505"/>
                </a:lnTo>
                <a:lnTo>
                  <a:pt x="241985" y="62014"/>
                </a:lnTo>
                <a:lnTo>
                  <a:pt x="241922" y="62306"/>
                </a:lnTo>
                <a:lnTo>
                  <a:pt x="237032" y="68745"/>
                </a:lnTo>
                <a:lnTo>
                  <a:pt x="233616" y="70358"/>
                </a:lnTo>
                <a:lnTo>
                  <a:pt x="226415" y="70358"/>
                </a:lnTo>
                <a:lnTo>
                  <a:pt x="215023" y="55460"/>
                </a:lnTo>
                <a:lnTo>
                  <a:pt x="215023" y="46812"/>
                </a:lnTo>
                <a:lnTo>
                  <a:pt x="215620" y="43218"/>
                </a:lnTo>
                <a:lnTo>
                  <a:pt x="218008" y="37515"/>
                </a:lnTo>
                <a:lnTo>
                  <a:pt x="219671" y="35394"/>
                </a:lnTo>
                <a:lnTo>
                  <a:pt x="220243" y="35026"/>
                </a:lnTo>
                <a:lnTo>
                  <a:pt x="223939" y="32600"/>
                </a:lnTo>
                <a:lnTo>
                  <a:pt x="226415" y="31902"/>
                </a:lnTo>
                <a:lnTo>
                  <a:pt x="233616" y="31902"/>
                </a:lnTo>
                <a:lnTo>
                  <a:pt x="237032" y="33515"/>
                </a:lnTo>
                <a:lnTo>
                  <a:pt x="241922" y="39966"/>
                </a:lnTo>
                <a:lnTo>
                  <a:pt x="243141" y="44767"/>
                </a:lnTo>
                <a:lnTo>
                  <a:pt x="243141" y="21869"/>
                </a:lnTo>
                <a:lnTo>
                  <a:pt x="242633" y="21463"/>
                </a:lnTo>
                <a:lnTo>
                  <a:pt x="238099" y="20053"/>
                </a:lnTo>
                <a:lnTo>
                  <a:pt x="227914" y="20053"/>
                </a:lnTo>
                <a:lnTo>
                  <a:pt x="223342" y="21463"/>
                </a:lnTo>
                <a:lnTo>
                  <a:pt x="223672" y="21463"/>
                </a:lnTo>
                <a:lnTo>
                  <a:pt x="217335" y="26187"/>
                </a:lnTo>
                <a:lnTo>
                  <a:pt x="214934" y="29718"/>
                </a:lnTo>
                <a:lnTo>
                  <a:pt x="214680" y="30492"/>
                </a:lnTo>
                <a:lnTo>
                  <a:pt x="214680" y="30835"/>
                </a:lnTo>
                <a:lnTo>
                  <a:pt x="214223" y="31889"/>
                </a:lnTo>
                <a:lnTo>
                  <a:pt x="214579" y="30822"/>
                </a:lnTo>
                <a:lnTo>
                  <a:pt x="214566" y="26187"/>
                </a:lnTo>
                <a:lnTo>
                  <a:pt x="214452" y="21463"/>
                </a:lnTo>
                <a:lnTo>
                  <a:pt x="201841" y="21463"/>
                </a:lnTo>
                <a:lnTo>
                  <a:pt x="201841" y="97586"/>
                </a:lnTo>
                <a:lnTo>
                  <a:pt x="215023" y="97586"/>
                </a:lnTo>
                <a:lnTo>
                  <a:pt x="215023" y="73088"/>
                </a:lnTo>
                <a:lnTo>
                  <a:pt x="215811" y="74434"/>
                </a:lnTo>
                <a:lnTo>
                  <a:pt x="219392" y="78270"/>
                </a:lnTo>
                <a:lnTo>
                  <a:pt x="221564" y="79717"/>
                </a:lnTo>
                <a:lnTo>
                  <a:pt x="226682" y="81711"/>
                </a:lnTo>
                <a:lnTo>
                  <a:pt x="229514" y="82207"/>
                </a:lnTo>
                <a:lnTo>
                  <a:pt x="238099" y="82207"/>
                </a:lnTo>
                <a:lnTo>
                  <a:pt x="256743" y="57505"/>
                </a:lnTo>
                <a:lnTo>
                  <a:pt x="256755" y="44767"/>
                </a:lnTo>
                <a:close/>
              </a:path>
              <a:path w="527050" h="97789">
                <a:moveTo>
                  <a:pt x="322808" y="44792"/>
                </a:moveTo>
                <a:lnTo>
                  <a:pt x="309029" y="23533"/>
                </a:lnTo>
                <a:lnTo>
                  <a:pt x="309029" y="44792"/>
                </a:lnTo>
                <a:lnTo>
                  <a:pt x="309029" y="57429"/>
                </a:lnTo>
                <a:lnTo>
                  <a:pt x="307848" y="61950"/>
                </a:lnTo>
                <a:lnTo>
                  <a:pt x="302933" y="68681"/>
                </a:lnTo>
                <a:lnTo>
                  <a:pt x="299453" y="70358"/>
                </a:lnTo>
                <a:lnTo>
                  <a:pt x="290461" y="70358"/>
                </a:lnTo>
                <a:lnTo>
                  <a:pt x="286981" y="68681"/>
                </a:lnTo>
                <a:lnTo>
                  <a:pt x="282067" y="61950"/>
                </a:lnTo>
                <a:lnTo>
                  <a:pt x="280885" y="57429"/>
                </a:lnTo>
                <a:lnTo>
                  <a:pt x="280885" y="44792"/>
                </a:lnTo>
                <a:lnTo>
                  <a:pt x="282067" y="40284"/>
                </a:lnTo>
                <a:lnTo>
                  <a:pt x="286981" y="33578"/>
                </a:lnTo>
                <a:lnTo>
                  <a:pt x="290461" y="31902"/>
                </a:lnTo>
                <a:lnTo>
                  <a:pt x="299453" y="31902"/>
                </a:lnTo>
                <a:lnTo>
                  <a:pt x="302933" y="33578"/>
                </a:lnTo>
                <a:lnTo>
                  <a:pt x="307848" y="40284"/>
                </a:lnTo>
                <a:lnTo>
                  <a:pt x="309029" y="44792"/>
                </a:lnTo>
                <a:lnTo>
                  <a:pt x="309029" y="23533"/>
                </a:lnTo>
                <a:lnTo>
                  <a:pt x="305396" y="21323"/>
                </a:lnTo>
                <a:lnTo>
                  <a:pt x="300532" y="20053"/>
                </a:lnTo>
                <a:lnTo>
                  <a:pt x="289382" y="20053"/>
                </a:lnTo>
                <a:lnTo>
                  <a:pt x="267106" y="44792"/>
                </a:lnTo>
                <a:lnTo>
                  <a:pt x="267106" y="57429"/>
                </a:lnTo>
                <a:lnTo>
                  <a:pt x="289382" y="82207"/>
                </a:lnTo>
                <a:lnTo>
                  <a:pt x="300532" y="82207"/>
                </a:lnTo>
                <a:lnTo>
                  <a:pt x="322808" y="57429"/>
                </a:lnTo>
                <a:lnTo>
                  <a:pt x="322808" y="44792"/>
                </a:lnTo>
                <a:close/>
              </a:path>
              <a:path w="527050" h="97789">
                <a:moveTo>
                  <a:pt x="387184" y="21386"/>
                </a:moveTo>
                <a:lnTo>
                  <a:pt x="364617" y="21386"/>
                </a:lnTo>
                <a:lnTo>
                  <a:pt x="364617" y="7442"/>
                </a:lnTo>
                <a:lnTo>
                  <a:pt x="351434" y="7442"/>
                </a:lnTo>
                <a:lnTo>
                  <a:pt x="351434" y="21386"/>
                </a:lnTo>
                <a:lnTo>
                  <a:pt x="333502" y="21386"/>
                </a:lnTo>
                <a:lnTo>
                  <a:pt x="333502" y="32131"/>
                </a:lnTo>
                <a:lnTo>
                  <a:pt x="351434" y="32131"/>
                </a:lnTo>
                <a:lnTo>
                  <a:pt x="351434" y="69062"/>
                </a:lnTo>
                <a:lnTo>
                  <a:pt x="352958" y="73558"/>
                </a:lnTo>
                <a:lnTo>
                  <a:pt x="359041" y="79413"/>
                </a:lnTo>
                <a:lnTo>
                  <a:pt x="363753" y="80873"/>
                </a:lnTo>
                <a:lnTo>
                  <a:pt x="387184" y="80873"/>
                </a:lnTo>
                <a:lnTo>
                  <a:pt x="387184" y="70129"/>
                </a:lnTo>
                <a:lnTo>
                  <a:pt x="369874" y="70129"/>
                </a:lnTo>
                <a:lnTo>
                  <a:pt x="367880" y="69469"/>
                </a:lnTo>
                <a:lnTo>
                  <a:pt x="365277" y="66814"/>
                </a:lnTo>
                <a:lnTo>
                  <a:pt x="364617" y="64770"/>
                </a:lnTo>
                <a:lnTo>
                  <a:pt x="364617" y="32131"/>
                </a:lnTo>
                <a:lnTo>
                  <a:pt x="387184" y="32131"/>
                </a:lnTo>
                <a:lnTo>
                  <a:pt x="387184" y="21386"/>
                </a:lnTo>
                <a:close/>
              </a:path>
              <a:path w="527050" h="97789">
                <a:moveTo>
                  <a:pt x="458254" y="32562"/>
                </a:moveTo>
                <a:lnTo>
                  <a:pt x="457111" y="25044"/>
                </a:lnTo>
                <a:lnTo>
                  <a:pt x="452513" y="12712"/>
                </a:lnTo>
                <a:lnTo>
                  <a:pt x="452348" y="12484"/>
                </a:lnTo>
                <a:lnTo>
                  <a:pt x="449160" y="8026"/>
                </a:lnTo>
                <a:lnTo>
                  <a:pt x="444042" y="4318"/>
                </a:lnTo>
                <a:lnTo>
                  <a:pt x="444042" y="34950"/>
                </a:lnTo>
                <a:lnTo>
                  <a:pt x="443941" y="48234"/>
                </a:lnTo>
                <a:lnTo>
                  <a:pt x="437108" y="67843"/>
                </a:lnTo>
                <a:lnTo>
                  <a:pt x="433298" y="54724"/>
                </a:lnTo>
                <a:lnTo>
                  <a:pt x="423100" y="54724"/>
                </a:lnTo>
                <a:lnTo>
                  <a:pt x="427583" y="70180"/>
                </a:lnTo>
                <a:lnTo>
                  <a:pt x="425310" y="70180"/>
                </a:lnTo>
                <a:lnTo>
                  <a:pt x="413207" y="48234"/>
                </a:lnTo>
                <a:lnTo>
                  <a:pt x="413207" y="34950"/>
                </a:lnTo>
                <a:lnTo>
                  <a:pt x="425310" y="12484"/>
                </a:lnTo>
                <a:lnTo>
                  <a:pt x="431965" y="12484"/>
                </a:lnTo>
                <a:lnTo>
                  <a:pt x="444042" y="34950"/>
                </a:lnTo>
                <a:lnTo>
                  <a:pt x="444042" y="4318"/>
                </a:lnTo>
                <a:lnTo>
                  <a:pt x="440321" y="1612"/>
                </a:lnTo>
                <a:lnTo>
                  <a:pt x="434949" y="0"/>
                </a:lnTo>
                <a:lnTo>
                  <a:pt x="422300" y="0"/>
                </a:lnTo>
                <a:lnTo>
                  <a:pt x="398995" y="32562"/>
                </a:lnTo>
                <a:lnTo>
                  <a:pt x="398995" y="50228"/>
                </a:lnTo>
                <a:lnTo>
                  <a:pt x="400151" y="57708"/>
                </a:lnTo>
                <a:lnTo>
                  <a:pt x="404647" y="69684"/>
                </a:lnTo>
                <a:lnTo>
                  <a:pt x="404761" y="70002"/>
                </a:lnTo>
                <a:lnTo>
                  <a:pt x="408127" y="74676"/>
                </a:lnTo>
                <a:lnTo>
                  <a:pt x="416928" y="81064"/>
                </a:lnTo>
                <a:lnTo>
                  <a:pt x="422300" y="82651"/>
                </a:lnTo>
                <a:lnTo>
                  <a:pt x="431190" y="82651"/>
                </a:lnTo>
                <a:lnTo>
                  <a:pt x="434543" y="94170"/>
                </a:lnTo>
                <a:lnTo>
                  <a:pt x="444754" y="94170"/>
                </a:lnTo>
                <a:lnTo>
                  <a:pt x="441413" y="82651"/>
                </a:lnTo>
                <a:lnTo>
                  <a:pt x="440944" y="81064"/>
                </a:lnTo>
                <a:lnTo>
                  <a:pt x="440842" y="80683"/>
                </a:lnTo>
                <a:lnTo>
                  <a:pt x="449160" y="74676"/>
                </a:lnTo>
                <a:lnTo>
                  <a:pt x="452513" y="70002"/>
                </a:lnTo>
                <a:lnTo>
                  <a:pt x="457111" y="57708"/>
                </a:lnTo>
                <a:lnTo>
                  <a:pt x="458254" y="50228"/>
                </a:lnTo>
                <a:lnTo>
                  <a:pt x="458254" y="32562"/>
                </a:lnTo>
                <a:close/>
              </a:path>
              <a:path w="527050" h="97789">
                <a:moveTo>
                  <a:pt x="526516" y="80873"/>
                </a:moveTo>
                <a:lnTo>
                  <a:pt x="521195" y="62166"/>
                </a:lnTo>
                <a:lnTo>
                  <a:pt x="517690" y="49822"/>
                </a:lnTo>
                <a:lnTo>
                  <a:pt x="508495" y="17424"/>
                </a:lnTo>
                <a:lnTo>
                  <a:pt x="504113" y="2019"/>
                </a:lnTo>
                <a:lnTo>
                  <a:pt x="504113" y="49822"/>
                </a:lnTo>
                <a:lnTo>
                  <a:pt x="486791" y="49822"/>
                </a:lnTo>
                <a:lnTo>
                  <a:pt x="495452" y="17424"/>
                </a:lnTo>
                <a:lnTo>
                  <a:pt x="504113" y="49822"/>
                </a:lnTo>
                <a:lnTo>
                  <a:pt x="504113" y="2019"/>
                </a:lnTo>
                <a:lnTo>
                  <a:pt x="504050" y="1790"/>
                </a:lnTo>
                <a:lnTo>
                  <a:pt x="486854" y="1790"/>
                </a:lnTo>
                <a:lnTo>
                  <a:pt x="464400" y="80873"/>
                </a:lnTo>
                <a:lnTo>
                  <a:pt x="478485" y="80873"/>
                </a:lnTo>
                <a:lnTo>
                  <a:pt x="483489" y="62166"/>
                </a:lnTo>
                <a:lnTo>
                  <a:pt x="507415" y="62166"/>
                </a:lnTo>
                <a:lnTo>
                  <a:pt x="512432" y="80873"/>
                </a:lnTo>
                <a:lnTo>
                  <a:pt x="526516" y="8087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365933" y="2960788"/>
            <a:ext cx="121920" cy="62230"/>
          </a:xfrm>
          <a:custGeom>
            <a:avLst/>
            <a:gdLst/>
            <a:ahLst/>
            <a:cxnLst/>
            <a:rect l="l" t="t" r="r" b="b"/>
            <a:pathLst>
              <a:path w="121919" h="62230">
                <a:moveTo>
                  <a:pt x="57835" y="1333"/>
                </a:moveTo>
                <a:lnTo>
                  <a:pt x="43751" y="1333"/>
                </a:lnTo>
                <a:lnTo>
                  <a:pt x="28917" y="46609"/>
                </a:lnTo>
                <a:lnTo>
                  <a:pt x="14084" y="1333"/>
                </a:lnTo>
                <a:lnTo>
                  <a:pt x="0" y="1333"/>
                </a:lnTo>
                <a:lnTo>
                  <a:pt x="20828" y="60820"/>
                </a:lnTo>
                <a:lnTo>
                  <a:pt x="37007" y="60820"/>
                </a:lnTo>
                <a:lnTo>
                  <a:pt x="57835" y="1333"/>
                </a:lnTo>
                <a:close/>
              </a:path>
              <a:path w="121919" h="62230">
                <a:moveTo>
                  <a:pt x="121412" y="41325"/>
                </a:moveTo>
                <a:lnTo>
                  <a:pt x="95313" y="26187"/>
                </a:lnTo>
                <a:lnTo>
                  <a:pt x="92519" y="25501"/>
                </a:lnTo>
                <a:lnTo>
                  <a:pt x="88480" y="24155"/>
                </a:lnTo>
                <a:lnTo>
                  <a:pt x="87045" y="23317"/>
                </a:lnTo>
                <a:lnTo>
                  <a:pt x="85382" y="21323"/>
                </a:lnTo>
                <a:lnTo>
                  <a:pt x="84975" y="20040"/>
                </a:lnTo>
                <a:lnTo>
                  <a:pt x="84975" y="16548"/>
                </a:lnTo>
                <a:lnTo>
                  <a:pt x="85788" y="14897"/>
                </a:lnTo>
                <a:lnTo>
                  <a:pt x="89052" y="12103"/>
                </a:lnTo>
                <a:lnTo>
                  <a:pt x="91668" y="11404"/>
                </a:lnTo>
                <a:lnTo>
                  <a:pt x="97548" y="11404"/>
                </a:lnTo>
                <a:lnTo>
                  <a:pt x="107467" y="20320"/>
                </a:lnTo>
                <a:lnTo>
                  <a:pt x="120751" y="19646"/>
                </a:lnTo>
                <a:lnTo>
                  <a:pt x="100850" y="0"/>
                </a:lnTo>
                <a:lnTo>
                  <a:pt x="89992" y="0"/>
                </a:lnTo>
                <a:lnTo>
                  <a:pt x="71475" y="14998"/>
                </a:lnTo>
                <a:lnTo>
                  <a:pt x="71475" y="21907"/>
                </a:lnTo>
                <a:lnTo>
                  <a:pt x="98615" y="37934"/>
                </a:lnTo>
                <a:lnTo>
                  <a:pt x="101346" y="38608"/>
                </a:lnTo>
                <a:lnTo>
                  <a:pt x="105029" y="39928"/>
                </a:lnTo>
                <a:lnTo>
                  <a:pt x="106286" y="40690"/>
                </a:lnTo>
                <a:lnTo>
                  <a:pt x="107594" y="42405"/>
                </a:lnTo>
                <a:lnTo>
                  <a:pt x="107911" y="43497"/>
                </a:lnTo>
                <a:lnTo>
                  <a:pt x="107911" y="46812"/>
                </a:lnTo>
                <a:lnTo>
                  <a:pt x="106972" y="48298"/>
                </a:lnTo>
                <a:lnTo>
                  <a:pt x="103187" y="50266"/>
                </a:lnTo>
                <a:lnTo>
                  <a:pt x="100355" y="50749"/>
                </a:lnTo>
                <a:lnTo>
                  <a:pt x="92608" y="50749"/>
                </a:lnTo>
                <a:lnTo>
                  <a:pt x="89535" y="49923"/>
                </a:lnTo>
                <a:lnTo>
                  <a:pt x="85280" y="46596"/>
                </a:lnTo>
                <a:lnTo>
                  <a:pt x="83896" y="44335"/>
                </a:lnTo>
                <a:lnTo>
                  <a:pt x="83273" y="41503"/>
                </a:lnTo>
                <a:lnTo>
                  <a:pt x="70091" y="42125"/>
                </a:lnTo>
                <a:lnTo>
                  <a:pt x="90970" y="62153"/>
                </a:lnTo>
                <a:lnTo>
                  <a:pt x="96507" y="62153"/>
                </a:lnTo>
                <a:lnTo>
                  <a:pt x="101625" y="62153"/>
                </a:lnTo>
                <a:lnTo>
                  <a:pt x="121412" y="48285"/>
                </a:lnTo>
                <a:lnTo>
                  <a:pt x="121412" y="4132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6" name="object 126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2567066" y="2940734"/>
            <a:ext cx="458920" cy="82651"/>
          </a:xfrm>
          <a:prstGeom prst="rect">
            <a:avLst/>
          </a:prstGeom>
        </p:spPr>
      </p:pic>
      <p:grpSp>
        <p:nvGrpSpPr>
          <p:cNvPr id="127" name="object 127"/>
          <p:cNvGrpSpPr/>
          <p:nvPr/>
        </p:nvGrpSpPr>
        <p:grpSpPr>
          <a:xfrm>
            <a:off x="466433" y="4517976"/>
            <a:ext cx="2995103" cy="2660190"/>
            <a:chOff x="635428" y="3136125"/>
            <a:chExt cx="2320925" cy="1189355"/>
          </a:xfrm>
        </p:grpSpPr>
        <p:sp>
          <p:nvSpPr>
            <p:cNvPr id="128" name="object 128"/>
            <p:cNvSpPr/>
            <p:nvPr/>
          </p:nvSpPr>
          <p:spPr>
            <a:xfrm>
              <a:off x="863273" y="4241325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55695" y="0"/>
                  </a:lnTo>
                </a:path>
                <a:path w="2089150">
                  <a:moveTo>
                    <a:pt x="111389" y="0"/>
                  </a:moveTo>
                  <a:lnTo>
                    <a:pt x="640493" y="0"/>
                  </a:lnTo>
                </a:path>
                <a:path w="2089150">
                  <a:moveTo>
                    <a:pt x="696187" y="0"/>
                  </a:moveTo>
                  <a:lnTo>
                    <a:pt x="2088564" y="0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863273" y="3183119"/>
              <a:ext cx="0" cy="1058545"/>
            </a:xfrm>
            <a:custGeom>
              <a:avLst/>
              <a:gdLst/>
              <a:ahLst/>
              <a:cxnLst/>
              <a:rect l="l" t="t" r="r" b="b"/>
              <a:pathLst>
                <a:path h="1058545">
                  <a:moveTo>
                    <a:pt x="0" y="0"/>
                  </a:moveTo>
                  <a:lnTo>
                    <a:pt x="0" y="1058205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863273" y="3450456"/>
              <a:ext cx="2089150" cy="529590"/>
            </a:xfrm>
            <a:custGeom>
              <a:avLst/>
              <a:gdLst/>
              <a:ahLst/>
              <a:cxnLst/>
              <a:rect l="l" t="t" r="r" b="b"/>
              <a:pathLst>
                <a:path w="2089150" h="529589">
                  <a:moveTo>
                    <a:pt x="0" y="529102"/>
                  </a:moveTo>
                  <a:lnTo>
                    <a:pt x="2088564" y="529102"/>
                  </a:lnTo>
                </a:path>
                <a:path w="2089150" h="529589">
                  <a:moveTo>
                    <a:pt x="0" y="261766"/>
                  </a:moveTo>
                  <a:lnTo>
                    <a:pt x="2088564" y="261766"/>
                  </a:lnTo>
                </a:path>
                <a:path w="2089150" h="529589">
                  <a:moveTo>
                    <a:pt x="0" y="0"/>
                  </a:moveTo>
                  <a:lnTo>
                    <a:pt x="2088564" y="0"/>
                  </a:lnTo>
                </a:path>
              </a:pathLst>
            </a:custGeom>
            <a:ln w="5569">
              <a:solidFill>
                <a:srgbClr val="F1F5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63269" y="3708056"/>
              <a:ext cx="2089150" cy="8890"/>
            </a:xfrm>
            <a:custGeom>
              <a:avLst/>
              <a:gdLst/>
              <a:ahLst/>
              <a:cxnLst/>
              <a:rect l="l" t="t" r="r" b="b"/>
              <a:pathLst>
                <a:path w="2089150" h="8889">
                  <a:moveTo>
                    <a:pt x="33413" y="0"/>
                  </a:moveTo>
                  <a:lnTo>
                    <a:pt x="0" y="0"/>
                  </a:lnTo>
                  <a:lnTo>
                    <a:pt x="0" y="8343"/>
                  </a:lnTo>
                  <a:lnTo>
                    <a:pt x="33413" y="8343"/>
                  </a:lnTo>
                  <a:lnTo>
                    <a:pt x="33413" y="0"/>
                  </a:lnTo>
                  <a:close/>
                </a:path>
                <a:path w="2089150" h="8889">
                  <a:moveTo>
                    <a:pt x="701751" y="0"/>
                  </a:moveTo>
                  <a:lnTo>
                    <a:pt x="668337" y="0"/>
                  </a:lnTo>
                  <a:lnTo>
                    <a:pt x="668337" y="8343"/>
                  </a:lnTo>
                  <a:lnTo>
                    <a:pt x="701751" y="8343"/>
                  </a:lnTo>
                  <a:lnTo>
                    <a:pt x="701751" y="0"/>
                  </a:lnTo>
                  <a:close/>
                </a:path>
                <a:path w="2089150" h="8889">
                  <a:moveTo>
                    <a:pt x="757453" y="0"/>
                  </a:moveTo>
                  <a:lnTo>
                    <a:pt x="724039" y="0"/>
                  </a:lnTo>
                  <a:lnTo>
                    <a:pt x="724039" y="8343"/>
                  </a:lnTo>
                  <a:lnTo>
                    <a:pt x="757453" y="8343"/>
                  </a:lnTo>
                  <a:lnTo>
                    <a:pt x="757453" y="0"/>
                  </a:lnTo>
                  <a:close/>
                </a:path>
                <a:path w="2089150" h="8889">
                  <a:moveTo>
                    <a:pt x="1425790" y="0"/>
                  </a:moveTo>
                  <a:lnTo>
                    <a:pt x="1392377" y="0"/>
                  </a:lnTo>
                  <a:lnTo>
                    <a:pt x="1392377" y="8343"/>
                  </a:lnTo>
                  <a:lnTo>
                    <a:pt x="1425790" y="8343"/>
                  </a:lnTo>
                  <a:lnTo>
                    <a:pt x="1425790" y="0"/>
                  </a:lnTo>
                  <a:close/>
                </a:path>
                <a:path w="2089150" h="8889">
                  <a:moveTo>
                    <a:pt x="1481480" y="0"/>
                  </a:moveTo>
                  <a:lnTo>
                    <a:pt x="1448066" y="0"/>
                  </a:lnTo>
                  <a:lnTo>
                    <a:pt x="1448066" y="8343"/>
                  </a:lnTo>
                  <a:lnTo>
                    <a:pt x="1481480" y="8343"/>
                  </a:lnTo>
                  <a:lnTo>
                    <a:pt x="1481480" y="0"/>
                  </a:lnTo>
                  <a:close/>
                </a:path>
                <a:path w="2089150" h="8889">
                  <a:moveTo>
                    <a:pt x="1537182" y="0"/>
                  </a:moveTo>
                  <a:lnTo>
                    <a:pt x="1503768" y="0"/>
                  </a:lnTo>
                  <a:lnTo>
                    <a:pt x="1503768" y="8343"/>
                  </a:lnTo>
                  <a:lnTo>
                    <a:pt x="1537182" y="8343"/>
                  </a:lnTo>
                  <a:lnTo>
                    <a:pt x="1537182" y="0"/>
                  </a:lnTo>
                  <a:close/>
                </a:path>
                <a:path w="2089150" h="8889">
                  <a:moveTo>
                    <a:pt x="1592872" y="0"/>
                  </a:moveTo>
                  <a:lnTo>
                    <a:pt x="1559458" y="0"/>
                  </a:lnTo>
                  <a:lnTo>
                    <a:pt x="1559458" y="8343"/>
                  </a:lnTo>
                  <a:lnTo>
                    <a:pt x="1592872" y="8343"/>
                  </a:lnTo>
                  <a:lnTo>
                    <a:pt x="1592872" y="0"/>
                  </a:lnTo>
                  <a:close/>
                </a:path>
                <a:path w="2089150" h="8889">
                  <a:moveTo>
                    <a:pt x="1648574" y="0"/>
                  </a:moveTo>
                  <a:lnTo>
                    <a:pt x="1615147" y="0"/>
                  </a:lnTo>
                  <a:lnTo>
                    <a:pt x="1615147" y="8343"/>
                  </a:lnTo>
                  <a:lnTo>
                    <a:pt x="1648574" y="8343"/>
                  </a:lnTo>
                  <a:lnTo>
                    <a:pt x="1648574" y="0"/>
                  </a:lnTo>
                  <a:close/>
                </a:path>
                <a:path w="2089150" h="8889">
                  <a:moveTo>
                    <a:pt x="1704263" y="0"/>
                  </a:moveTo>
                  <a:lnTo>
                    <a:pt x="1670850" y="0"/>
                  </a:lnTo>
                  <a:lnTo>
                    <a:pt x="1670850" y="8343"/>
                  </a:lnTo>
                  <a:lnTo>
                    <a:pt x="1704263" y="8343"/>
                  </a:lnTo>
                  <a:lnTo>
                    <a:pt x="1704263" y="0"/>
                  </a:lnTo>
                  <a:close/>
                </a:path>
                <a:path w="2089150" h="8889">
                  <a:moveTo>
                    <a:pt x="1759966" y="0"/>
                  </a:moveTo>
                  <a:lnTo>
                    <a:pt x="1726539" y="0"/>
                  </a:lnTo>
                  <a:lnTo>
                    <a:pt x="1726539" y="8343"/>
                  </a:lnTo>
                  <a:lnTo>
                    <a:pt x="1759966" y="8343"/>
                  </a:lnTo>
                  <a:lnTo>
                    <a:pt x="1759966" y="0"/>
                  </a:lnTo>
                  <a:close/>
                </a:path>
                <a:path w="2089150" h="8889">
                  <a:moveTo>
                    <a:pt x="1815655" y="0"/>
                  </a:moveTo>
                  <a:lnTo>
                    <a:pt x="1782241" y="0"/>
                  </a:lnTo>
                  <a:lnTo>
                    <a:pt x="1782241" y="8343"/>
                  </a:lnTo>
                  <a:lnTo>
                    <a:pt x="1815655" y="8343"/>
                  </a:lnTo>
                  <a:lnTo>
                    <a:pt x="1815655" y="0"/>
                  </a:lnTo>
                  <a:close/>
                </a:path>
                <a:path w="2089150" h="8889">
                  <a:moveTo>
                    <a:pt x="1871357" y="0"/>
                  </a:moveTo>
                  <a:lnTo>
                    <a:pt x="1837931" y="0"/>
                  </a:lnTo>
                  <a:lnTo>
                    <a:pt x="1837931" y="8343"/>
                  </a:lnTo>
                  <a:lnTo>
                    <a:pt x="1871357" y="8343"/>
                  </a:lnTo>
                  <a:lnTo>
                    <a:pt x="1871357" y="0"/>
                  </a:lnTo>
                  <a:close/>
                </a:path>
                <a:path w="2089150" h="8889">
                  <a:moveTo>
                    <a:pt x="1927047" y="0"/>
                  </a:moveTo>
                  <a:lnTo>
                    <a:pt x="1893633" y="0"/>
                  </a:lnTo>
                  <a:lnTo>
                    <a:pt x="1893633" y="8343"/>
                  </a:lnTo>
                  <a:lnTo>
                    <a:pt x="1927047" y="8343"/>
                  </a:lnTo>
                  <a:lnTo>
                    <a:pt x="1927047" y="0"/>
                  </a:lnTo>
                  <a:close/>
                </a:path>
                <a:path w="2089150" h="8889">
                  <a:moveTo>
                    <a:pt x="1982736" y="0"/>
                  </a:moveTo>
                  <a:lnTo>
                    <a:pt x="1949323" y="0"/>
                  </a:lnTo>
                  <a:lnTo>
                    <a:pt x="1949323" y="8343"/>
                  </a:lnTo>
                  <a:lnTo>
                    <a:pt x="1982736" y="8343"/>
                  </a:lnTo>
                  <a:lnTo>
                    <a:pt x="1982736" y="0"/>
                  </a:lnTo>
                  <a:close/>
                </a:path>
                <a:path w="2089150" h="8889">
                  <a:moveTo>
                    <a:pt x="2038438" y="0"/>
                  </a:moveTo>
                  <a:lnTo>
                    <a:pt x="2005025" y="0"/>
                  </a:lnTo>
                  <a:lnTo>
                    <a:pt x="2005025" y="8343"/>
                  </a:lnTo>
                  <a:lnTo>
                    <a:pt x="2038438" y="8343"/>
                  </a:lnTo>
                  <a:lnTo>
                    <a:pt x="2038438" y="0"/>
                  </a:lnTo>
                  <a:close/>
                </a:path>
                <a:path w="2089150" h="8889">
                  <a:moveTo>
                    <a:pt x="2088565" y="0"/>
                  </a:moveTo>
                  <a:lnTo>
                    <a:pt x="2060714" y="0"/>
                  </a:lnTo>
                  <a:lnTo>
                    <a:pt x="2060714" y="8343"/>
                  </a:lnTo>
                  <a:lnTo>
                    <a:pt x="2088565" y="8343"/>
                  </a:lnTo>
                  <a:lnTo>
                    <a:pt x="2088565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35419" y="3148799"/>
              <a:ext cx="179705" cy="1116330"/>
            </a:xfrm>
            <a:custGeom>
              <a:avLst/>
              <a:gdLst/>
              <a:ahLst/>
              <a:cxnLst/>
              <a:rect l="l" t="t" r="r" b="b"/>
              <a:pathLst>
                <a:path w="179705" h="1116329">
                  <a:moveTo>
                    <a:pt x="38989" y="819467"/>
                  </a:moveTo>
                  <a:lnTo>
                    <a:pt x="31965" y="801636"/>
                  </a:lnTo>
                  <a:lnTo>
                    <a:pt x="31965" y="820813"/>
                  </a:lnTo>
                  <a:lnTo>
                    <a:pt x="31965" y="829957"/>
                  </a:lnTo>
                  <a:lnTo>
                    <a:pt x="22098" y="847737"/>
                  </a:lnTo>
                  <a:lnTo>
                    <a:pt x="16954" y="847737"/>
                  </a:lnTo>
                  <a:lnTo>
                    <a:pt x="14744" y="846836"/>
                  </a:lnTo>
                  <a:lnTo>
                    <a:pt x="13271" y="845400"/>
                  </a:lnTo>
                  <a:lnTo>
                    <a:pt x="12242" y="844410"/>
                  </a:lnTo>
                  <a:lnTo>
                    <a:pt x="30022" y="812038"/>
                  </a:lnTo>
                  <a:lnTo>
                    <a:pt x="31470" y="816825"/>
                  </a:lnTo>
                  <a:lnTo>
                    <a:pt x="31965" y="820813"/>
                  </a:lnTo>
                  <a:lnTo>
                    <a:pt x="31965" y="801636"/>
                  </a:lnTo>
                  <a:lnTo>
                    <a:pt x="27038" y="797623"/>
                  </a:lnTo>
                  <a:lnTo>
                    <a:pt x="26758" y="797534"/>
                  </a:lnTo>
                  <a:lnTo>
                    <a:pt x="26758" y="806297"/>
                  </a:lnTo>
                  <a:lnTo>
                    <a:pt x="8978" y="838695"/>
                  </a:lnTo>
                  <a:lnTo>
                    <a:pt x="7531" y="833894"/>
                  </a:lnTo>
                  <a:lnTo>
                    <a:pt x="7023" y="829957"/>
                  </a:lnTo>
                  <a:lnTo>
                    <a:pt x="7023" y="820813"/>
                  </a:lnTo>
                  <a:lnTo>
                    <a:pt x="16954" y="802982"/>
                  </a:lnTo>
                  <a:lnTo>
                    <a:pt x="22098" y="802982"/>
                  </a:lnTo>
                  <a:lnTo>
                    <a:pt x="24320" y="803897"/>
                  </a:lnTo>
                  <a:lnTo>
                    <a:pt x="26758" y="806297"/>
                  </a:lnTo>
                  <a:lnTo>
                    <a:pt x="26758" y="797534"/>
                  </a:lnTo>
                  <a:lnTo>
                    <a:pt x="23545" y="796429"/>
                  </a:lnTo>
                  <a:lnTo>
                    <a:pt x="15494" y="796429"/>
                  </a:lnTo>
                  <a:lnTo>
                    <a:pt x="0" y="819467"/>
                  </a:lnTo>
                  <a:lnTo>
                    <a:pt x="0" y="831367"/>
                  </a:lnTo>
                  <a:lnTo>
                    <a:pt x="15494" y="854290"/>
                  </a:lnTo>
                  <a:lnTo>
                    <a:pt x="23545" y="854290"/>
                  </a:lnTo>
                  <a:lnTo>
                    <a:pt x="27038" y="853122"/>
                  </a:lnTo>
                  <a:lnTo>
                    <a:pt x="32854" y="848448"/>
                  </a:lnTo>
                  <a:lnTo>
                    <a:pt x="33324" y="847737"/>
                  </a:lnTo>
                  <a:lnTo>
                    <a:pt x="35090" y="845121"/>
                  </a:lnTo>
                  <a:lnTo>
                    <a:pt x="38214" y="836485"/>
                  </a:lnTo>
                  <a:lnTo>
                    <a:pt x="38989" y="831367"/>
                  </a:lnTo>
                  <a:lnTo>
                    <a:pt x="38989" y="819467"/>
                  </a:lnTo>
                  <a:close/>
                </a:path>
                <a:path w="179705" h="1116329">
                  <a:moveTo>
                    <a:pt x="38989" y="552132"/>
                  </a:moveTo>
                  <a:lnTo>
                    <a:pt x="31965" y="534289"/>
                  </a:lnTo>
                  <a:lnTo>
                    <a:pt x="31965" y="553478"/>
                  </a:lnTo>
                  <a:lnTo>
                    <a:pt x="31965" y="562622"/>
                  </a:lnTo>
                  <a:lnTo>
                    <a:pt x="22098" y="580402"/>
                  </a:lnTo>
                  <a:lnTo>
                    <a:pt x="16954" y="580402"/>
                  </a:lnTo>
                  <a:lnTo>
                    <a:pt x="14744" y="579501"/>
                  </a:lnTo>
                  <a:lnTo>
                    <a:pt x="13271" y="578065"/>
                  </a:lnTo>
                  <a:lnTo>
                    <a:pt x="12242" y="577075"/>
                  </a:lnTo>
                  <a:lnTo>
                    <a:pt x="30022" y="544703"/>
                  </a:lnTo>
                  <a:lnTo>
                    <a:pt x="31470" y="549490"/>
                  </a:lnTo>
                  <a:lnTo>
                    <a:pt x="31965" y="553478"/>
                  </a:lnTo>
                  <a:lnTo>
                    <a:pt x="31965" y="534289"/>
                  </a:lnTo>
                  <a:lnTo>
                    <a:pt x="27038" y="530275"/>
                  </a:lnTo>
                  <a:lnTo>
                    <a:pt x="26758" y="530186"/>
                  </a:lnTo>
                  <a:lnTo>
                    <a:pt x="26758" y="538962"/>
                  </a:lnTo>
                  <a:lnTo>
                    <a:pt x="8978" y="571360"/>
                  </a:lnTo>
                  <a:lnTo>
                    <a:pt x="7531" y="566559"/>
                  </a:lnTo>
                  <a:lnTo>
                    <a:pt x="7023" y="562622"/>
                  </a:lnTo>
                  <a:lnTo>
                    <a:pt x="7023" y="553478"/>
                  </a:lnTo>
                  <a:lnTo>
                    <a:pt x="16954" y="535647"/>
                  </a:lnTo>
                  <a:lnTo>
                    <a:pt x="22098" y="535647"/>
                  </a:lnTo>
                  <a:lnTo>
                    <a:pt x="24320" y="536562"/>
                  </a:lnTo>
                  <a:lnTo>
                    <a:pt x="26758" y="538962"/>
                  </a:lnTo>
                  <a:lnTo>
                    <a:pt x="26758" y="530186"/>
                  </a:lnTo>
                  <a:lnTo>
                    <a:pt x="23545" y="529094"/>
                  </a:lnTo>
                  <a:lnTo>
                    <a:pt x="15494" y="529094"/>
                  </a:lnTo>
                  <a:lnTo>
                    <a:pt x="0" y="552132"/>
                  </a:lnTo>
                  <a:lnTo>
                    <a:pt x="0" y="564032"/>
                  </a:lnTo>
                  <a:lnTo>
                    <a:pt x="15494" y="586955"/>
                  </a:lnTo>
                  <a:lnTo>
                    <a:pt x="23545" y="586955"/>
                  </a:lnTo>
                  <a:lnTo>
                    <a:pt x="38989" y="564032"/>
                  </a:lnTo>
                  <a:lnTo>
                    <a:pt x="38989" y="552132"/>
                  </a:lnTo>
                  <a:close/>
                </a:path>
                <a:path w="179705" h="1116329">
                  <a:moveTo>
                    <a:pt x="38989" y="290360"/>
                  </a:moveTo>
                  <a:lnTo>
                    <a:pt x="38214" y="285216"/>
                  </a:lnTo>
                  <a:lnTo>
                    <a:pt x="35090" y="276580"/>
                  </a:lnTo>
                  <a:lnTo>
                    <a:pt x="34848" y="276225"/>
                  </a:lnTo>
                  <a:lnTo>
                    <a:pt x="33286" y="273875"/>
                  </a:lnTo>
                  <a:lnTo>
                    <a:pt x="32854" y="273240"/>
                  </a:lnTo>
                  <a:lnTo>
                    <a:pt x="31965" y="272529"/>
                  </a:lnTo>
                  <a:lnTo>
                    <a:pt x="31965" y="291706"/>
                  </a:lnTo>
                  <a:lnTo>
                    <a:pt x="31965" y="300863"/>
                  </a:lnTo>
                  <a:lnTo>
                    <a:pt x="22098" y="318643"/>
                  </a:lnTo>
                  <a:lnTo>
                    <a:pt x="16954" y="318643"/>
                  </a:lnTo>
                  <a:lnTo>
                    <a:pt x="14744" y="317728"/>
                  </a:lnTo>
                  <a:lnTo>
                    <a:pt x="13271" y="316293"/>
                  </a:lnTo>
                  <a:lnTo>
                    <a:pt x="12242" y="315302"/>
                  </a:lnTo>
                  <a:lnTo>
                    <a:pt x="30022" y="282930"/>
                  </a:lnTo>
                  <a:lnTo>
                    <a:pt x="31470" y="287718"/>
                  </a:lnTo>
                  <a:lnTo>
                    <a:pt x="31965" y="291706"/>
                  </a:lnTo>
                  <a:lnTo>
                    <a:pt x="31965" y="272529"/>
                  </a:lnTo>
                  <a:lnTo>
                    <a:pt x="27038" y="268516"/>
                  </a:lnTo>
                  <a:lnTo>
                    <a:pt x="26758" y="268427"/>
                  </a:lnTo>
                  <a:lnTo>
                    <a:pt x="26758" y="277202"/>
                  </a:lnTo>
                  <a:lnTo>
                    <a:pt x="8978" y="309587"/>
                  </a:lnTo>
                  <a:lnTo>
                    <a:pt x="7531" y="304800"/>
                  </a:lnTo>
                  <a:lnTo>
                    <a:pt x="7023" y="300863"/>
                  </a:lnTo>
                  <a:lnTo>
                    <a:pt x="7023" y="291706"/>
                  </a:lnTo>
                  <a:lnTo>
                    <a:pt x="16954" y="273875"/>
                  </a:lnTo>
                  <a:lnTo>
                    <a:pt x="22098" y="273875"/>
                  </a:lnTo>
                  <a:lnTo>
                    <a:pt x="24320" y="274789"/>
                  </a:lnTo>
                  <a:lnTo>
                    <a:pt x="26758" y="277202"/>
                  </a:lnTo>
                  <a:lnTo>
                    <a:pt x="26758" y="268427"/>
                  </a:lnTo>
                  <a:lnTo>
                    <a:pt x="23545" y="267335"/>
                  </a:lnTo>
                  <a:lnTo>
                    <a:pt x="15494" y="267335"/>
                  </a:lnTo>
                  <a:lnTo>
                    <a:pt x="0" y="290360"/>
                  </a:lnTo>
                  <a:lnTo>
                    <a:pt x="0" y="302260"/>
                  </a:lnTo>
                  <a:lnTo>
                    <a:pt x="15494" y="325183"/>
                  </a:lnTo>
                  <a:lnTo>
                    <a:pt x="23545" y="325183"/>
                  </a:lnTo>
                  <a:lnTo>
                    <a:pt x="38989" y="302260"/>
                  </a:lnTo>
                  <a:lnTo>
                    <a:pt x="38989" y="290360"/>
                  </a:lnTo>
                  <a:close/>
                </a:path>
                <a:path w="179705" h="1116329">
                  <a:moveTo>
                    <a:pt x="71120" y="843534"/>
                  </a:moveTo>
                  <a:lnTo>
                    <a:pt x="61442" y="843534"/>
                  </a:lnTo>
                  <a:lnTo>
                    <a:pt x="61442" y="853046"/>
                  </a:lnTo>
                  <a:lnTo>
                    <a:pt x="71120" y="853046"/>
                  </a:lnTo>
                  <a:lnTo>
                    <a:pt x="71120" y="843534"/>
                  </a:lnTo>
                  <a:close/>
                </a:path>
                <a:path w="179705" h="1116329">
                  <a:moveTo>
                    <a:pt x="71120" y="576199"/>
                  </a:moveTo>
                  <a:lnTo>
                    <a:pt x="61442" y="576199"/>
                  </a:lnTo>
                  <a:lnTo>
                    <a:pt x="61442" y="585711"/>
                  </a:lnTo>
                  <a:lnTo>
                    <a:pt x="71120" y="585711"/>
                  </a:lnTo>
                  <a:lnTo>
                    <a:pt x="71120" y="576199"/>
                  </a:lnTo>
                  <a:close/>
                </a:path>
                <a:path w="179705" h="1116329">
                  <a:moveTo>
                    <a:pt x="71120" y="314426"/>
                  </a:moveTo>
                  <a:lnTo>
                    <a:pt x="61442" y="314426"/>
                  </a:lnTo>
                  <a:lnTo>
                    <a:pt x="61442" y="323938"/>
                  </a:lnTo>
                  <a:lnTo>
                    <a:pt x="71120" y="323938"/>
                  </a:lnTo>
                  <a:lnTo>
                    <a:pt x="71120" y="314426"/>
                  </a:lnTo>
                  <a:close/>
                </a:path>
                <a:path w="179705" h="1116329">
                  <a:moveTo>
                    <a:pt x="85026" y="50050"/>
                  </a:moveTo>
                  <a:lnTo>
                    <a:pt x="71767" y="50050"/>
                  </a:lnTo>
                  <a:lnTo>
                    <a:pt x="71767" y="1244"/>
                  </a:lnTo>
                  <a:lnTo>
                    <a:pt x="66319" y="1244"/>
                  </a:lnTo>
                  <a:lnTo>
                    <a:pt x="66319" y="3327"/>
                  </a:lnTo>
                  <a:lnTo>
                    <a:pt x="66040" y="4991"/>
                  </a:lnTo>
                  <a:lnTo>
                    <a:pt x="64947" y="7480"/>
                  </a:lnTo>
                  <a:lnTo>
                    <a:pt x="64071" y="8394"/>
                  </a:lnTo>
                  <a:lnTo>
                    <a:pt x="61620" y="9537"/>
                  </a:lnTo>
                  <a:lnTo>
                    <a:pt x="60020" y="9817"/>
                  </a:lnTo>
                  <a:lnTo>
                    <a:pt x="50558" y="9817"/>
                  </a:lnTo>
                  <a:lnTo>
                    <a:pt x="50558" y="15595"/>
                  </a:lnTo>
                  <a:lnTo>
                    <a:pt x="65062" y="15595"/>
                  </a:lnTo>
                  <a:lnTo>
                    <a:pt x="65062" y="50050"/>
                  </a:lnTo>
                  <a:lnTo>
                    <a:pt x="47599" y="50050"/>
                  </a:lnTo>
                  <a:lnTo>
                    <a:pt x="47599" y="56603"/>
                  </a:lnTo>
                  <a:lnTo>
                    <a:pt x="65062" y="56603"/>
                  </a:lnTo>
                  <a:lnTo>
                    <a:pt x="71767" y="56603"/>
                  </a:lnTo>
                  <a:lnTo>
                    <a:pt x="85026" y="56603"/>
                  </a:lnTo>
                  <a:lnTo>
                    <a:pt x="85026" y="50050"/>
                  </a:lnTo>
                  <a:close/>
                </a:path>
                <a:path w="179705" h="1116329">
                  <a:moveTo>
                    <a:pt x="85813" y="1081227"/>
                  </a:moveTo>
                  <a:lnTo>
                    <a:pt x="85026" y="1076083"/>
                  </a:lnTo>
                  <a:lnTo>
                    <a:pt x="81915" y="1067460"/>
                  </a:lnTo>
                  <a:lnTo>
                    <a:pt x="81661" y="1067092"/>
                  </a:lnTo>
                  <a:lnTo>
                    <a:pt x="80098" y="1064755"/>
                  </a:lnTo>
                  <a:lnTo>
                    <a:pt x="79679" y="1064120"/>
                  </a:lnTo>
                  <a:lnTo>
                    <a:pt x="78790" y="1063409"/>
                  </a:lnTo>
                  <a:lnTo>
                    <a:pt x="78790" y="1082586"/>
                  </a:lnTo>
                  <a:lnTo>
                    <a:pt x="78790" y="1091730"/>
                  </a:lnTo>
                  <a:lnTo>
                    <a:pt x="68910" y="1109510"/>
                  </a:lnTo>
                  <a:lnTo>
                    <a:pt x="63766" y="1109510"/>
                  </a:lnTo>
                  <a:lnTo>
                    <a:pt x="61556" y="1108595"/>
                  </a:lnTo>
                  <a:lnTo>
                    <a:pt x="60083" y="1107173"/>
                  </a:lnTo>
                  <a:lnTo>
                    <a:pt x="59067" y="1106170"/>
                  </a:lnTo>
                  <a:lnTo>
                    <a:pt x="76835" y="1073797"/>
                  </a:lnTo>
                  <a:lnTo>
                    <a:pt x="78282" y="1078585"/>
                  </a:lnTo>
                  <a:lnTo>
                    <a:pt x="78790" y="1082586"/>
                  </a:lnTo>
                  <a:lnTo>
                    <a:pt x="78790" y="1063409"/>
                  </a:lnTo>
                  <a:lnTo>
                    <a:pt x="73850" y="1059383"/>
                  </a:lnTo>
                  <a:lnTo>
                    <a:pt x="73571" y="1059294"/>
                  </a:lnTo>
                  <a:lnTo>
                    <a:pt x="73571" y="1068070"/>
                  </a:lnTo>
                  <a:lnTo>
                    <a:pt x="55791" y="1100455"/>
                  </a:lnTo>
                  <a:lnTo>
                    <a:pt x="54343" y="1095667"/>
                  </a:lnTo>
                  <a:lnTo>
                    <a:pt x="53835" y="1091730"/>
                  </a:lnTo>
                  <a:lnTo>
                    <a:pt x="53835" y="1082586"/>
                  </a:lnTo>
                  <a:lnTo>
                    <a:pt x="63766" y="1064755"/>
                  </a:lnTo>
                  <a:lnTo>
                    <a:pt x="68910" y="1064755"/>
                  </a:lnTo>
                  <a:lnTo>
                    <a:pt x="71132" y="1065657"/>
                  </a:lnTo>
                  <a:lnTo>
                    <a:pt x="73571" y="1068070"/>
                  </a:lnTo>
                  <a:lnTo>
                    <a:pt x="73571" y="1059294"/>
                  </a:lnTo>
                  <a:lnTo>
                    <a:pt x="70370" y="1058202"/>
                  </a:lnTo>
                  <a:lnTo>
                    <a:pt x="62306" y="1058202"/>
                  </a:lnTo>
                  <a:lnTo>
                    <a:pt x="46824" y="1081227"/>
                  </a:lnTo>
                  <a:lnTo>
                    <a:pt x="46824" y="1093139"/>
                  </a:lnTo>
                  <a:lnTo>
                    <a:pt x="62306" y="1116063"/>
                  </a:lnTo>
                  <a:lnTo>
                    <a:pt x="70370" y="1116063"/>
                  </a:lnTo>
                  <a:lnTo>
                    <a:pt x="85813" y="1093139"/>
                  </a:lnTo>
                  <a:lnTo>
                    <a:pt x="85813" y="1081227"/>
                  </a:lnTo>
                  <a:close/>
                </a:path>
                <a:path w="179705" h="1116329">
                  <a:moveTo>
                    <a:pt x="117932" y="1105293"/>
                  </a:moveTo>
                  <a:lnTo>
                    <a:pt x="108267" y="1105293"/>
                  </a:lnTo>
                  <a:lnTo>
                    <a:pt x="108267" y="1114806"/>
                  </a:lnTo>
                  <a:lnTo>
                    <a:pt x="117932" y="1114806"/>
                  </a:lnTo>
                  <a:lnTo>
                    <a:pt x="117932" y="1105293"/>
                  </a:lnTo>
                  <a:close/>
                </a:path>
                <a:path w="179705" h="1116329">
                  <a:moveTo>
                    <a:pt x="117932" y="47091"/>
                  </a:moveTo>
                  <a:lnTo>
                    <a:pt x="108267" y="47091"/>
                  </a:lnTo>
                  <a:lnTo>
                    <a:pt x="108267" y="56603"/>
                  </a:lnTo>
                  <a:lnTo>
                    <a:pt x="117932" y="56603"/>
                  </a:lnTo>
                  <a:lnTo>
                    <a:pt x="117932" y="47091"/>
                  </a:lnTo>
                  <a:close/>
                </a:path>
                <a:path w="179705" h="1116329">
                  <a:moveTo>
                    <a:pt x="131775" y="564235"/>
                  </a:moveTo>
                  <a:lnTo>
                    <a:pt x="117538" y="548906"/>
                  </a:lnTo>
                  <a:lnTo>
                    <a:pt x="112382" y="548906"/>
                  </a:lnTo>
                  <a:lnTo>
                    <a:pt x="103098" y="553377"/>
                  </a:lnTo>
                  <a:lnTo>
                    <a:pt x="105105" y="536892"/>
                  </a:lnTo>
                  <a:lnTo>
                    <a:pt x="128422" y="536892"/>
                  </a:lnTo>
                  <a:lnTo>
                    <a:pt x="128422" y="530352"/>
                  </a:lnTo>
                  <a:lnTo>
                    <a:pt x="98945" y="530352"/>
                  </a:lnTo>
                  <a:lnTo>
                    <a:pt x="95338" y="560959"/>
                  </a:lnTo>
                  <a:lnTo>
                    <a:pt x="95288" y="561454"/>
                  </a:lnTo>
                  <a:lnTo>
                    <a:pt x="102463" y="561454"/>
                  </a:lnTo>
                  <a:lnTo>
                    <a:pt x="103339" y="559485"/>
                  </a:lnTo>
                  <a:lnTo>
                    <a:pt x="104787" y="557961"/>
                  </a:lnTo>
                  <a:lnTo>
                    <a:pt x="105981" y="557326"/>
                  </a:lnTo>
                  <a:lnTo>
                    <a:pt x="108788" y="555828"/>
                  </a:lnTo>
                  <a:lnTo>
                    <a:pt x="110883" y="555294"/>
                  </a:lnTo>
                  <a:lnTo>
                    <a:pt x="115506" y="555294"/>
                  </a:lnTo>
                  <a:lnTo>
                    <a:pt x="117640" y="555828"/>
                  </a:lnTo>
                  <a:lnTo>
                    <a:pt x="121081" y="557834"/>
                  </a:lnTo>
                  <a:lnTo>
                    <a:pt x="122415" y="559282"/>
                  </a:lnTo>
                  <a:lnTo>
                    <a:pt x="124294" y="563079"/>
                  </a:lnTo>
                  <a:lnTo>
                    <a:pt x="124764" y="565327"/>
                  </a:lnTo>
                  <a:lnTo>
                    <a:pt x="124764" y="571830"/>
                  </a:lnTo>
                  <a:lnTo>
                    <a:pt x="123812" y="574509"/>
                  </a:lnTo>
                  <a:lnTo>
                    <a:pt x="123659" y="574903"/>
                  </a:lnTo>
                  <a:lnTo>
                    <a:pt x="119367" y="579297"/>
                  </a:lnTo>
                  <a:lnTo>
                    <a:pt x="116497" y="580402"/>
                  </a:lnTo>
                  <a:lnTo>
                    <a:pt x="109740" y="580402"/>
                  </a:lnTo>
                  <a:lnTo>
                    <a:pt x="107124" y="579615"/>
                  </a:lnTo>
                  <a:lnTo>
                    <a:pt x="103022" y="576440"/>
                  </a:lnTo>
                  <a:lnTo>
                    <a:pt x="101777" y="574090"/>
                  </a:lnTo>
                  <a:lnTo>
                    <a:pt x="101485" y="571830"/>
                  </a:lnTo>
                  <a:lnTo>
                    <a:pt x="101371" y="570966"/>
                  </a:lnTo>
                  <a:lnTo>
                    <a:pt x="94348" y="571436"/>
                  </a:lnTo>
                  <a:lnTo>
                    <a:pt x="94576" y="574090"/>
                  </a:lnTo>
                  <a:lnTo>
                    <a:pt x="94615" y="574509"/>
                  </a:lnTo>
                  <a:lnTo>
                    <a:pt x="109321" y="586955"/>
                  </a:lnTo>
                  <a:lnTo>
                    <a:pt x="116598" y="586955"/>
                  </a:lnTo>
                  <a:lnTo>
                    <a:pt x="119862" y="586143"/>
                  </a:lnTo>
                  <a:lnTo>
                    <a:pt x="125526" y="582930"/>
                  </a:lnTo>
                  <a:lnTo>
                    <a:pt x="127749" y="580682"/>
                  </a:lnTo>
                  <a:lnTo>
                    <a:pt x="127901" y="580402"/>
                  </a:lnTo>
                  <a:lnTo>
                    <a:pt x="130975" y="574903"/>
                  </a:lnTo>
                  <a:lnTo>
                    <a:pt x="131724" y="571830"/>
                  </a:lnTo>
                  <a:lnTo>
                    <a:pt x="131775" y="564235"/>
                  </a:lnTo>
                  <a:close/>
                </a:path>
                <a:path w="179705" h="1116329">
                  <a:moveTo>
                    <a:pt x="131775" y="268579"/>
                  </a:moveTo>
                  <a:lnTo>
                    <a:pt x="94348" y="268579"/>
                  </a:lnTo>
                  <a:lnTo>
                    <a:pt x="94348" y="275132"/>
                  </a:lnTo>
                  <a:lnTo>
                    <a:pt x="124447" y="275132"/>
                  </a:lnTo>
                  <a:lnTo>
                    <a:pt x="120345" y="279857"/>
                  </a:lnTo>
                  <a:lnTo>
                    <a:pt x="104648" y="318223"/>
                  </a:lnTo>
                  <a:lnTo>
                    <a:pt x="104648" y="323938"/>
                  </a:lnTo>
                  <a:lnTo>
                    <a:pt x="111810" y="323938"/>
                  </a:lnTo>
                  <a:lnTo>
                    <a:pt x="111810" y="319265"/>
                  </a:lnTo>
                  <a:lnTo>
                    <a:pt x="112204" y="314807"/>
                  </a:lnTo>
                  <a:lnTo>
                    <a:pt x="128295" y="278612"/>
                  </a:lnTo>
                  <a:lnTo>
                    <a:pt x="131775" y="274662"/>
                  </a:lnTo>
                  <a:lnTo>
                    <a:pt x="131775" y="268579"/>
                  </a:lnTo>
                  <a:close/>
                </a:path>
                <a:path w="179705" h="1116329">
                  <a:moveTo>
                    <a:pt x="132562" y="846493"/>
                  </a:moveTo>
                  <a:lnTo>
                    <a:pt x="101841" y="846493"/>
                  </a:lnTo>
                  <a:lnTo>
                    <a:pt x="101942" y="845096"/>
                  </a:lnTo>
                  <a:lnTo>
                    <a:pt x="121119" y="829183"/>
                  </a:lnTo>
                  <a:lnTo>
                    <a:pt x="124155" y="827290"/>
                  </a:lnTo>
                  <a:lnTo>
                    <a:pt x="128562" y="823747"/>
                  </a:lnTo>
                  <a:lnTo>
                    <a:pt x="130136" y="821842"/>
                  </a:lnTo>
                  <a:lnTo>
                    <a:pt x="132016" y="817740"/>
                  </a:lnTo>
                  <a:lnTo>
                    <a:pt x="132473" y="815301"/>
                  </a:lnTo>
                  <a:lnTo>
                    <a:pt x="132473" y="809320"/>
                  </a:lnTo>
                  <a:lnTo>
                    <a:pt x="118186" y="796429"/>
                  </a:lnTo>
                  <a:lnTo>
                    <a:pt x="108407" y="796429"/>
                  </a:lnTo>
                  <a:lnTo>
                    <a:pt x="103657" y="798042"/>
                  </a:lnTo>
                  <a:lnTo>
                    <a:pt x="96583" y="804494"/>
                  </a:lnTo>
                  <a:lnTo>
                    <a:pt x="94500" y="808812"/>
                  </a:lnTo>
                  <a:lnTo>
                    <a:pt x="93878" y="814209"/>
                  </a:lnTo>
                  <a:lnTo>
                    <a:pt x="100901" y="814679"/>
                  </a:lnTo>
                  <a:lnTo>
                    <a:pt x="101473" y="810933"/>
                  </a:lnTo>
                  <a:lnTo>
                    <a:pt x="102882" y="808050"/>
                  </a:lnTo>
                  <a:lnTo>
                    <a:pt x="107416" y="803998"/>
                  </a:lnTo>
                  <a:lnTo>
                    <a:pt x="110490" y="802982"/>
                  </a:lnTo>
                  <a:lnTo>
                    <a:pt x="116827" y="802982"/>
                  </a:lnTo>
                  <a:lnTo>
                    <a:pt x="125463" y="810729"/>
                  </a:lnTo>
                  <a:lnTo>
                    <a:pt x="125463" y="814527"/>
                  </a:lnTo>
                  <a:lnTo>
                    <a:pt x="109270" y="827722"/>
                  </a:lnTo>
                  <a:lnTo>
                    <a:pt x="104965" y="830618"/>
                  </a:lnTo>
                  <a:lnTo>
                    <a:pt x="98780" y="836333"/>
                  </a:lnTo>
                  <a:lnTo>
                    <a:pt x="96621" y="839330"/>
                  </a:lnTo>
                  <a:lnTo>
                    <a:pt x="94183" y="845616"/>
                  </a:lnTo>
                  <a:lnTo>
                    <a:pt x="93573" y="849147"/>
                  </a:lnTo>
                  <a:lnTo>
                    <a:pt x="93573" y="853046"/>
                  </a:lnTo>
                  <a:lnTo>
                    <a:pt x="132562" y="853046"/>
                  </a:lnTo>
                  <a:lnTo>
                    <a:pt x="132562" y="846493"/>
                  </a:lnTo>
                  <a:close/>
                </a:path>
                <a:path w="179705" h="1116329">
                  <a:moveTo>
                    <a:pt x="178562" y="831570"/>
                  </a:moveTo>
                  <a:lnTo>
                    <a:pt x="177927" y="828789"/>
                  </a:lnTo>
                  <a:lnTo>
                    <a:pt x="177825" y="828294"/>
                  </a:lnTo>
                  <a:lnTo>
                    <a:pt x="174879" y="822629"/>
                  </a:lnTo>
                  <a:lnTo>
                    <a:pt x="172783" y="820331"/>
                  </a:lnTo>
                  <a:lnTo>
                    <a:pt x="167424" y="817054"/>
                  </a:lnTo>
                  <a:lnTo>
                    <a:pt x="164312" y="816241"/>
                  </a:lnTo>
                  <a:lnTo>
                    <a:pt x="159169" y="816241"/>
                  </a:lnTo>
                  <a:lnTo>
                    <a:pt x="149885" y="820712"/>
                  </a:lnTo>
                  <a:lnTo>
                    <a:pt x="151892" y="804227"/>
                  </a:lnTo>
                  <a:lnTo>
                    <a:pt x="175209" y="804227"/>
                  </a:lnTo>
                  <a:lnTo>
                    <a:pt x="175209" y="797687"/>
                  </a:lnTo>
                  <a:lnTo>
                    <a:pt x="145732" y="797687"/>
                  </a:lnTo>
                  <a:lnTo>
                    <a:pt x="142125" y="828294"/>
                  </a:lnTo>
                  <a:lnTo>
                    <a:pt x="142074" y="828789"/>
                  </a:lnTo>
                  <a:lnTo>
                    <a:pt x="149237" y="828789"/>
                  </a:lnTo>
                  <a:lnTo>
                    <a:pt x="150126" y="826820"/>
                  </a:lnTo>
                  <a:lnTo>
                    <a:pt x="151574" y="825296"/>
                  </a:lnTo>
                  <a:lnTo>
                    <a:pt x="152768" y="824661"/>
                  </a:lnTo>
                  <a:lnTo>
                    <a:pt x="155575" y="823163"/>
                  </a:lnTo>
                  <a:lnTo>
                    <a:pt x="157670" y="822629"/>
                  </a:lnTo>
                  <a:lnTo>
                    <a:pt x="162293" y="822629"/>
                  </a:lnTo>
                  <a:lnTo>
                    <a:pt x="164426" y="823163"/>
                  </a:lnTo>
                  <a:lnTo>
                    <a:pt x="167868" y="825169"/>
                  </a:lnTo>
                  <a:lnTo>
                    <a:pt x="169202" y="826617"/>
                  </a:lnTo>
                  <a:lnTo>
                    <a:pt x="171081" y="830414"/>
                  </a:lnTo>
                  <a:lnTo>
                    <a:pt x="171538" y="832662"/>
                  </a:lnTo>
                  <a:lnTo>
                    <a:pt x="171538" y="839165"/>
                  </a:lnTo>
                  <a:lnTo>
                    <a:pt x="170599" y="841844"/>
                  </a:lnTo>
                  <a:lnTo>
                    <a:pt x="170434" y="842238"/>
                  </a:lnTo>
                  <a:lnTo>
                    <a:pt x="166154" y="846632"/>
                  </a:lnTo>
                  <a:lnTo>
                    <a:pt x="163283" y="847737"/>
                  </a:lnTo>
                  <a:lnTo>
                    <a:pt x="156514" y="847737"/>
                  </a:lnTo>
                  <a:lnTo>
                    <a:pt x="148145" y="838301"/>
                  </a:lnTo>
                  <a:lnTo>
                    <a:pt x="141135" y="838771"/>
                  </a:lnTo>
                  <a:lnTo>
                    <a:pt x="141363" y="841425"/>
                  </a:lnTo>
                  <a:lnTo>
                    <a:pt x="141389" y="841844"/>
                  </a:lnTo>
                  <a:lnTo>
                    <a:pt x="142316" y="844550"/>
                  </a:lnTo>
                  <a:lnTo>
                    <a:pt x="145491" y="849223"/>
                  </a:lnTo>
                  <a:lnTo>
                    <a:pt x="147624" y="851039"/>
                  </a:lnTo>
                  <a:lnTo>
                    <a:pt x="152971" y="853643"/>
                  </a:lnTo>
                  <a:lnTo>
                    <a:pt x="156108" y="854290"/>
                  </a:lnTo>
                  <a:lnTo>
                    <a:pt x="163385" y="854290"/>
                  </a:lnTo>
                  <a:lnTo>
                    <a:pt x="166649" y="853490"/>
                  </a:lnTo>
                  <a:lnTo>
                    <a:pt x="172313" y="850265"/>
                  </a:lnTo>
                  <a:lnTo>
                    <a:pt x="174536" y="848017"/>
                  </a:lnTo>
                  <a:lnTo>
                    <a:pt x="174688" y="847737"/>
                  </a:lnTo>
                  <a:lnTo>
                    <a:pt x="177749" y="842238"/>
                  </a:lnTo>
                  <a:lnTo>
                    <a:pt x="178511" y="839165"/>
                  </a:lnTo>
                  <a:lnTo>
                    <a:pt x="178562" y="831570"/>
                  </a:lnTo>
                  <a:close/>
                </a:path>
                <a:path w="179705" h="1116329">
                  <a:moveTo>
                    <a:pt x="178562" y="302475"/>
                  </a:moveTo>
                  <a:lnTo>
                    <a:pt x="177927" y="299694"/>
                  </a:lnTo>
                  <a:lnTo>
                    <a:pt x="177825" y="299199"/>
                  </a:lnTo>
                  <a:lnTo>
                    <a:pt x="174879" y="293535"/>
                  </a:lnTo>
                  <a:lnTo>
                    <a:pt x="172783" y="291236"/>
                  </a:lnTo>
                  <a:lnTo>
                    <a:pt x="167424" y="287959"/>
                  </a:lnTo>
                  <a:lnTo>
                    <a:pt x="164312" y="287134"/>
                  </a:lnTo>
                  <a:lnTo>
                    <a:pt x="159169" y="287134"/>
                  </a:lnTo>
                  <a:lnTo>
                    <a:pt x="149885" y="291604"/>
                  </a:lnTo>
                  <a:lnTo>
                    <a:pt x="151892" y="275132"/>
                  </a:lnTo>
                  <a:lnTo>
                    <a:pt x="175209" y="275132"/>
                  </a:lnTo>
                  <a:lnTo>
                    <a:pt x="175209" y="268579"/>
                  </a:lnTo>
                  <a:lnTo>
                    <a:pt x="145732" y="268579"/>
                  </a:lnTo>
                  <a:lnTo>
                    <a:pt x="142125" y="299199"/>
                  </a:lnTo>
                  <a:lnTo>
                    <a:pt x="142074" y="299694"/>
                  </a:lnTo>
                  <a:lnTo>
                    <a:pt x="149237" y="299694"/>
                  </a:lnTo>
                  <a:lnTo>
                    <a:pt x="150126" y="297713"/>
                  </a:lnTo>
                  <a:lnTo>
                    <a:pt x="151574" y="296189"/>
                  </a:lnTo>
                  <a:lnTo>
                    <a:pt x="152768" y="295554"/>
                  </a:lnTo>
                  <a:lnTo>
                    <a:pt x="155575" y="294068"/>
                  </a:lnTo>
                  <a:lnTo>
                    <a:pt x="157670" y="293535"/>
                  </a:lnTo>
                  <a:lnTo>
                    <a:pt x="162293" y="293535"/>
                  </a:lnTo>
                  <a:lnTo>
                    <a:pt x="171538" y="303568"/>
                  </a:lnTo>
                  <a:lnTo>
                    <a:pt x="171538" y="310057"/>
                  </a:lnTo>
                  <a:lnTo>
                    <a:pt x="170599" y="312737"/>
                  </a:lnTo>
                  <a:lnTo>
                    <a:pt x="170434" y="313143"/>
                  </a:lnTo>
                  <a:lnTo>
                    <a:pt x="166154" y="317538"/>
                  </a:lnTo>
                  <a:lnTo>
                    <a:pt x="163283" y="318643"/>
                  </a:lnTo>
                  <a:lnTo>
                    <a:pt x="156514" y="318643"/>
                  </a:lnTo>
                  <a:lnTo>
                    <a:pt x="148145" y="309206"/>
                  </a:lnTo>
                  <a:lnTo>
                    <a:pt x="141135" y="309676"/>
                  </a:lnTo>
                  <a:lnTo>
                    <a:pt x="141363" y="312318"/>
                  </a:lnTo>
                  <a:lnTo>
                    <a:pt x="141389" y="312737"/>
                  </a:lnTo>
                  <a:lnTo>
                    <a:pt x="142316" y="315442"/>
                  </a:lnTo>
                  <a:lnTo>
                    <a:pt x="145491" y="320116"/>
                  </a:lnTo>
                  <a:lnTo>
                    <a:pt x="147624" y="321945"/>
                  </a:lnTo>
                  <a:lnTo>
                    <a:pt x="152971" y="324535"/>
                  </a:lnTo>
                  <a:lnTo>
                    <a:pt x="156108" y="325183"/>
                  </a:lnTo>
                  <a:lnTo>
                    <a:pt x="163385" y="325183"/>
                  </a:lnTo>
                  <a:lnTo>
                    <a:pt x="178511" y="310057"/>
                  </a:lnTo>
                  <a:lnTo>
                    <a:pt x="178562" y="302475"/>
                  </a:lnTo>
                  <a:close/>
                </a:path>
                <a:path w="179705" h="1116329">
                  <a:moveTo>
                    <a:pt x="179336" y="552132"/>
                  </a:moveTo>
                  <a:lnTo>
                    <a:pt x="172326" y="534301"/>
                  </a:lnTo>
                  <a:lnTo>
                    <a:pt x="172326" y="553478"/>
                  </a:lnTo>
                  <a:lnTo>
                    <a:pt x="172326" y="562622"/>
                  </a:lnTo>
                  <a:lnTo>
                    <a:pt x="162445" y="580402"/>
                  </a:lnTo>
                  <a:lnTo>
                    <a:pt x="157302" y="580402"/>
                  </a:lnTo>
                  <a:lnTo>
                    <a:pt x="155092" y="579501"/>
                  </a:lnTo>
                  <a:lnTo>
                    <a:pt x="153619" y="578065"/>
                  </a:lnTo>
                  <a:lnTo>
                    <a:pt x="152590" y="577075"/>
                  </a:lnTo>
                  <a:lnTo>
                    <a:pt x="170370" y="544703"/>
                  </a:lnTo>
                  <a:lnTo>
                    <a:pt x="171818" y="549490"/>
                  </a:lnTo>
                  <a:lnTo>
                    <a:pt x="172326" y="553478"/>
                  </a:lnTo>
                  <a:lnTo>
                    <a:pt x="172326" y="534301"/>
                  </a:lnTo>
                  <a:lnTo>
                    <a:pt x="167386" y="530275"/>
                  </a:lnTo>
                  <a:lnTo>
                    <a:pt x="167106" y="530186"/>
                  </a:lnTo>
                  <a:lnTo>
                    <a:pt x="167106" y="538962"/>
                  </a:lnTo>
                  <a:lnTo>
                    <a:pt x="149326" y="571360"/>
                  </a:lnTo>
                  <a:lnTo>
                    <a:pt x="147878" y="566559"/>
                  </a:lnTo>
                  <a:lnTo>
                    <a:pt x="147370" y="562622"/>
                  </a:lnTo>
                  <a:lnTo>
                    <a:pt x="147370" y="553478"/>
                  </a:lnTo>
                  <a:lnTo>
                    <a:pt x="157302" y="535647"/>
                  </a:lnTo>
                  <a:lnTo>
                    <a:pt x="162445" y="535647"/>
                  </a:lnTo>
                  <a:lnTo>
                    <a:pt x="164668" y="536562"/>
                  </a:lnTo>
                  <a:lnTo>
                    <a:pt x="167106" y="538962"/>
                  </a:lnTo>
                  <a:lnTo>
                    <a:pt x="167106" y="530186"/>
                  </a:lnTo>
                  <a:lnTo>
                    <a:pt x="163906" y="529094"/>
                  </a:lnTo>
                  <a:lnTo>
                    <a:pt x="155841" y="529094"/>
                  </a:lnTo>
                  <a:lnTo>
                    <a:pt x="140360" y="552132"/>
                  </a:lnTo>
                  <a:lnTo>
                    <a:pt x="140360" y="564032"/>
                  </a:lnTo>
                  <a:lnTo>
                    <a:pt x="155841" y="586955"/>
                  </a:lnTo>
                  <a:lnTo>
                    <a:pt x="163906" y="586955"/>
                  </a:lnTo>
                  <a:lnTo>
                    <a:pt x="179336" y="564032"/>
                  </a:lnTo>
                  <a:lnTo>
                    <a:pt x="179336" y="552132"/>
                  </a:lnTo>
                  <a:close/>
                </a:path>
                <a:path w="179705" h="1116329">
                  <a:moveTo>
                    <a:pt x="179374" y="1081227"/>
                  </a:moveTo>
                  <a:lnTo>
                    <a:pt x="172364" y="1063409"/>
                  </a:lnTo>
                  <a:lnTo>
                    <a:pt x="172364" y="1082586"/>
                  </a:lnTo>
                  <a:lnTo>
                    <a:pt x="172364" y="1091730"/>
                  </a:lnTo>
                  <a:lnTo>
                    <a:pt x="162483" y="1109510"/>
                  </a:lnTo>
                  <a:lnTo>
                    <a:pt x="157340" y="1109510"/>
                  </a:lnTo>
                  <a:lnTo>
                    <a:pt x="155130" y="1108595"/>
                  </a:lnTo>
                  <a:lnTo>
                    <a:pt x="153657" y="1107173"/>
                  </a:lnTo>
                  <a:lnTo>
                    <a:pt x="152628" y="1106170"/>
                  </a:lnTo>
                  <a:lnTo>
                    <a:pt x="170408" y="1073797"/>
                  </a:lnTo>
                  <a:lnTo>
                    <a:pt x="171856" y="1078585"/>
                  </a:lnTo>
                  <a:lnTo>
                    <a:pt x="172364" y="1082586"/>
                  </a:lnTo>
                  <a:lnTo>
                    <a:pt x="172364" y="1063409"/>
                  </a:lnTo>
                  <a:lnTo>
                    <a:pt x="167424" y="1059383"/>
                  </a:lnTo>
                  <a:lnTo>
                    <a:pt x="167144" y="1059294"/>
                  </a:lnTo>
                  <a:lnTo>
                    <a:pt x="167144" y="1068070"/>
                  </a:lnTo>
                  <a:lnTo>
                    <a:pt x="149364" y="1100455"/>
                  </a:lnTo>
                  <a:lnTo>
                    <a:pt x="147916" y="1095667"/>
                  </a:lnTo>
                  <a:lnTo>
                    <a:pt x="147408" y="1091730"/>
                  </a:lnTo>
                  <a:lnTo>
                    <a:pt x="147408" y="1082586"/>
                  </a:lnTo>
                  <a:lnTo>
                    <a:pt x="157340" y="1064755"/>
                  </a:lnTo>
                  <a:lnTo>
                    <a:pt x="162483" y="1064755"/>
                  </a:lnTo>
                  <a:lnTo>
                    <a:pt x="164706" y="1065657"/>
                  </a:lnTo>
                  <a:lnTo>
                    <a:pt x="167144" y="1068070"/>
                  </a:lnTo>
                  <a:lnTo>
                    <a:pt x="167144" y="1059294"/>
                  </a:lnTo>
                  <a:lnTo>
                    <a:pt x="163931" y="1058202"/>
                  </a:lnTo>
                  <a:lnTo>
                    <a:pt x="155879" y="1058202"/>
                  </a:lnTo>
                  <a:lnTo>
                    <a:pt x="140385" y="1081227"/>
                  </a:lnTo>
                  <a:lnTo>
                    <a:pt x="140385" y="1093139"/>
                  </a:lnTo>
                  <a:lnTo>
                    <a:pt x="155879" y="1116063"/>
                  </a:lnTo>
                  <a:lnTo>
                    <a:pt x="163931" y="1116063"/>
                  </a:lnTo>
                  <a:lnTo>
                    <a:pt x="179374" y="1093139"/>
                  </a:lnTo>
                  <a:lnTo>
                    <a:pt x="179374" y="1081227"/>
                  </a:lnTo>
                  <a:close/>
                </a:path>
                <a:path w="179705" h="1116329">
                  <a:moveTo>
                    <a:pt x="179374" y="23025"/>
                  </a:moveTo>
                  <a:lnTo>
                    <a:pt x="178600" y="17881"/>
                  </a:lnTo>
                  <a:lnTo>
                    <a:pt x="175475" y="9245"/>
                  </a:lnTo>
                  <a:lnTo>
                    <a:pt x="175234" y="8890"/>
                  </a:lnTo>
                  <a:lnTo>
                    <a:pt x="173672" y="6540"/>
                  </a:lnTo>
                  <a:lnTo>
                    <a:pt x="173240" y="5905"/>
                  </a:lnTo>
                  <a:lnTo>
                    <a:pt x="172364" y="5194"/>
                  </a:lnTo>
                  <a:lnTo>
                    <a:pt x="172364" y="24371"/>
                  </a:lnTo>
                  <a:lnTo>
                    <a:pt x="172364" y="33528"/>
                  </a:lnTo>
                  <a:lnTo>
                    <a:pt x="162483" y="51308"/>
                  </a:lnTo>
                  <a:lnTo>
                    <a:pt x="157340" y="51308"/>
                  </a:lnTo>
                  <a:lnTo>
                    <a:pt x="155130" y="50393"/>
                  </a:lnTo>
                  <a:lnTo>
                    <a:pt x="153657" y="48958"/>
                  </a:lnTo>
                  <a:lnTo>
                    <a:pt x="152628" y="47967"/>
                  </a:lnTo>
                  <a:lnTo>
                    <a:pt x="170408" y="15595"/>
                  </a:lnTo>
                  <a:lnTo>
                    <a:pt x="171856" y="20383"/>
                  </a:lnTo>
                  <a:lnTo>
                    <a:pt x="172364" y="24371"/>
                  </a:lnTo>
                  <a:lnTo>
                    <a:pt x="172364" y="5194"/>
                  </a:lnTo>
                  <a:lnTo>
                    <a:pt x="167424" y="1181"/>
                  </a:lnTo>
                  <a:lnTo>
                    <a:pt x="167144" y="1092"/>
                  </a:lnTo>
                  <a:lnTo>
                    <a:pt x="167144" y="9855"/>
                  </a:lnTo>
                  <a:lnTo>
                    <a:pt x="149364" y="42252"/>
                  </a:lnTo>
                  <a:lnTo>
                    <a:pt x="147916" y="37465"/>
                  </a:lnTo>
                  <a:lnTo>
                    <a:pt x="147408" y="33528"/>
                  </a:lnTo>
                  <a:lnTo>
                    <a:pt x="147408" y="24371"/>
                  </a:lnTo>
                  <a:lnTo>
                    <a:pt x="157340" y="6540"/>
                  </a:lnTo>
                  <a:lnTo>
                    <a:pt x="162483" y="6540"/>
                  </a:lnTo>
                  <a:lnTo>
                    <a:pt x="164706" y="7454"/>
                  </a:lnTo>
                  <a:lnTo>
                    <a:pt x="167144" y="9855"/>
                  </a:lnTo>
                  <a:lnTo>
                    <a:pt x="167144" y="1092"/>
                  </a:lnTo>
                  <a:lnTo>
                    <a:pt x="163931" y="0"/>
                  </a:lnTo>
                  <a:lnTo>
                    <a:pt x="155879" y="0"/>
                  </a:lnTo>
                  <a:lnTo>
                    <a:pt x="140385" y="23025"/>
                  </a:lnTo>
                  <a:lnTo>
                    <a:pt x="140385" y="34925"/>
                  </a:lnTo>
                  <a:lnTo>
                    <a:pt x="155879" y="57848"/>
                  </a:lnTo>
                  <a:lnTo>
                    <a:pt x="163931" y="57848"/>
                  </a:lnTo>
                  <a:lnTo>
                    <a:pt x="179374" y="34925"/>
                  </a:lnTo>
                  <a:lnTo>
                    <a:pt x="179374" y="23025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75487" y="3197389"/>
              <a:ext cx="209550" cy="53975"/>
            </a:xfrm>
            <a:custGeom>
              <a:avLst/>
              <a:gdLst/>
              <a:ahLst/>
              <a:cxnLst/>
              <a:rect l="l" t="t" r="r" b="b"/>
              <a:pathLst>
                <a:path w="209550" h="53975">
                  <a:moveTo>
                    <a:pt x="36207" y="21386"/>
                  </a:moveTo>
                  <a:lnTo>
                    <a:pt x="35483" y="16611"/>
                  </a:lnTo>
                  <a:lnTo>
                    <a:pt x="32588" y="8597"/>
                  </a:lnTo>
                  <a:lnTo>
                    <a:pt x="32359" y="8255"/>
                  </a:lnTo>
                  <a:lnTo>
                    <a:pt x="30911" y="6083"/>
                  </a:lnTo>
                  <a:lnTo>
                    <a:pt x="30505" y="5499"/>
                  </a:lnTo>
                  <a:lnTo>
                    <a:pt x="29692" y="4838"/>
                  </a:lnTo>
                  <a:lnTo>
                    <a:pt x="29692" y="22644"/>
                  </a:lnTo>
                  <a:lnTo>
                    <a:pt x="29692" y="31140"/>
                  </a:lnTo>
                  <a:lnTo>
                    <a:pt x="20523" y="47650"/>
                  </a:lnTo>
                  <a:lnTo>
                    <a:pt x="15735" y="47650"/>
                  </a:lnTo>
                  <a:lnTo>
                    <a:pt x="13690" y="46799"/>
                  </a:lnTo>
                  <a:lnTo>
                    <a:pt x="12319" y="45478"/>
                  </a:lnTo>
                  <a:lnTo>
                    <a:pt x="11379" y="44551"/>
                  </a:lnTo>
                  <a:lnTo>
                    <a:pt x="27876" y="14490"/>
                  </a:lnTo>
                  <a:lnTo>
                    <a:pt x="29222" y="18935"/>
                  </a:lnTo>
                  <a:lnTo>
                    <a:pt x="29692" y="22644"/>
                  </a:lnTo>
                  <a:lnTo>
                    <a:pt x="29692" y="4838"/>
                  </a:lnTo>
                  <a:lnTo>
                    <a:pt x="25107" y="1104"/>
                  </a:lnTo>
                  <a:lnTo>
                    <a:pt x="24853" y="1028"/>
                  </a:lnTo>
                  <a:lnTo>
                    <a:pt x="24853" y="9169"/>
                  </a:lnTo>
                  <a:lnTo>
                    <a:pt x="8331" y="39243"/>
                  </a:lnTo>
                  <a:lnTo>
                    <a:pt x="6997" y="34798"/>
                  </a:lnTo>
                  <a:lnTo>
                    <a:pt x="6527" y="31140"/>
                  </a:lnTo>
                  <a:lnTo>
                    <a:pt x="6527" y="22644"/>
                  </a:lnTo>
                  <a:lnTo>
                    <a:pt x="15735" y="6083"/>
                  </a:lnTo>
                  <a:lnTo>
                    <a:pt x="20523" y="6083"/>
                  </a:lnTo>
                  <a:lnTo>
                    <a:pt x="22580" y="6934"/>
                  </a:lnTo>
                  <a:lnTo>
                    <a:pt x="24853" y="9169"/>
                  </a:lnTo>
                  <a:lnTo>
                    <a:pt x="24853" y="1028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86"/>
                  </a:lnTo>
                  <a:lnTo>
                    <a:pt x="0" y="32435"/>
                  </a:lnTo>
                  <a:lnTo>
                    <a:pt x="14389" y="53733"/>
                  </a:lnTo>
                  <a:lnTo>
                    <a:pt x="21869" y="53733"/>
                  </a:lnTo>
                  <a:lnTo>
                    <a:pt x="36207" y="32435"/>
                  </a:lnTo>
                  <a:lnTo>
                    <a:pt x="36207" y="21386"/>
                  </a:lnTo>
                  <a:close/>
                </a:path>
                <a:path w="209550" h="53975">
                  <a:moveTo>
                    <a:pt x="66040" y="43738"/>
                  </a:moveTo>
                  <a:lnTo>
                    <a:pt x="57061" y="43738"/>
                  </a:lnTo>
                  <a:lnTo>
                    <a:pt x="57061" y="52565"/>
                  </a:lnTo>
                  <a:lnTo>
                    <a:pt x="66040" y="52565"/>
                  </a:lnTo>
                  <a:lnTo>
                    <a:pt x="66040" y="43738"/>
                  </a:lnTo>
                  <a:close/>
                </a:path>
                <a:path w="209550" h="53975">
                  <a:moveTo>
                    <a:pt x="123088" y="34734"/>
                  </a:moveTo>
                  <a:lnTo>
                    <a:pt x="121996" y="31661"/>
                  </a:lnTo>
                  <a:lnTo>
                    <a:pt x="118846" y="28168"/>
                  </a:lnTo>
                  <a:lnTo>
                    <a:pt x="117602" y="26784"/>
                  </a:lnTo>
                  <a:lnTo>
                    <a:pt x="116573" y="26212"/>
                  </a:lnTo>
                  <a:lnTo>
                    <a:pt x="116573" y="35102"/>
                  </a:lnTo>
                  <a:lnTo>
                    <a:pt x="116573" y="41325"/>
                  </a:lnTo>
                  <a:lnTo>
                    <a:pt x="115493" y="43726"/>
                  </a:lnTo>
                  <a:lnTo>
                    <a:pt x="111150" y="46863"/>
                  </a:lnTo>
                  <a:lnTo>
                    <a:pt x="108369" y="47650"/>
                  </a:lnTo>
                  <a:lnTo>
                    <a:pt x="101612" y="47650"/>
                  </a:lnTo>
                  <a:lnTo>
                    <a:pt x="98831" y="46863"/>
                  </a:lnTo>
                  <a:lnTo>
                    <a:pt x="94488" y="43726"/>
                  </a:lnTo>
                  <a:lnTo>
                    <a:pt x="93408" y="41325"/>
                  </a:lnTo>
                  <a:lnTo>
                    <a:pt x="93408" y="35102"/>
                  </a:lnTo>
                  <a:lnTo>
                    <a:pt x="94386" y="32689"/>
                  </a:lnTo>
                  <a:lnTo>
                    <a:pt x="98298" y="29070"/>
                  </a:lnTo>
                  <a:lnTo>
                    <a:pt x="101180" y="28168"/>
                  </a:lnTo>
                  <a:lnTo>
                    <a:pt x="108851" y="28168"/>
                  </a:lnTo>
                  <a:lnTo>
                    <a:pt x="111747" y="29070"/>
                  </a:lnTo>
                  <a:lnTo>
                    <a:pt x="115608" y="32689"/>
                  </a:lnTo>
                  <a:lnTo>
                    <a:pt x="116573" y="35102"/>
                  </a:lnTo>
                  <a:lnTo>
                    <a:pt x="116573" y="26212"/>
                  </a:lnTo>
                  <a:lnTo>
                    <a:pt x="115684" y="25704"/>
                  </a:lnTo>
                  <a:lnTo>
                    <a:pt x="114642" y="25133"/>
                  </a:lnTo>
                  <a:lnTo>
                    <a:pt x="113728" y="24917"/>
                  </a:lnTo>
                  <a:lnTo>
                    <a:pt x="110782" y="25704"/>
                  </a:lnTo>
                  <a:lnTo>
                    <a:pt x="113677" y="24917"/>
                  </a:lnTo>
                  <a:lnTo>
                    <a:pt x="114896" y="24257"/>
                  </a:lnTo>
                  <a:lnTo>
                    <a:pt x="116166" y="23545"/>
                  </a:lnTo>
                  <a:lnTo>
                    <a:pt x="117284" y="22377"/>
                  </a:lnTo>
                  <a:lnTo>
                    <a:pt x="119735" y="19837"/>
                  </a:lnTo>
                  <a:lnTo>
                    <a:pt x="120624" y="17310"/>
                  </a:lnTo>
                  <a:lnTo>
                    <a:pt x="120624" y="11417"/>
                  </a:lnTo>
                  <a:lnTo>
                    <a:pt x="119964" y="9004"/>
                  </a:lnTo>
                  <a:lnTo>
                    <a:pt x="118135" y="6083"/>
                  </a:lnTo>
                  <a:lnTo>
                    <a:pt x="117309" y="4762"/>
                  </a:lnTo>
                  <a:lnTo>
                    <a:pt x="115468" y="3086"/>
                  </a:lnTo>
                  <a:lnTo>
                    <a:pt x="114109" y="2387"/>
                  </a:lnTo>
                  <a:lnTo>
                    <a:pt x="114109" y="16878"/>
                  </a:lnTo>
                  <a:lnTo>
                    <a:pt x="113284" y="18935"/>
                  </a:lnTo>
                  <a:lnTo>
                    <a:pt x="109943" y="21691"/>
                  </a:lnTo>
                  <a:lnTo>
                    <a:pt x="107746" y="22377"/>
                  </a:lnTo>
                  <a:lnTo>
                    <a:pt x="102235" y="22377"/>
                  </a:lnTo>
                  <a:lnTo>
                    <a:pt x="100025" y="21691"/>
                  </a:lnTo>
                  <a:lnTo>
                    <a:pt x="96697" y="18935"/>
                  </a:lnTo>
                  <a:lnTo>
                    <a:pt x="95872" y="16878"/>
                  </a:lnTo>
                  <a:lnTo>
                    <a:pt x="95973" y="11417"/>
                  </a:lnTo>
                  <a:lnTo>
                    <a:pt x="96685" y="9702"/>
                  </a:lnTo>
                  <a:lnTo>
                    <a:pt x="99974" y="6807"/>
                  </a:lnTo>
                  <a:lnTo>
                    <a:pt x="102196" y="6083"/>
                  </a:lnTo>
                  <a:lnTo>
                    <a:pt x="107835" y="6083"/>
                  </a:lnTo>
                  <a:lnTo>
                    <a:pt x="110070" y="6807"/>
                  </a:lnTo>
                  <a:lnTo>
                    <a:pt x="113309" y="9702"/>
                  </a:lnTo>
                  <a:lnTo>
                    <a:pt x="114007" y="11417"/>
                  </a:lnTo>
                  <a:lnTo>
                    <a:pt x="114109" y="16878"/>
                  </a:lnTo>
                  <a:lnTo>
                    <a:pt x="114109" y="2387"/>
                  </a:lnTo>
                  <a:lnTo>
                    <a:pt x="110731" y="622"/>
                  </a:lnTo>
                  <a:lnTo>
                    <a:pt x="108026" y="0"/>
                  </a:lnTo>
                  <a:lnTo>
                    <a:pt x="101955" y="0"/>
                  </a:lnTo>
                  <a:lnTo>
                    <a:pt x="89357" y="11417"/>
                  </a:lnTo>
                  <a:lnTo>
                    <a:pt x="89357" y="17310"/>
                  </a:lnTo>
                  <a:lnTo>
                    <a:pt x="90258" y="19837"/>
                  </a:lnTo>
                  <a:lnTo>
                    <a:pt x="93878" y="23545"/>
                  </a:lnTo>
                  <a:lnTo>
                    <a:pt x="96304" y="24917"/>
                  </a:lnTo>
                  <a:lnTo>
                    <a:pt x="95389" y="25133"/>
                  </a:lnTo>
                  <a:lnTo>
                    <a:pt x="92443" y="26784"/>
                  </a:lnTo>
                  <a:lnTo>
                    <a:pt x="87998" y="31661"/>
                  </a:lnTo>
                  <a:lnTo>
                    <a:pt x="86893" y="34734"/>
                  </a:lnTo>
                  <a:lnTo>
                    <a:pt x="86893" y="41783"/>
                  </a:lnTo>
                  <a:lnTo>
                    <a:pt x="101612" y="53733"/>
                  </a:lnTo>
                  <a:lnTo>
                    <a:pt x="108419" y="53733"/>
                  </a:lnTo>
                  <a:lnTo>
                    <a:pt x="111493" y="53149"/>
                  </a:lnTo>
                  <a:lnTo>
                    <a:pt x="116954" y="50838"/>
                  </a:lnTo>
                  <a:lnTo>
                    <a:pt x="119113" y="49123"/>
                  </a:lnTo>
                  <a:lnTo>
                    <a:pt x="120142" y="47650"/>
                  </a:lnTo>
                  <a:lnTo>
                    <a:pt x="122301" y="44577"/>
                  </a:lnTo>
                  <a:lnTo>
                    <a:pt x="123088" y="41783"/>
                  </a:lnTo>
                  <a:lnTo>
                    <a:pt x="123088" y="34734"/>
                  </a:lnTo>
                  <a:close/>
                </a:path>
                <a:path w="209550" h="53975">
                  <a:moveTo>
                    <a:pt x="165811" y="1168"/>
                  </a:moveTo>
                  <a:lnTo>
                    <a:pt x="131051" y="1168"/>
                  </a:lnTo>
                  <a:lnTo>
                    <a:pt x="131051" y="7251"/>
                  </a:lnTo>
                  <a:lnTo>
                    <a:pt x="159004" y="7251"/>
                  </a:lnTo>
                  <a:lnTo>
                    <a:pt x="155194" y="11633"/>
                  </a:lnTo>
                  <a:lnTo>
                    <a:pt x="140614" y="47256"/>
                  </a:lnTo>
                  <a:lnTo>
                    <a:pt x="140614" y="52565"/>
                  </a:lnTo>
                  <a:lnTo>
                    <a:pt x="147269" y="52565"/>
                  </a:lnTo>
                  <a:lnTo>
                    <a:pt x="147269" y="48221"/>
                  </a:lnTo>
                  <a:lnTo>
                    <a:pt x="147637" y="44081"/>
                  </a:lnTo>
                  <a:lnTo>
                    <a:pt x="165811" y="6807"/>
                  </a:lnTo>
                  <a:lnTo>
                    <a:pt x="165811" y="1168"/>
                  </a:lnTo>
                  <a:close/>
                </a:path>
                <a:path w="209550" h="53975">
                  <a:moveTo>
                    <a:pt x="209245" y="32639"/>
                  </a:moveTo>
                  <a:lnTo>
                    <a:pt x="208661" y="30048"/>
                  </a:lnTo>
                  <a:lnTo>
                    <a:pt x="208559" y="29591"/>
                  </a:lnTo>
                  <a:lnTo>
                    <a:pt x="205841" y="24333"/>
                  </a:lnTo>
                  <a:lnTo>
                    <a:pt x="204000" y="22326"/>
                  </a:lnTo>
                  <a:lnTo>
                    <a:pt x="203885" y="22199"/>
                  </a:lnTo>
                  <a:lnTo>
                    <a:pt x="198907" y="19151"/>
                  </a:lnTo>
                  <a:lnTo>
                    <a:pt x="196024" y="18389"/>
                  </a:lnTo>
                  <a:lnTo>
                    <a:pt x="191249" y="18389"/>
                  </a:lnTo>
                  <a:lnTo>
                    <a:pt x="182626" y="22542"/>
                  </a:lnTo>
                  <a:lnTo>
                    <a:pt x="184492" y="7251"/>
                  </a:lnTo>
                  <a:lnTo>
                    <a:pt x="206133" y="7251"/>
                  </a:lnTo>
                  <a:lnTo>
                    <a:pt x="206133" y="1168"/>
                  </a:lnTo>
                  <a:lnTo>
                    <a:pt x="178765" y="1168"/>
                  </a:lnTo>
                  <a:lnTo>
                    <a:pt x="175425" y="29591"/>
                  </a:lnTo>
                  <a:lnTo>
                    <a:pt x="175361" y="30048"/>
                  </a:lnTo>
                  <a:lnTo>
                    <a:pt x="182029" y="30048"/>
                  </a:lnTo>
                  <a:lnTo>
                    <a:pt x="182854" y="28219"/>
                  </a:lnTo>
                  <a:lnTo>
                    <a:pt x="184188" y="26809"/>
                  </a:lnTo>
                  <a:lnTo>
                    <a:pt x="185305" y="26212"/>
                  </a:lnTo>
                  <a:lnTo>
                    <a:pt x="187909" y="24828"/>
                  </a:lnTo>
                  <a:lnTo>
                    <a:pt x="189852" y="24333"/>
                  </a:lnTo>
                  <a:lnTo>
                    <a:pt x="194144" y="24333"/>
                  </a:lnTo>
                  <a:lnTo>
                    <a:pt x="202730" y="33642"/>
                  </a:lnTo>
                  <a:lnTo>
                    <a:pt x="202730" y="39687"/>
                  </a:lnTo>
                  <a:lnTo>
                    <a:pt x="201714" y="42545"/>
                  </a:lnTo>
                  <a:lnTo>
                    <a:pt x="197726" y="46621"/>
                  </a:lnTo>
                  <a:lnTo>
                    <a:pt x="195059" y="47650"/>
                  </a:lnTo>
                  <a:lnTo>
                    <a:pt x="188785" y="47650"/>
                  </a:lnTo>
                  <a:lnTo>
                    <a:pt x="181013" y="38887"/>
                  </a:lnTo>
                  <a:lnTo>
                    <a:pt x="174498" y="39319"/>
                  </a:lnTo>
                  <a:lnTo>
                    <a:pt x="188404" y="53733"/>
                  </a:lnTo>
                  <a:lnTo>
                    <a:pt x="195160" y="53733"/>
                  </a:lnTo>
                  <a:lnTo>
                    <a:pt x="198183" y="52984"/>
                  </a:lnTo>
                  <a:lnTo>
                    <a:pt x="203441" y="49987"/>
                  </a:lnTo>
                  <a:lnTo>
                    <a:pt x="205511" y="47904"/>
                  </a:lnTo>
                  <a:lnTo>
                    <a:pt x="205651" y="47650"/>
                  </a:lnTo>
                  <a:lnTo>
                    <a:pt x="208508" y="42545"/>
                  </a:lnTo>
                  <a:lnTo>
                    <a:pt x="209207" y="39687"/>
                  </a:lnTo>
                  <a:lnTo>
                    <a:pt x="209245" y="32639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18968" y="3255524"/>
              <a:ext cx="1314402" cy="1069345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961301" y="3136125"/>
              <a:ext cx="211270" cy="53723"/>
            </a:xfrm>
            <a:prstGeom prst="rect">
              <a:avLst/>
            </a:prstGeom>
          </p:spPr>
        </p:pic>
      </p:grpSp>
      <p:sp>
        <p:nvSpPr>
          <p:cNvPr id="136" name="object 136"/>
          <p:cNvSpPr txBox="1"/>
          <p:nvPr/>
        </p:nvSpPr>
        <p:spPr>
          <a:xfrm>
            <a:off x="2162623" y="3103585"/>
            <a:ext cx="69215" cy="1000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spc="-155" dirty="0">
                <a:solidFill>
                  <a:srgbClr val="0369A1"/>
                </a:solidFill>
                <a:latin typeface="HGGothicE"/>
                <a:cs typeface="HGGothicE"/>
              </a:rPr>
              <a:t>★</a:t>
            </a:r>
            <a:endParaRPr sz="550">
              <a:latin typeface="HGGothicE"/>
              <a:cs typeface="HGGothicE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2690355" y="4456430"/>
            <a:ext cx="800517" cy="2522220"/>
            <a:chOff x="2378177" y="3108276"/>
            <a:chExt cx="546100" cy="1133475"/>
          </a:xfrm>
        </p:grpSpPr>
        <p:sp>
          <p:nvSpPr>
            <p:cNvPr id="138" name="object 138"/>
            <p:cNvSpPr/>
            <p:nvPr/>
          </p:nvSpPr>
          <p:spPr>
            <a:xfrm>
              <a:off x="2378177" y="3227675"/>
              <a:ext cx="250825" cy="1014094"/>
            </a:xfrm>
            <a:custGeom>
              <a:avLst/>
              <a:gdLst/>
              <a:ahLst/>
              <a:cxnLst/>
              <a:rect l="l" t="t" r="r" b="b"/>
              <a:pathLst>
                <a:path w="250825" h="1014095">
                  <a:moveTo>
                    <a:pt x="236134" y="0"/>
                  </a:moveTo>
                  <a:lnTo>
                    <a:pt x="16709" y="0"/>
                  </a:lnTo>
                  <a:lnTo>
                    <a:pt x="14493" y="0"/>
                  </a:lnTo>
                  <a:lnTo>
                    <a:pt x="12362" y="424"/>
                  </a:lnTo>
                  <a:lnTo>
                    <a:pt x="0" y="14493"/>
                  </a:lnTo>
                  <a:lnTo>
                    <a:pt x="0" y="999157"/>
                  </a:lnTo>
                  <a:lnTo>
                    <a:pt x="14493" y="1013650"/>
                  </a:lnTo>
                  <a:lnTo>
                    <a:pt x="236134" y="1013650"/>
                  </a:lnTo>
                  <a:lnTo>
                    <a:pt x="250628" y="999157"/>
                  </a:lnTo>
                  <a:lnTo>
                    <a:pt x="250628" y="14493"/>
                  </a:lnTo>
                  <a:lnTo>
                    <a:pt x="238267" y="424"/>
                  </a:lnTo>
                  <a:lnTo>
                    <a:pt x="236134" y="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673362" y="3606402"/>
              <a:ext cx="250825" cy="635000"/>
            </a:xfrm>
            <a:custGeom>
              <a:avLst/>
              <a:gdLst/>
              <a:ahLst/>
              <a:cxnLst/>
              <a:rect l="l" t="t" r="r" b="b"/>
              <a:pathLst>
                <a:path w="250825" h="635000">
                  <a:moveTo>
                    <a:pt x="236134" y="0"/>
                  </a:moveTo>
                  <a:lnTo>
                    <a:pt x="16708" y="0"/>
                  </a:lnTo>
                  <a:lnTo>
                    <a:pt x="14491" y="0"/>
                  </a:lnTo>
                  <a:lnTo>
                    <a:pt x="12360" y="424"/>
                  </a:lnTo>
                  <a:lnTo>
                    <a:pt x="0" y="14493"/>
                  </a:lnTo>
                  <a:lnTo>
                    <a:pt x="0" y="620430"/>
                  </a:lnTo>
                  <a:lnTo>
                    <a:pt x="14491" y="634923"/>
                  </a:lnTo>
                  <a:lnTo>
                    <a:pt x="236134" y="634923"/>
                  </a:lnTo>
                  <a:lnTo>
                    <a:pt x="250626" y="620430"/>
                  </a:lnTo>
                  <a:lnTo>
                    <a:pt x="250626" y="14493"/>
                  </a:lnTo>
                  <a:lnTo>
                    <a:pt x="238265" y="424"/>
                  </a:lnTo>
                  <a:lnTo>
                    <a:pt x="236134" y="0"/>
                  </a:lnTo>
                  <a:close/>
                </a:path>
              </a:pathLst>
            </a:custGeom>
            <a:solidFill>
              <a:srgbClr val="0EA5E9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379014" y="3108286"/>
              <a:ext cx="210185" cy="53975"/>
            </a:xfrm>
            <a:custGeom>
              <a:avLst/>
              <a:gdLst/>
              <a:ahLst/>
              <a:cxnLst/>
              <a:rect l="l" t="t" r="r" b="b"/>
              <a:pathLst>
                <a:path w="210185" h="53975">
                  <a:moveTo>
                    <a:pt x="37058" y="21374"/>
                  </a:moveTo>
                  <a:lnTo>
                    <a:pt x="36322" y="16598"/>
                  </a:lnTo>
                  <a:lnTo>
                    <a:pt x="33578" y="9118"/>
                  </a:lnTo>
                  <a:lnTo>
                    <a:pt x="33515" y="8940"/>
                  </a:lnTo>
                  <a:lnTo>
                    <a:pt x="33375" y="8547"/>
                  </a:lnTo>
                  <a:lnTo>
                    <a:pt x="31254" y="5448"/>
                  </a:lnTo>
                  <a:lnTo>
                    <a:pt x="26466" y="1676"/>
                  </a:lnTo>
                  <a:lnTo>
                    <a:pt x="26466" y="22948"/>
                  </a:lnTo>
                  <a:lnTo>
                    <a:pt x="26466" y="30835"/>
                  </a:lnTo>
                  <a:lnTo>
                    <a:pt x="20218" y="44602"/>
                  </a:lnTo>
                  <a:lnTo>
                    <a:pt x="16891" y="44602"/>
                  </a:lnTo>
                  <a:lnTo>
                    <a:pt x="15468" y="43942"/>
                  </a:lnTo>
                  <a:lnTo>
                    <a:pt x="13601" y="41897"/>
                  </a:lnTo>
                  <a:lnTo>
                    <a:pt x="12166" y="44602"/>
                  </a:lnTo>
                  <a:lnTo>
                    <a:pt x="12065" y="44767"/>
                  </a:lnTo>
                  <a:lnTo>
                    <a:pt x="13601" y="41897"/>
                  </a:lnTo>
                  <a:lnTo>
                    <a:pt x="25908" y="18669"/>
                  </a:lnTo>
                  <a:lnTo>
                    <a:pt x="26149" y="19646"/>
                  </a:lnTo>
                  <a:lnTo>
                    <a:pt x="26466" y="22948"/>
                  </a:lnTo>
                  <a:lnTo>
                    <a:pt x="26466" y="1676"/>
                  </a:lnTo>
                  <a:lnTo>
                    <a:pt x="25730" y="1092"/>
                  </a:lnTo>
                  <a:lnTo>
                    <a:pt x="23456" y="355"/>
                  </a:lnTo>
                  <a:lnTo>
                    <a:pt x="23456" y="11823"/>
                  </a:lnTo>
                  <a:lnTo>
                    <a:pt x="11137" y="35052"/>
                  </a:lnTo>
                  <a:lnTo>
                    <a:pt x="10909" y="34112"/>
                  </a:lnTo>
                  <a:lnTo>
                    <a:pt x="10591" y="30835"/>
                  </a:lnTo>
                  <a:lnTo>
                    <a:pt x="10591" y="22948"/>
                  </a:lnTo>
                  <a:lnTo>
                    <a:pt x="16891" y="9118"/>
                  </a:lnTo>
                  <a:lnTo>
                    <a:pt x="20218" y="9118"/>
                  </a:lnTo>
                  <a:lnTo>
                    <a:pt x="21640" y="9779"/>
                  </a:lnTo>
                  <a:lnTo>
                    <a:pt x="23456" y="11823"/>
                  </a:lnTo>
                  <a:lnTo>
                    <a:pt x="23456" y="355"/>
                  </a:lnTo>
                  <a:lnTo>
                    <a:pt x="22415" y="0"/>
                  </a:lnTo>
                  <a:lnTo>
                    <a:pt x="14668" y="0"/>
                  </a:lnTo>
                  <a:lnTo>
                    <a:pt x="0" y="21374"/>
                  </a:lnTo>
                  <a:lnTo>
                    <a:pt x="0" y="32461"/>
                  </a:lnTo>
                  <a:lnTo>
                    <a:pt x="14668" y="53721"/>
                  </a:lnTo>
                  <a:lnTo>
                    <a:pt x="22415" y="53721"/>
                  </a:lnTo>
                  <a:lnTo>
                    <a:pt x="25730" y="52641"/>
                  </a:lnTo>
                  <a:lnTo>
                    <a:pt x="31254" y="48323"/>
                  </a:lnTo>
                  <a:lnTo>
                    <a:pt x="33375" y="45237"/>
                  </a:lnTo>
                  <a:lnTo>
                    <a:pt x="33540" y="44767"/>
                  </a:lnTo>
                  <a:lnTo>
                    <a:pt x="33604" y="44602"/>
                  </a:lnTo>
                  <a:lnTo>
                    <a:pt x="36322" y="37236"/>
                  </a:lnTo>
                  <a:lnTo>
                    <a:pt x="37058" y="32461"/>
                  </a:lnTo>
                  <a:lnTo>
                    <a:pt x="37058" y="21374"/>
                  </a:lnTo>
                  <a:close/>
                </a:path>
                <a:path w="210185" h="53975">
                  <a:moveTo>
                    <a:pt x="67678" y="41643"/>
                  </a:moveTo>
                  <a:lnTo>
                    <a:pt x="56261" y="41643"/>
                  </a:lnTo>
                  <a:lnTo>
                    <a:pt x="56261" y="52565"/>
                  </a:lnTo>
                  <a:lnTo>
                    <a:pt x="67678" y="52565"/>
                  </a:lnTo>
                  <a:lnTo>
                    <a:pt x="67678" y="41643"/>
                  </a:lnTo>
                  <a:close/>
                </a:path>
                <a:path w="210185" h="53975">
                  <a:moveTo>
                    <a:pt x="124383" y="18376"/>
                  </a:moveTo>
                  <a:lnTo>
                    <a:pt x="123863" y="15341"/>
                  </a:lnTo>
                  <a:lnTo>
                    <a:pt x="123761" y="14770"/>
                  </a:lnTo>
                  <a:lnTo>
                    <a:pt x="123659" y="14147"/>
                  </a:lnTo>
                  <a:lnTo>
                    <a:pt x="121627" y="9296"/>
                  </a:lnTo>
                  <a:lnTo>
                    <a:pt x="120751" y="7188"/>
                  </a:lnTo>
                  <a:lnTo>
                    <a:pt x="118605" y="4546"/>
                  </a:lnTo>
                  <a:lnTo>
                    <a:pt x="113842" y="1485"/>
                  </a:lnTo>
                  <a:lnTo>
                    <a:pt x="113842" y="16510"/>
                  </a:lnTo>
                  <a:lnTo>
                    <a:pt x="113842" y="19939"/>
                  </a:lnTo>
                  <a:lnTo>
                    <a:pt x="106857" y="27051"/>
                  </a:lnTo>
                  <a:lnTo>
                    <a:pt x="102438" y="27051"/>
                  </a:lnTo>
                  <a:lnTo>
                    <a:pt x="100444" y="26238"/>
                  </a:lnTo>
                  <a:lnTo>
                    <a:pt x="97726" y="23025"/>
                  </a:lnTo>
                  <a:lnTo>
                    <a:pt x="97040" y="20891"/>
                  </a:lnTo>
                  <a:lnTo>
                    <a:pt x="97142" y="15024"/>
                  </a:lnTo>
                  <a:lnTo>
                    <a:pt x="97777" y="13119"/>
                  </a:lnTo>
                  <a:lnTo>
                    <a:pt x="100711" y="10058"/>
                  </a:lnTo>
                  <a:lnTo>
                    <a:pt x="102781" y="9296"/>
                  </a:lnTo>
                  <a:lnTo>
                    <a:pt x="107251" y="9296"/>
                  </a:lnTo>
                  <a:lnTo>
                    <a:pt x="108775" y="9690"/>
                  </a:lnTo>
                  <a:lnTo>
                    <a:pt x="111264" y="11277"/>
                  </a:lnTo>
                  <a:lnTo>
                    <a:pt x="112217" y="12344"/>
                  </a:lnTo>
                  <a:lnTo>
                    <a:pt x="113385" y="14770"/>
                  </a:lnTo>
                  <a:lnTo>
                    <a:pt x="113512" y="15024"/>
                  </a:lnTo>
                  <a:lnTo>
                    <a:pt x="113842" y="16510"/>
                  </a:lnTo>
                  <a:lnTo>
                    <a:pt x="113842" y="1485"/>
                  </a:lnTo>
                  <a:lnTo>
                    <a:pt x="112953" y="901"/>
                  </a:lnTo>
                  <a:lnTo>
                    <a:pt x="109448" y="0"/>
                  </a:lnTo>
                  <a:lnTo>
                    <a:pt x="101485" y="0"/>
                  </a:lnTo>
                  <a:lnTo>
                    <a:pt x="98183" y="749"/>
                  </a:lnTo>
                  <a:lnTo>
                    <a:pt x="92544" y="3784"/>
                  </a:lnTo>
                  <a:lnTo>
                    <a:pt x="90347" y="5930"/>
                  </a:lnTo>
                  <a:lnTo>
                    <a:pt x="87337" y="11277"/>
                  </a:lnTo>
                  <a:lnTo>
                    <a:pt x="87223" y="11468"/>
                  </a:lnTo>
                  <a:lnTo>
                    <a:pt x="86448" y="14770"/>
                  </a:lnTo>
                  <a:lnTo>
                    <a:pt x="86448" y="22021"/>
                  </a:lnTo>
                  <a:lnTo>
                    <a:pt x="99771" y="35852"/>
                  </a:lnTo>
                  <a:lnTo>
                    <a:pt x="105791" y="35852"/>
                  </a:lnTo>
                  <a:lnTo>
                    <a:pt x="108064" y="35394"/>
                  </a:lnTo>
                  <a:lnTo>
                    <a:pt x="111887" y="33578"/>
                  </a:lnTo>
                  <a:lnTo>
                    <a:pt x="113449" y="32410"/>
                  </a:lnTo>
                  <a:lnTo>
                    <a:pt x="113792" y="32004"/>
                  </a:lnTo>
                  <a:lnTo>
                    <a:pt x="113588" y="33578"/>
                  </a:lnTo>
                  <a:lnTo>
                    <a:pt x="105537" y="44602"/>
                  </a:lnTo>
                  <a:lnTo>
                    <a:pt x="101485" y="44602"/>
                  </a:lnTo>
                  <a:lnTo>
                    <a:pt x="97091" y="40106"/>
                  </a:lnTo>
                  <a:lnTo>
                    <a:pt x="86664" y="40855"/>
                  </a:lnTo>
                  <a:lnTo>
                    <a:pt x="100025" y="53721"/>
                  </a:lnTo>
                  <a:lnTo>
                    <a:pt x="107200" y="53721"/>
                  </a:lnTo>
                  <a:lnTo>
                    <a:pt x="110413" y="52946"/>
                  </a:lnTo>
                  <a:lnTo>
                    <a:pt x="115722" y="49860"/>
                  </a:lnTo>
                  <a:lnTo>
                    <a:pt x="117894" y="47701"/>
                  </a:lnTo>
                  <a:lnTo>
                    <a:pt x="119761" y="44602"/>
                  </a:lnTo>
                  <a:lnTo>
                    <a:pt x="121234" y="42176"/>
                  </a:lnTo>
                  <a:lnTo>
                    <a:pt x="122453" y="38950"/>
                  </a:lnTo>
                  <a:lnTo>
                    <a:pt x="123825" y="32410"/>
                  </a:lnTo>
                  <a:lnTo>
                    <a:pt x="123913" y="32004"/>
                  </a:lnTo>
                  <a:lnTo>
                    <a:pt x="123990" y="31610"/>
                  </a:lnTo>
                  <a:lnTo>
                    <a:pt x="124345" y="28054"/>
                  </a:lnTo>
                  <a:lnTo>
                    <a:pt x="124383" y="26238"/>
                  </a:lnTo>
                  <a:lnTo>
                    <a:pt x="124383" y="18376"/>
                  </a:lnTo>
                  <a:close/>
                </a:path>
                <a:path w="210185" h="53975">
                  <a:moveTo>
                    <a:pt x="167093" y="39293"/>
                  </a:moveTo>
                  <a:lnTo>
                    <a:pt x="164617" y="25819"/>
                  </a:lnTo>
                  <a:lnTo>
                    <a:pt x="163766" y="24130"/>
                  </a:lnTo>
                  <a:lnTo>
                    <a:pt x="161861" y="22059"/>
                  </a:lnTo>
                  <a:lnTo>
                    <a:pt x="156921" y="19050"/>
                  </a:lnTo>
                  <a:lnTo>
                    <a:pt x="153987" y="18300"/>
                  </a:lnTo>
                  <a:lnTo>
                    <a:pt x="148920" y="18300"/>
                  </a:lnTo>
                  <a:lnTo>
                    <a:pt x="147345" y="18554"/>
                  </a:lnTo>
                  <a:lnTo>
                    <a:pt x="144360" y="19570"/>
                  </a:lnTo>
                  <a:lnTo>
                    <a:pt x="143014" y="20307"/>
                  </a:lnTo>
                  <a:lnTo>
                    <a:pt x="141566" y="21488"/>
                  </a:lnTo>
                  <a:lnTo>
                    <a:pt x="142862" y="10452"/>
                  </a:lnTo>
                  <a:lnTo>
                    <a:pt x="164719" y="10452"/>
                  </a:lnTo>
                  <a:lnTo>
                    <a:pt x="164719" y="1155"/>
                  </a:lnTo>
                  <a:lnTo>
                    <a:pt x="141300" y="1155"/>
                  </a:lnTo>
                  <a:lnTo>
                    <a:pt x="141300" y="23660"/>
                  </a:lnTo>
                  <a:lnTo>
                    <a:pt x="141262" y="24130"/>
                  </a:lnTo>
                  <a:lnTo>
                    <a:pt x="141185" y="24790"/>
                  </a:lnTo>
                  <a:lnTo>
                    <a:pt x="141058" y="25819"/>
                  </a:lnTo>
                  <a:lnTo>
                    <a:pt x="141300" y="23660"/>
                  </a:lnTo>
                  <a:lnTo>
                    <a:pt x="141300" y="1155"/>
                  </a:lnTo>
                  <a:lnTo>
                    <a:pt x="134404" y="1155"/>
                  </a:lnTo>
                  <a:lnTo>
                    <a:pt x="131533" y="28409"/>
                  </a:lnTo>
                  <a:lnTo>
                    <a:pt x="131432" y="29438"/>
                  </a:lnTo>
                  <a:lnTo>
                    <a:pt x="131305" y="30607"/>
                  </a:lnTo>
                  <a:lnTo>
                    <a:pt x="141960" y="31127"/>
                  </a:lnTo>
                  <a:lnTo>
                    <a:pt x="142468" y="29819"/>
                  </a:lnTo>
                  <a:lnTo>
                    <a:pt x="143344" y="28740"/>
                  </a:lnTo>
                  <a:lnTo>
                    <a:pt x="145834" y="27089"/>
                  </a:lnTo>
                  <a:lnTo>
                    <a:pt x="147256" y="26670"/>
                  </a:lnTo>
                  <a:lnTo>
                    <a:pt x="150393" y="26670"/>
                  </a:lnTo>
                  <a:lnTo>
                    <a:pt x="152006" y="27089"/>
                  </a:lnTo>
                  <a:lnTo>
                    <a:pt x="151853" y="27089"/>
                  </a:lnTo>
                  <a:lnTo>
                    <a:pt x="154012" y="28409"/>
                  </a:lnTo>
                  <a:lnTo>
                    <a:pt x="154901" y="29438"/>
                  </a:lnTo>
                  <a:lnTo>
                    <a:pt x="156184" y="32143"/>
                  </a:lnTo>
                  <a:lnTo>
                    <a:pt x="156502" y="33782"/>
                  </a:lnTo>
                  <a:lnTo>
                    <a:pt x="156438" y="38836"/>
                  </a:lnTo>
                  <a:lnTo>
                    <a:pt x="155816" y="40843"/>
                  </a:lnTo>
                  <a:lnTo>
                    <a:pt x="153047" y="43840"/>
                  </a:lnTo>
                  <a:lnTo>
                    <a:pt x="151168" y="44602"/>
                  </a:lnTo>
                  <a:lnTo>
                    <a:pt x="146570" y="44602"/>
                  </a:lnTo>
                  <a:lnTo>
                    <a:pt x="145224" y="44183"/>
                  </a:lnTo>
                  <a:lnTo>
                    <a:pt x="144983" y="44183"/>
                  </a:lnTo>
                  <a:lnTo>
                    <a:pt x="142328" y="41935"/>
                  </a:lnTo>
                  <a:lnTo>
                    <a:pt x="141541" y="40335"/>
                  </a:lnTo>
                  <a:lnTo>
                    <a:pt x="141376" y="39293"/>
                  </a:lnTo>
                  <a:lnTo>
                    <a:pt x="141274" y="38633"/>
                  </a:lnTo>
                  <a:lnTo>
                    <a:pt x="141211" y="38227"/>
                  </a:lnTo>
                  <a:lnTo>
                    <a:pt x="130606" y="38836"/>
                  </a:lnTo>
                  <a:lnTo>
                    <a:pt x="130644" y="39293"/>
                  </a:lnTo>
                  <a:lnTo>
                    <a:pt x="130733" y="40335"/>
                  </a:lnTo>
                  <a:lnTo>
                    <a:pt x="130848" y="41656"/>
                  </a:lnTo>
                  <a:lnTo>
                    <a:pt x="131610" y="43840"/>
                  </a:lnTo>
                  <a:lnTo>
                    <a:pt x="131724" y="44183"/>
                  </a:lnTo>
                  <a:lnTo>
                    <a:pt x="134721" y="48679"/>
                  </a:lnTo>
                  <a:lnTo>
                    <a:pt x="136791" y="50444"/>
                  </a:lnTo>
                  <a:lnTo>
                    <a:pt x="142049" y="53060"/>
                  </a:lnTo>
                  <a:lnTo>
                    <a:pt x="145173" y="53721"/>
                  </a:lnTo>
                  <a:lnTo>
                    <a:pt x="152488" y="53721"/>
                  </a:lnTo>
                  <a:lnTo>
                    <a:pt x="155270" y="53060"/>
                  </a:lnTo>
                  <a:lnTo>
                    <a:pt x="155511" y="53060"/>
                  </a:lnTo>
                  <a:lnTo>
                    <a:pt x="161188" y="49949"/>
                  </a:lnTo>
                  <a:lnTo>
                    <a:pt x="163322" y="47828"/>
                  </a:lnTo>
                  <a:lnTo>
                    <a:pt x="165125" y="44602"/>
                  </a:lnTo>
                  <a:lnTo>
                    <a:pt x="166344" y="42418"/>
                  </a:lnTo>
                  <a:lnTo>
                    <a:pt x="167093" y="39293"/>
                  </a:lnTo>
                  <a:close/>
                </a:path>
                <a:path w="210185" h="53975">
                  <a:moveTo>
                    <a:pt x="210108" y="1155"/>
                  </a:moveTo>
                  <a:lnTo>
                    <a:pt x="174485" y="1155"/>
                  </a:lnTo>
                  <a:lnTo>
                    <a:pt x="174485" y="10452"/>
                  </a:lnTo>
                  <a:lnTo>
                    <a:pt x="199821" y="10452"/>
                  </a:lnTo>
                  <a:lnTo>
                    <a:pt x="196278" y="14554"/>
                  </a:lnTo>
                  <a:lnTo>
                    <a:pt x="182651" y="47371"/>
                  </a:lnTo>
                  <a:lnTo>
                    <a:pt x="182651" y="52565"/>
                  </a:lnTo>
                  <a:lnTo>
                    <a:pt x="193484" y="52565"/>
                  </a:lnTo>
                  <a:lnTo>
                    <a:pt x="193484" y="48158"/>
                  </a:lnTo>
                  <a:lnTo>
                    <a:pt x="193789" y="44081"/>
                  </a:lnTo>
                  <a:lnTo>
                    <a:pt x="210108" y="9931"/>
                  </a:lnTo>
                  <a:lnTo>
                    <a:pt x="210108" y="1155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2580336" y="3075738"/>
            <a:ext cx="69215" cy="1000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b="1" spc="-155" dirty="0">
                <a:solidFill>
                  <a:srgbClr val="7C3AED"/>
                </a:solidFill>
                <a:latin typeface="HGGothicE"/>
                <a:cs typeface="HGGothicE"/>
              </a:rPr>
              <a:t>★</a:t>
            </a:r>
            <a:endParaRPr sz="550">
              <a:latin typeface="HGGothicE"/>
              <a:cs typeface="HGGothicE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2639326" y="3487003"/>
            <a:ext cx="267335" cy="838200"/>
            <a:chOff x="2639326" y="3487003"/>
            <a:chExt cx="267335" cy="838200"/>
          </a:xfrm>
        </p:grpSpPr>
        <p:sp>
          <p:nvSpPr>
            <p:cNvPr id="143" name="object 143"/>
            <p:cNvSpPr/>
            <p:nvPr/>
          </p:nvSpPr>
          <p:spPr>
            <a:xfrm>
              <a:off x="2696464" y="3487013"/>
              <a:ext cx="210185" cy="53975"/>
            </a:xfrm>
            <a:custGeom>
              <a:avLst/>
              <a:gdLst/>
              <a:ahLst/>
              <a:cxnLst/>
              <a:rect l="l" t="t" r="r" b="b"/>
              <a:pathLst>
                <a:path w="210185" h="53975">
                  <a:moveTo>
                    <a:pt x="36207" y="21374"/>
                  </a:moveTo>
                  <a:lnTo>
                    <a:pt x="35483" y="16598"/>
                  </a:lnTo>
                  <a:lnTo>
                    <a:pt x="32588" y="8585"/>
                  </a:lnTo>
                  <a:lnTo>
                    <a:pt x="32359" y="8255"/>
                  </a:lnTo>
                  <a:lnTo>
                    <a:pt x="30911" y="6083"/>
                  </a:lnTo>
                  <a:lnTo>
                    <a:pt x="30518" y="5486"/>
                  </a:lnTo>
                  <a:lnTo>
                    <a:pt x="29692" y="4826"/>
                  </a:lnTo>
                  <a:lnTo>
                    <a:pt x="29692" y="22631"/>
                  </a:lnTo>
                  <a:lnTo>
                    <a:pt x="29692" y="31127"/>
                  </a:lnTo>
                  <a:lnTo>
                    <a:pt x="20523" y="47637"/>
                  </a:lnTo>
                  <a:lnTo>
                    <a:pt x="15748" y="47637"/>
                  </a:lnTo>
                  <a:lnTo>
                    <a:pt x="13690" y="46786"/>
                  </a:lnTo>
                  <a:lnTo>
                    <a:pt x="12319" y="45466"/>
                  </a:lnTo>
                  <a:lnTo>
                    <a:pt x="11379" y="44538"/>
                  </a:lnTo>
                  <a:lnTo>
                    <a:pt x="27876" y="14478"/>
                  </a:lnTo>
                  <a:lnTo>
                    <a:pt x="29222" y="18923"/>
                  </a:lnTo>
                  <a:lnTo>
                    <a:pt x="29692" y="22631"/>
                  </a:lnTo>
                  <a:lnTo>
                    <a:pt x="29692" y="4826"/>
                  </a:lnTo>
                  <a:lnTo>
                    <a:pt x="25107" y="1092"/>
                  </a:lnTo>
                  <a:lnTo>
                    <a:pt x="24853" y="1016"/>
                  </a:lnTo>
                  <a:lnTo>
                    <a:pt x="24853" y="9156"/>
                  </a:lnTo>
                  <a:lnTo>
                    <a:pt x="8331" y="39230"/>
                  </a:lnTo>
                  <a:lnTo>
                    <a:pt x="6997" y="34785"/>
                  </a:lnTo>
                  <a:lnTo>
                    <a:pt x="6527" y="31127"/>
                  </a:lnTo>
                  <a:lnTo>
                    <a:pt x="6527" y="22631"/>
                  </a:lnTo>
                  <a:lnTo>
                    <a:pt x="15748" y="6083"/>
                  </a:lnTo>
                  <a:lnTo>
                    <a:pt x="20523" y="6083"/>
                  </a:lnTo>
                  <a:lnTo>
                    <a:pt x="22580" y="6921"/>
                  </a:lnTo>
                  <a:lnTo>
                    <a:pt x="24853" y="9156"/>
                  </a:lnTo>
                  <a:lnTo>
                    <a:pt x="24853" y="1016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74"/>
                  </a:lnTo>
                  <a:lnTo>
                    <a:pt x="0" y="32435"/>
                  </a:lnTo>
                  <a:lnTo>
                    <a:pt x="14389" y="53721"/>
                  </a:lnTo>
                  <a:lnTo>
                    <a:pt x="21869" y="53721"/>
                  </a:lnTo>
                  <a:lnTo>
                    <a:pt x="25107" y="52628"/>
                  </a:lnTo>
                  <a:lnTo>
                    <a:pt x="30518" y="48285"/>
                  </a:lnTo>
                  <a:lnTo>
                    <a:pt x="30949" y="47637"/>
                  </a:lnTo>
                  <a:lnTo>
                    <a:pt x="32588" y="45199"/>
                  </a:lnTo>
                  <a:lnTo>
                    <a:pt x="35483" y="37185"/>
                  </a:lnTo>
                  <a:lnTo>
                    <a:pt x="36207" y="32435"/>
                  </a:lnTo>
                  <a:lnTo>
                    <a:pt x="36207" y="21374"/>
                  </a:lnTo>
                  <a:close/>
                </a:path>
                <a:path w="210185" h="53975">
                  <a:moveTo>
                    <a:pt x="66040" y="43726"/>
                  </a:moveTo>
                  <a:lnTo>
                    <a:pt x="57061" y="43726"/>
                  </a:lnTo>
                  <a:lnTo>
                    <a:pt x="57061" y="52565"/>
                  </a:lnTo>
                  <a:lnTo>
                    <a:pt x="66040" y="52565"/>
                  </a:lnTo>
                  <a:lnTo>
                    <a:pt x="66040" y="43726"/>
                  </a:lnTo>
                  <a:close/>
                </a:path>
                <a:path w="210185" h="53975">
                  <a:moveTo>
                    <a:pt x="122364" y="32626"/>
                  </a:moveTo>
                  <a:lnTo>
                    <a:pt x="121780" y="30048"/>
                  </a:lnTo>
                  <a:lnTo>
                    <a:pt x="121678" y="29591"/>
                  </a:lnTo>
                  <a:lnTo>
                    <a:pt x="118948" y="24320"/>
                  </a:lnTo>
                  <a:lnTo>
                    <a:pt x="117119" y="22313"/>
                  </a:lnTo>
                  <a:lnTo>
                    <a:pt x="116992" y="22186"/>
                  </a:lnTo>
                  <a:lnTo>
                    <a:pt x="112026" y="19151"/>
                  </a:lnTo>
                  <a:lnTo>
                    <a:pt x="109143" y="18389"/>
                  </a:lnTo>
                  <a:lnTo>
                    <a:pt x="104368" y="18389"/>
                  </a:lnTo>
                  <a:lnTo>
                    <a:pt x="95732" y="22542"/>
                  </a:lnTo>
                  <a:lnTo>
                    <a:pt x="97612" y="7239"/>
                  </a:lnTo>
                  <a:lnTo>
                    <a:pt x="119253" y="7239"/>
                  </a:lnTo>
                  <a:lnTo>
                    <a:pt x="119253" y="1155"/>
                  </a:lnTo>
                  <a:lnTo>
                    <a:pt x="91884" y="1155"/>
                  </a:lnTo>
                  <a:lnTo>
                    <a:pt x="88531" y="29591"/>
                  </a:lnTo>
                  <a:lnTo>
                    <a:pt x="88480" y="30048"/>
                  </a:lnTo>
                  <a:lnTo>
                    <a:pt x="95148" y="30048"/>
                  </a:lnTo>
                  <a:lnTo>
                    <a:pt x="95961" y="28206"/>
                  </a:lnTo>
                  <a:lnTo>
                    <a:pt x="97307" y="26797"/>
                  </a:lnTo>
                  <a:lnTo>
                    <a:pt x="98412" y="26200"/>
                  </a:lnTo>
                  <a:lnTo>
                    <a:pt x="101015" y="24815"/>
                  </a:lnTo>
                  <a:lnTo>
                    <a:pt x="102958" y="24320"/>
                  </a:lnTo>
                  <a:lnTo>
                    <a:pt x="107264" y="24320"/>
                  </a:lnTo>
                  <a:lnTo>
                    <a:pt x="115849" y="33642"/>
                  </a:lnTo>
                  <a:lnTo>
                    <a:pt x="115849" y="39674"/>
                  </a:lnTo>
                  <a:lnTo>
                    <a:pt x="114820" y="42532"/>
                  </a:lnTo>
                  <a:lnTo>
                    <a:pt x="110845" y="46609"/>
                  </a:lnTo>
                  <a:lnTo>
                    <a:pt x="108178" y="47637"/>
                  </a:lnTo>
                  <a:lnTo>
                    <a:pt x="101904" y="47637"/>
                  </a:lnTo>
                  <a:lnTo>
                    <a:pt x="94132" y="38874"/>
                  </a:lnTo>
                  <a:lnTo>
                    <a:pt x="87617" y="39306"/>
                  </a:lnTo>
                  <a:lnTo>
                    <a:pt x="101511" y="53721"/>
                  </a:lnTo>
                  <a:lnTo>
                    <a:pt x="108267" y="53721"/>
                  </a:lnTo>
                  <a:lnTo>
                    <a:pt x="111302" y="52971"/>
                  </a:lnTo>
                  <a:lnTo>
                    <a:pt x="116560" y="49974"/>
                  </a:lnTo>
                  <a:lnTo>
                    <a:pt x="118630" y="47891"/>
                  </a:lnTo>
                  <a:lnTo>
                    <a:pt x="118770" y="47637"/>
                  </a:lnTo>
                  <a:lnTo>
                    <a:pt x="121615" y="42532"/>
                  </a:lnTo>
                  <a:lnTo>
                    <a:pt x="122313" y="39674"/>
                  </a:lnTo>
                  <a:lnTo>
                    <a:pt x="122364" y="32626"/>
                  </a:lnTo>
                  <a:close/>
                </a:path>
                <a:path w="210185" h="53975">
                  <a:moveTo>
                    <a:pt x="166535" y="17957"/>
                  </a:moveTo>
                  <a:lnTo>
                    <a:pt x="165938" y="14478"/>
                  </a:lnTo>
                  <a:lnTo>
                    <a:pt x="165823" y="13792"/>
                  </a:lnTo>
                  <a:lnTo>
                    <a:pt x="163042" y="7137"/>
                  </a:lnTo>
                  <a:lnTo>
                    <a:pt x="162979" y="6985"/>
                  </a:lnTo>
                  <a:lnTo>
                    <a:pt x="162242" y="6083"/>
                  </a:lnTo>
                  <a:lnTo>
                    <a:pt x="160896" y="4394"/>
                  </a:lnTo>
                  <a:lnTo>
                    <a:pt x="159727" y="3644"/>
                  </a:lnTo>
                  <a:lnTo>
                    <a:pt x="159727" y="15875"/>
                  </a:lnTo>
                  <a:lnTo>
                    <a:pt x="159727" y="20612"/>
                  </a:lnTo>
                  <a:lnTo>
                    <a:pt x="159194" y="22656"/>
                  </a:lnTo>
                  <a:lnTo>
                    <a:pt x="157073" y="26136"/>
                  </a:lnTo>
                  <a:lnTo>
                    <a:pt x="155625" y="27470"/>
                  </a:lnTo>
                  <a:lnTo>
                    <a:pt x="151777" y="29451"/>
                  </a:lnTo>
                  <a:lnTo>
                    <a:pt x="151549" y="29451"/>
                  </a:lnTo>
                  <a:lnTo>
                    <a:pt x="149885" y="29832"/>
                  </a:lnTo>
                  <a:lnTo>
                    <a:pt x="144335" y="29832"/>
                  </a:lnTo>
                  <a:lnTo>
                    <a:pt x="141732" y="28778"/>
                  </a:lnTo>
                  <a:lnTo>
                    <a:pt x="137820" y="24574"/>
                  </a:lnTo>
                  <a:lnTo>
                    <a:pt x="136842" y="21767"/>
                  </a:lnTo>
                  <a:lnTo>
                    <a:pt x="136842" y="14478"/>
                  </a:lnTo>
                  <a:lnTo>
                    <a:pt x="137058" y="13792"/>
                  </a:lnTo>
                  <a:lnTo>
                    <a:pt x="137883" y="11391"/>
                  </a:lnTo>
                  <a:lnTo>
                    <a:pt x="142036" y="7137"/>
                  </a:lnTo>
                  <a:lnTo>
                    <a:pt x="144767" y="6083"/>
                  </a:lnTo>
                  <a:lnTo>
                    <a:pt x="150507" y="6083"/>
                  </a:lnTo>
                  <a:lnTo>
                    <a:pt x="159727" y="15875"/>
                  </a:lnTo>
                  <a:lnTo>
                    <a:pt x="159727" y="3644"/>
                  </a:lnTo>
                  <a:lnTo>
                    <a:pt x="155448" y="876"/>
                  </a:lnTo>
                  <a:lnTo>
                    <a:pt x="152146" y="0"/>
                  </a:lnTo>
                  <a:lnTo>
                    <a:pt x="144767" y="0"/>
                  </a:lnTo>
                  <a:lnTo>
                    <a:pt x="130327" y="14478"/>
                  </a:lnTo>
                  <a:lnTo>
                    <a:pt x="130327" y="21767"/>
                  </a:lnTo>
                  <a:lnTo>
                    <a:pt x="143751" y="35763"/>
                  </a:lnTo>
                  <a:lnTo>
                    <a:pt x="149593" y="35763"/>
                  </a:lnTo>
                  <a:lnTo>
                    <a:pt x="160083" y="28854"/>
                  </a:lnTo>
                  <a:lnTo>
                    <a:pt x="160083" y="29451"/>
                  </a:lnTo>
                  <a:lnTo>
                    <a:pt x="159994" y="31102"/>
                  </a:lnTo>
                  <a:lnTo>
                    <a:pt x="159461" y="34696"/>
                  </a:lnTo>
                  <a:lnTo>
                    <a:pt x="157302" y="40970"/>
                  </a:lnTo>
                  <a:lnTo>
                    <a:pt x="157238" y="41173"/>
                  </a:lnTo>
                  <a:lnTo>
                    <a:pt x="155663" y="43599"/>
                  </a:lnTo>
                  <a:lnTo>
                    <a:pt x="151561" y="46824"/>
                  </a:lnTo>
                  <a:lnTo>
                    <a:pt x="149110" y="47637"/>
                  </a:lnTo>
                  <a:lnTo>
                    <a:pt x="143459" y="47637"/>
                  </a:lnTo>
                  <a:lnTo>
                    <a:pt x="141338" y="47028"/>
                  </a:lnTo>
                  <a:lnTo>
                    <a:pt x="138442" y="44615"/>
                  </a:lnTo>
                  <a:lnTo>
                    <a:pt x="137426" y="43002"/>
                  </a:lnTo>
                  <a:lnTo>
                    <a:pt x="137083" y="41808"/>
                  </a:lnTo>
                  <a:lnTo>
                    <a:pt x="137007" y="41554"/>
                  </a:lnTo>
                  <a:lnTo>
                    <a:pt x="136906" y="41173"/>
                  </a:lnTo>
                  <a:lnTo>
                    <a:pt x="136842" y="40970"/>
                  </a:lnTo>
                  <a:lnTo>
                    <a:pt x="130327" y="41554"/>
                  </a:lnTo>
                  <a:lnTo>
                    <a:pt x="143217" y="53721"/>
                  </a:lnTo>
                  <a:lnTo>
                    <a:pt x="150075" y="53721"/>
                  </a:lnTo>
                  <a:lnTo>
                    <a:pt x="153276" y="52908"/>
                  </a:lnTo>
                  <a:lnTo>
                    <a:pt x="158305" y="49758"/>
                  </a:lnTo>
                  <a:lnTo>
                    <a:pt x="160337" y="47637"/>
                  </a:lnTo>
                  <a:lnTo>
                    <a:pt x="160515" y="47459"/>
                  </a:lnTo>
                  <a:lnTo>
                    <a:pt x="166382" y="28778"/>
                  </a:lnTo>
                  <a:lnTo>
                    <a:pt x="166497" y="27470"/>
                  </a:lnTo>
                  <a:lnTo>
                    <a:pt x="166535" y="25768"/>
                  </a:lnTo>
                  <a:lnTo>
                    <a:pt x="166535" y="17957"/>
                  </a:lnTo>
                  <a:close/>
                </a:path>
                <a:path w="210185" h="53975">
                  <a:moveTo>
                    <a:pt x="209981" y="34721"/>
                  </a:moveTo>
                  <a:lnTo>
                    <a:pt x="208876" y="31648"/>
                  </a:lnTo>
                  <a:lnTo>
                    <a:pt x="205740" y="28155"/>
                  </a:lnTo>
                  <a:lnTo>
                    <a:pt x="204482" y="26771"/>
                  </a:lnTo>
                  <a:lnTo>
                    <a:pt x="203454" y="26200"/>
                  </a:lnTo>
                  <a:lnTo>
                    <a:pt x="203454" y="35090"/>
                  </a:lnTo>
                  <a:lnTo>
                    <a:pt x="203454" y="41313"/>
                  </a:lnTo>
                  <a:lnTo>
                    <a:pt x="202374" y="43713"/>
                  </a:lnTo>
                  <a:lnTo>
                    <a:pt x="198031" y="46850"/>
                  </a:lnTo>
                  <a:lnTo>
                    <a:pt x="195249" y="47637"/>
                  </a:lnTo>
                  <a:lnTo>
                    <a:pt x="188493" y="47637"/>
                  </a:lnTo>
                  <a:lnTo>
                    <a:pt x="185724" y="46850"/>
                  </a:lnTo>
                  <a:lnTo>
                    <a:pt x="181381" y="43713"/>
                  </a:lnTo>
                  <a:lnTo>
                    <a:pt x="180289" y="41313"/>
                  </a:lnTo>
                  <a:lnTo>
                    <a:pt x="180289" y="35090"/>
                  </a:lnTo>
                  <a:lnTo>
                    <a:pt x="181267" y="32689"/>
                  </a:lnTo>
                  <a:lnTo>
                    <a:pt x="185178" y="29070"/>
                  </a:lnTo>
                  <a:lnTo>
                    <a:pt x="188061" y="28155"/>
                  </a:lnTo>
                  <a:lnTo>
                    <a:pt x="195732" y="28155"/>
                  </a:lnTo>
                  <a:lnTo>
                    <a:pt x="198628" y="29070"/>
                  </a:lnTo>
                  <a:lnTo>
                    <a:pt x="202488" y="32689"/>
                  </a:lnTo>
                  <a:lnTo>
                    <a:pt x="203454" y="35090"/>
                  </a:lnTo>
                  <a:lnTo>
                    <a:pt x="203454" y="26200"/>
                  </a:lnTo>
                  <a:lnTo>
                    <a:pt x="202565" y="25704"/>
                  </a:lnTo>
                  <a:lnTo>
                    <a:pt x="201523" y="25120"/>
                  </a:lnTo>
                  <a:lnTo>
                    <a:pt x="200609" y="24904"/>
                  </a:lnTo>
                  <a:lnTo>
                    <a:pt x="197662" y="25704"/>
                  </a:lnTo>
                  <a:lnTo>
                    <a:pt x="200558" y="24904"/>
                  </a:lnTo>
                  <a:lnTo>
                    <a:pt x="201777" y="24257"/>
                  </a:lnTo>
                  <a:lnTo>
                    <a:pt x="203047" y="23533"/>
                  </a:lnTo>
                  <a:lnTo>
                    <a:pt x="204177" y="22364"/>
                  </a:lnTo>
                  <a:lnTo>
                    <a:pt x="206616" y="19824"/>
                  </a:lnTo>
                  <a:lnTo>
                    <a:pt x="207518" y="17297"/>
                  </a:lnTo>
                  <a:lnTo>
                    <a:pt x="207518" y="11417"/>
                  </a:lnTo>
                  <a:lnTo>
                    <a:pt x="201002" y="2374"/>
                  </a:lnTo>
                  <a:lnTo>
                    <a:pt x="201002" y="16865"/>
                  </a:lnTo>
                  <a:lnTo>
                    <a:pt x="200164" y="18923"/>
                  </a:lnTo>
                  <a:lnTo>
                    <a:pt x="196837" y="21678"/>
                  </a:lnTo>
                  <a:lnTo>
                    <a:pt x="194627" y="22364"/>
                  </a:lnTo>
                  <a:lnTo>
                    <a:pt x="189128" y="22364"/>
                  </a:lnTo>
                  <a:lnTo>
                    <a:pt x="186918" y="21678"/>
                  </a:lnTo>
                  <a:lnTo>
                    <a:pt x="183591" y="18923"/>
                  </a:lnTo>
                  <a:lnTo>
                    <a:pt x="182753" y="16865"/>
                  </a:lnTo>
                  <a:lnTo>
                    <a:pt x="182854" y="11417"/>
                  </a:lnTo>
                  <a:lnTo>
                    <a:pt x="183578" y="9702"/>
                  </a:lnTo>
                  <a:lnTo>
                    <a:pt x="186855" y="6807"/>
                  </a:lnTo>
                  <a:lnTo>
                    <a:pt x="189077" y="6083"/>
                  </a:lnTo>
                  <a:lnTo>
                    <a:pt x="194729" y="6083"/>
                  </a:lnTo>
                  <a:lnTo>
                    <a:pt x="196951" y="6807"/>
                  </a:lnTo>
                  <a:lnTo>
                    <a:pt x="200190" y="9702"/>
                  </a:lnTo>
                  <a:lnTo>
                    <a:pt x="200901" y="11417"/>
                  </a:lnTo>
                  <a:lnTo>
                    <a:pt x="201002" y="16865"/>
                  </a:lnTo>
                  <a:lnTo>
                    <a:pt x="201002" y="2374"/>
                  </a:lnTo>
                  <a:lnTo>
                    <a:pt x="197624" y="609"/>
                  </a:lnTo>
                  <a:lnTo>
                    <a:pt x="194919" y="0"/>
                  </a:lnTo>
                  <a:lnTo>
                    <a:pt x="188836" y="0"/>
                  </a:lnTo>
                  <a:lnTo>
                    <a:pt x="176237" y="11417"/>
                  </a:lnTo>
                  <a:lnTo>
                    <a:pt x="176237" y="17297"/>
                  </a:lnTo>
                  <a:lnTo>
                    <a:pt x="177139" y="19824"/>
                  </a:lnTo>
                  <a:lnTo>
                    <a:pt x="180759" y="23533"/>
                  </a:lnTo>
                  <a:lnTo>
                    <a:pt x="183184" y="24904"/>
                  </a:lnTo>
                  <a:lnTo>
                    <a:pt x="182270" y="25120"/>
                  </a:lnTo>
                  <a:lnTo>
                    <a:pt x="179324" y="26771"/>
                  </a:lnTo>
                  <a:lnTo>
                    <a:pt x="174879" y="31648"/>
                  </a:lnTo>
                  <a:lnTo>
                    <a:pt x="173774" y="34721"/>
                  </a:lnTo>
                  <a:lnTo>
                    <a:pt x="173774" y="41770"/>
                  </a:lnTo>
                  <a:lnTo>
                    <a:pt x="188493" y="53721"/>
                  </a:lnTo>
                  <a:lnTo>
                    <a:pt x="195300" y="53721"/>
                  </a:lnTo>
                  <a:lnTo>
                    <a:pt x="198374" y="53136"/>
                  </a:lnTo>
                  <a:lnTo>
                    <a:pt x="203835" y="50825"/>
                  </a:lnTo>
                  <a:lnTo>
                    <a:pt x="205994" y="49110"/>
                  </a:lnTo>
                  <a:lnTo>
                    <a:pt x="207022" y="47637"/>
                  </a:lnTo>
                  <a:lnTo>
                    <a:pt x="209181" y="44577"/>
                  </a:lnTo>
                  <a:lnTo>
                    <a:pt x="209981" y="41770"/>
                  </a:lnTo>
                  <a:lnTo>
                    <a:pt x="209981" y="34721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639326" y="4279404"/>
              <a:ext cx="133985" cy="45720"/>
            </a:xfrm>
            <a:custGeom>
              <a:avLst/>
              <a:gdLst/>
              <a:ahLst/>
              <a:cxnLst/>
              <a:rect l="l" t="t" r="r" b="b"/>
              <a:pathLst>
                <a:path w="133985" h="45720">
                  <a:moveTo>
                    <a:pt x="41224" y="14820"/>
                  </a:moveTo>
                  <a:lnTo>
                    <a:pt x="30035" y="14820"/>
                  </a:lnTo>
                  <a:lnTo>
                    <a:pt x="20612" y="45034"/>
                  </a:lnTo>
                  <a:lnTo>
                    <a:pt x="11188" y="14820"/>
                  </a:lnTo>
                  <a:lnTo>
                    <a:pt x="0" y="14820"/>
                  </a:lnTo>
                  <a:lnTo>
                    <a:pt x="10401" y="45466"/>
                  </a:lnTo>
                  <a:lnTo>
                    <a:pt x="30822" y="45466"/>
                  </a:lnTo>
                  <a:lnTo>
                    <a:pt x="41224" y="14820"/>
                  </a:lnTo>
                  <a:close/>
                </a:path>
                <a:path w="133985" h="45720">
                  <a:moveTo>
                    <a:pt x="87325" y="13144"/>
                  </a:moveTo>
                  <a:lnTo>
                    <a:pt x="72720" y="0"/>
                  </a:lnTo>
                  <a:lnTo>
                    <a:pt x="62230" y="0"/>
                  </a:lnTo>
                  <a:lnTo>
                    <a:pt x="57289" y="1638"/>
                  </a:lnTo>
                  <a:lnTo>
                    <a:pt x="50253" y="8216"/>
                  </a:lnTo>
                  <a:lnTo>
                    <a:pt x="48209" y="12687"/>
                  </a:lnTo>
                  <a:lnTo>
                    <a:pt x="47650" y="18338"/>
                  </a:lnTo>
                  <a:lnTo>
                    <a:pt x="59156" y="18999"/>
                  </a:lnTo>
                  <a:lnTo>
                    <a:pt x="59639" y="16027"/>
                  </a:lnTo>
                  <a:lnTo>
                    <a:pt x="60591" y="13766"/>
                  </a:lnTo>
                  <a:lnTo>
                    <a:pt x="63461" y="10617"/>
                  </a:lnTo>
                  <a:lnTo>
                    <a:pt x="65582" y="9829"/>
                  </a:lnTo>
                  <a:lnTo>
                    <a:pt x="70053" y="9829"/>
                  </a:lnTo>
                  <a:lnTo>
                    <a:pt x="75907" y="15570"/>
                  </a:lnTo>
                  <a:lnTo>
                    <a:pt x="75907" y="18745"/>
                  </a:lnTo>
                  <a:lnTo>
                    <a:pt x="62293" y="29921"/>
                  </a:lnTo>
                  <a:lnTo>
                    <a:pt x="58254" y="32651"/>
                  </a:lnTo>
                  <a:lnTo>
                    <a:pt x="52412" y="38277"/>
                  </a:lnTo>
                  <a:lnTo>
                    <a:pt x="50368" y="41389"/>
                  </a:lnTo>
                  <a:lnTo>
                    <a:pt x="48958" y="45466"/>
                  </a:lnTo>
                  <a:lnTo>
                    <a:pt x="60337" y="45466"/>
                  </a:lnTo>
                  <a:lnTo>
                    <a:pt x="60706" y="44665"/>
                  </a:lnTo>
                  <a:lnTo>
                    <a:pt x="62369" y="42532"/>
                  </a:lnTo>
                  <a:lnTo>
                    <a:pt x="63677" y="41338"/>
                  </a:lnTo>
                  <a:lnTo>
                    <a:pt x="67259" y="38696"/>
                  </a:lnTo>
                  <a:lnTo>
                    <a:pt x="69646" y="37223"/>
                  </a:lnTo>
                  <a:lnTo>
                    <a:pt x="76288" y="33616"/>
                  </a:lnTo>
                  <a:lnTo>
                    <a:pt x="79184" y="31737"/>
                  </a:lnTo>
                  <a:lnTo>
                    <a:pt x="83451" y="28168"/>
                  </a:lnTo>
                  <a:lnTo>
                    <a:pt x="84988" y="26212"/>
                  </a:lnTo>
                  <a:lnTo>
                    <a:pt x="86855" y="21945"/>
                  </a:lnTo>
                  <a:lnTo>
                    <a:pt x="87325" y="19405"/>
                  </a:lnTo>
                  <a:lnTo>
                    <a:pt x="87325" y="13144"/>
                  </a:lnTo>
                  <a:close/>
                </a:path>
                <a:path w="133985" h="45720">
                  <a:moveTo>
                    <a:pt x="107518" y="45466"/>
                  </a:moveTo>
                  <a:lnTo>
                    <a:pt x="107149" y="45161"/>
                  </a:lnTo>
                  <a:lnTo>
                    <a:pt x="106299" y="43446"/>
                  </a:lnTo>
                  <a:lnTo>
                    <a:pt x="106121" y="42316"/>
                  </a:lnTo>
                  <a:lnTo>
                    <a:pt x="106006" y="41605"/>
                  </a:lnTo>
                  <a:lnTo>
                    <a:pt x="105943" y="41173"/>
                  </a:lnTo>
                  <a:lnTo>
                    <a:pt x="94526" y="41821"/>
                  </a:lnTo>
                  <a:lnTo>
                    <a:pt x="94564" y="42316"/>
                  </a:lnTo>
                  <a:lnTo>
                    <a:pt x="94665" y="43446"/>
                  </a:lnTo>
                  <a:lnTo>
                    <a:pt x="94792" y="44856"/>
                  </a:lnTo>
                  <a:lnTo>
                    <a:pt x="94894" y="45161"/>
                  </a:lnTo>
                  <a:lnTo>
                    <a:pt x="94996" y="45466"/>
                  </a:lnTo>
                  <a:lnTo>
                    <a:pt x="107518" y="45466"/>
                  </a:lnTo>
                  <a:close/>
                </a:path>
                <a:path w="133985" h="45720">
                  <a:moveTo>
                    <a:pt x="133832" y="42316"/>
                  </a:moveTo>
                  <a:lnTo>
                    <a:pt x="133769" y="34620"/>
                  </a:lnTo>
                  <a:lnTo>
                    <a:pt x="133210" y="32118"/>
                  </a:lnTo>
                  <a:lnTo>
                    <a:pt x="133121" y="31699"/>
                  </a:lnTo>
                  <a:lnTo>
                    <a:pt x="119710" y="19710"/>
                  </a:lnTo>
                  <a:lnTo>
                    <a:pt x="114249" y="19710"/>
                  </a:lnTo>
                  <a:lnTo>
                    <a:pt x="112547" y="19989"/>
                  </a:lnTo>
                  <a:lnTo>
                    <a:pt x="109334" y="21082"/>
                  </a:lnTo>
                  <a:lnTo>
                    <a:pt x="107899" y="21869"/>
                  </a:lnTo>
                  <a:lnTo>
                    <a:pt x="106337" y="23139"/>
                  </a:lnTo>
                  <a:lnTo>
                    <a:pt x="107721" y="11264"/>
                  </a:lnTo>
                  <a:lnTo>
                    <a:pt x="131267" y="11264"/>
                  </a:lnTo>
                  <a:lnTo>
                    <a:pt x="131267" y="1244"/>
                  </a:lnTo>
                  <a:lnTo>
                    <a:pt x="98615" y="1244"/>
                  </a:lnTo>
                  <a:lnTo>
                    <a:pt x="95529" y="30594"/>
                  </a:lnTo>
                  <a:lnTo>
                    <a:pt x="95491" y="30962"/>
                  </a:lnTo>
                  <a:lnTo>
                    <a:pt x="95364" y="32118"/>
                  </a:lnTo>
                  <a:lnTo>
                    <a:pt x="95275" y="32969"/>
                  </a:lnTo>
                  <a:lnTo>
                    <a:pt x="106756" y="33528"/>
                  </a:lnTo>
                  <a:lnTo>
                    <a:pt x="107289" y="32118"/>
                  </a:lnTo>
                  <a:lnTo>
                    <a:pt x="108242" y="30962"/>
                  </a:lnTo>
                  <a:lnTo>
                    <a:pt x="110934" y="29171"/>
                  </a:lnTo>
                  <a:lnTo>
                    <a:pt x="112458" y="28727"/>
                  </a:lnTo>
                  <a:lnTo>
                    <a:pt x="115836" y="28727"/>
                  </a:lnTo>
                  <a:lnTo>
                    <a:pt x="117563" y="29171"/>
                  </a:lnTo>
                  <a:lnTo>
                    <a:pt x="117398" y="29171"/>
                  </a:lnTo>
                  <a:lnTo>
                    <a:pt x="119735" y="30594"/>
                  </a:lnTo>
                  <a:lnTo>
                    <a:pt x="120700" y="31699"/>
                  </a:lnTo>
                  <a:lnTo>
                    <a:pt x="122072" y="34620"/>
                  </a:lnTo>
                  <a:lnTo>
                    <a:pt x="122415" y="36385"/>
                  </a:lnTo>
                  <a:lnTo>
                    <a:pt x="122339" y="41821"/>
                  </a:lnTo>
                  <a:lnTo>
                    <a:pt x="121666" y="43992"/>
                  </a:lnTo>
                  <a:lnTo>
                    <a:pt x="120307" y="45466"/>
                  </a:lnTo>
                  <a:lnTo>
                    <a:pt x="133057" y="45466"/>
                  </a:lnTo>
                  <a:lnTo>
                    <a:pt x="133832" y="42316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5" name="object 145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4429059" y="2942517"/>
            <a:ext cx="383621" cy="80422"/>
          </a:xfrm>
          <a:prstGeom prst="rect">
            <a:avLst/>
          </a:prstGeom>
        </p:spPr>
      </p:pic>
      <p:pic>
        <p:nvPicPr>
          <p:cNvPr id="146" name="object 146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4894930" y="2940734"/>
            <a:ext cx="252806" cy="82651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5225484" y="2941737"/>
            <a:ext cx="456516" cy="81202"/>
          </a:xfrm>
          <a:prstGeom prst="rect">
            <a:avLst/>
          </a:prstGeom>
        </p:spPr>
      </p:pic>
      <p:sp>
        <p:nvSpPr>
          <p:cNvPr id="148" name="object 148"/>
          <p:cNvSpPr/>
          <p:nvPr/>
        </p:nvSpPr>
        <p:spPr>
          <a:xfrm>
            <a:off x="5758812" y="2983085"/>
            <a:ext cx="62865" cy="12065"/>
          </a:xfrm>
          <a:custGeom>
            <a:avLst/>
            <a:gdLst/>
            <a:ahLst/>
            <a:cxnLst/>
            <a:rect l="l" t="t" r="r" b="b"/>
            <a:pathLst>
              <a:path w="62864" h="12064">
                <a:moveTo>
                  <a:pt x="62378" y="0"/>
                </a:moveTo>
                <a:lnTo>
                  <a:pt x="0" y="0"/>
                </a:lnTo>
                <a:lnTo>
                  <a:pt x="0" y="11984"/>
                </a:lnTo>
                <a:lnTo>
                  <a:pt x="62378" y="11984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9" name="object 149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5896043" y="2942517"/>
            <a:ext cx="323027" cy="80422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6299269" y="2941737"/>
            <a:ext cx="117895" cy="81202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6499992" y="2942517"/>
            <a:ext cx="387409" cy="80422"/>
          </a:xfrm>
          <a:prstGeom prst="rect">
            <a:avLst/>
          </a:prstGeom>
        </p:spPr>
      </p:pic>
      <p:grpSp>
        <p:nvGrpSpPr>
          <p:cNvPr id="152" name="object 152"/>
          <p:cNvGrpSpPr/>
          <p:nvPr/>
        </p:nvGrpSpPr>
        <p:grpSpPr>
          <a:xfrm>
            <a:off x="6975619" y="2938061"/>
            <a:ext cx="379730" cy="95885"/>
            <a:chOff x="6975619" y="2938061"/>
            <a:chExt cx="379730" cy="95885"/>
          </a:xfrm>
        </p:grpSpPr>
        <p:sp>
          <p:nvSpPr>
            <p:cNvPr id="153" name="object 153"/>
            <p:cNvSpPr/>
            <p:nvPr/>
          </p:nvSpPr>
          <p:spPr>
            <a:xfrm>
              <a:off x="6975619" y="2938061"/>
              <a:ext cx="34925" cy="95885"/>
            </a:xfrm>
            <a:custGeom>
              <a:avLst/>
              <a:gdLst/>
              <a:ahLst/>
              <a:cxnLst/>
              <a:rect l="l" t="t" r="r" b="b"/>
              <a:pathLst>
                <a:path w="34925" h="95885">
                  <a:moveTo>
                    <a:pt x="34753" y="0"/>
                  </a:moveTo>
                  <a:lnTo>
                    <a:pt x="21475" y="0"/>
                  </a:lnTo>
                  <a:lnTo>
                    <a:pt x="15862" y="5182"/>
                  </a:lnTo>
                  <a:lnTo>
                    <a:pt x="0" y="42506"/>
                  </a:lnTo>
                  <a:lnTo>
                    <a:pt x="0" y="53289"/>
                  </a:lnTo>
                  <a:lnTo>
                    <a:pt x="15862" y="90611"/>
                  </a:lnTo>
                  <a:lnTo>
                    <a:pt x="21475" y="95796"/>
                  </a:lnTo>
                  <a:lnTo>
                    <a:pt x="34753" y="95796"/>
                  </a:lnTo>
                  <a:lnTo>
                    <a:pt x="29451" y="90449"/>
                  </a:lnTo>
                  <a:lnTo>
                    <a:pt x="25307" y="85120"/>
                  </a:lnTo>
                  <a:lnTo>
                    <a:pt x="19338" y="74502"/>
                  </a:lnTo>
                  <a:lnTo>
                    <a:pt x="17236" y="69192"/>
                  </a:lnTo>
                  <a:lnTo>
                    <a:pt x="14800" y="58572"/>
                  </a:lnTo>
                  <a:lnTo>
                    <a:pt x="14192" y="53244"/>
                  </a:lnTo>
                  <a:lnTo>
                    <a:pt x="14192" y="42551"/>
                  </a:lnTo>
                  <a:lnTo>
                    <a:pt x="29451" y="5273"/>
                  </a:lnTo>
                  <a:lnTo>
                    <a:pt x="347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031536" y="2940734"/>
              <a:ext cx="190252" cy="82651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7252170" y="2942526"/>
              <a:ext cx="102870" cy="81280"/>
            </a:xfrm>
            <a:custGeom>
              <a:avLst/>
              <a:gdLst/>
              <a:ahLst/>
              <a:cxnLst/>
              <a:rect l="l" t="t" r="r" b="b"/>
              <a:pathLst>
                <a:path w="102870" h="81280">
                  <a:moveTo>
                    <a:pt x="16306" y="63360"/>
                  </a:moveTo>
                  <a:lnTo>
                    <a:pt x="0" y="63360"/>
                  </a:lnTo>
                  <a:lnTo>
                    <a:pt x="0" y="79082"/>
                  </a:lnTo>
                  <a:lnTo>
                    <a:pt x="16306" y="79082"/>
                  </a:lnTo>
                  <a:lnTo>
                    <a:pt x="16306" y="63360"/>
                  </a:lnTo>
                  <a:close/>
                </a:path>
                <a:path w="102870" h="81280">
                  <a:moveTo>
                    <a:pt x="102616" y="48158"/>
                  </a:moveTo>
                  <a:lnTo>
                    <a:pt x="82384" y="26416"/>
                  </a:lnTo>
                  <a:lnTo>
                    <a:pt x="74739" y="26416"/>
                  </a:lnTo>
                  <a:lnTo>
                    <a:pt x="72339" y="26809"/>
                  </a:lnTo>
                  <a:lnTo>
                    <a:pt x="67716" y="28371"/>
                  </a:lnTo>
                  <a:lnTo>
                    <a:pt x="65633" y="29502"/>
                  </a:lnTo>
                  <a:lnTo>
                    <a:pt x="62776" y="31788"/>
                  </a:lnTo>
                  <a:lnTo>
                    <a:pt x="65049" y="12649"/>
                  </a:lnTo>
                  <a:lnTo>
                    <a:pt x="98577" y="12649"/>
                  </a:lnTo>
                  <a:lnTo>
                    <a:pt x="98577" y="0"/>
                  </a:lnTo>
                  <a:lnTo>
                    <a:pt x="53441" y="0"/>
                  </a:lnTo>
                  <a:lnTo>
                    <a:pt x="48526" y="45021"/>
                  </a:lnTo>
                  <a:lnTo>
                    <a:pt x="62865" y="45554"/>
                  </a:lnTo>
                  <a:lnTo>
                    <a:pt x="63690" y="43522"/>
                  </a:lnTo>
                  <a:lnTo>
                    <a:pt x="63804" y="43268"/>
                  </a:lnTo>
                  <a:lnTo>
                    <a:pt x="65392" y="41440"/>
                  </a:lnTo>
                  <a:lnTo>
                    <a:pt x="69862" y="38722"/>
                  </a:lnTo>
                  <a:lnTo>
                    <a:pt x="71983" y="38138"/>
                  </a:lnTo>
                  <a:lnTo>
                    <a:pt x="78092" y="38138"/>
                  </a:lnTo>
                  <a:lnTo>
                    <a:pt x="80429" y="38722"/>
                  </a:lnTo>
                  <a:lnTo>
                    <a:pt x="80238" y="38722"/>
                  </a:lnTo>
                  <a:lnTo>
                    <a:pt x="84099" y="41033"/>
                  </a:lnTo>
                  <a:lnTo>
                    <a:pt x="85648" y="42786"/>
                  </a:lnTo>
                  <a:lnTo>
                    <a:pt x="87845" y="47371"/>
                  </a:lnTo>
                  <a:lnTo>
                    <a:pt x="88392" y="50126"/>
                  </a:lnTo>
                  <a:lnTo>
                    <a:pt x="88392" y="58204"/>
                  </a:lnTo>
                  <a:lnTo>
                    <a:pt x="87172" y="61912"/>
                  </a:lnTo>
                  <a:lnTo>
                    <a:pt x="82283" y="67094"/>
                  </a:lnTo>
                  <a:lnTo>
                    <a:pt x="78994" y="68389"/>
                  </a:lnTo>
                  <a:lnTo>
                    <a:pt x="71069" y="68389"/>
                  </a:lnTo>
                  <a:lnTo>
                    <a:pt x="68033" y="67462"/>
                  </a:lnTo>
                  <a:lnTo>
                    <a:pt x="63512" y="63766"/>
                  </a:lnTo>
                  <a:lnTo>
                    <a:pt x="62115" y="61010"/>
                  </a:lnTo>
                  <a:lnTo>
                    <a:pt x="61785" y="58762"/>
                  </a:lnTo>
                  <a:lnTo>
                    <a:pt x="61696" y="58204"/>
                  </a:lnTo>
                  <a:lnTo>
                    <a:pt x="61582" y="57365"/>
                  </a:lnTo>
                  <a:lnTo>
                    <a:pt x="47358" y="58204"/>
                  </a:lnTo>
                  <a:lnTo>
                    <a:pt x="47599" y="61010"/>
                  </a:lnTo>
                  <a:lnTo>
                    <a:pt x="47675" y="61912"/>
                  </a:lnTo>
                  <a:lnTo>
                    <a:pt x="69430" y="80860"/>
                  </a:lnTo>
                  <a:lnTo>
                    <a:pt x="80391" y="80860"/>
                  </a:lnTo>
                  <a:lnTo>
                    <a:pt x="85242" y="79705"/>
                  </a:lnTo>
                  <a:lnTo>
                    <a:pt x="93573" y="75069"/>
                  </a:lnTo>
                  <a:lnTo>
                    <a:pt x="96824" y="71843"/>
                  </a:lnTo>
                  <a:lnTo>
                    <a:pt x="98742" y="68389"/>
                  </a:lnTo>
                  <a:lnTo>
                    <a:pt x="101447" y="63538"/>
                  </a:lnTo>
                  <a:lnTo>
                    <a:pt x="102616" y="58762"/>
                  </a:lnTo>
                  <a:lnTo>
                    <a:pt x="102616" y="48158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6" name="object 156"/>
          <p:cNvGrpSpPr/>
          <p:nvPr/>
        </p:nvGrpSpPr>
        <p:grpSpPr>
          <a:xfrm>
            <a:off x="7435163" y="2938061"/>
            <a:ext cx="377825" cy="95885"/>
            <a:chOff x="7435163" y="2938061"/>
            <a:chExt cx="377825" cy="95885"/>
          </a:xfrm>
        </p:grpSpPr>
        <p:pic>
          <p:nvPicPr>
            <p:cNvPr id="157" name="object 15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435163" y="2942517"/>
              <a:ext cx="320511" cy="80422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7777617" y="2938061"/>
              <a:ext cx="34925" cy="95885"/>
            </a:xfrm>
            <a:custGeom>
              <a:avLst/>
              <a:gdLst/>
              <a:ahLst/>
              <a:cxnLst/>
              <a:rect l="l" t="t" r="r" b="b"/>
              <a:pathLst>
                <a:path w="34925" h="95885">
                  <a:moveTo>
                    <a:pt x="13277" y="0"/>
                  </a:moveTo>
                  <a:lnTo>
                    <a:pt x="0" y="0"/>
                  </a:lnTo>
                  <a:lnTo>
                    <a:pt x="5331" y="5273"/>
                  </a:lnTo>
                  <a:lnTo>
                    <a:pt x="9481" y="10581"/>
                  </a:lnTo>
                  <a:lnTo>
                    <a:pt x="15422" y="21276"/>
                  </a:lnTo>
                  <a:lnTo>
                    <a:pt x="17517" y="26603"/>
                  </a:lnTo>
                  <a:lnTo>
                    <a:pt x="19952" y="37223"/>
                  </a:lnTo>
                  <a:lnTo>
                    <a:pt x="20561" y="42551"/>
                  </a:lnTo>
                  <a:lnTo>
                    <a:pt x="20561" y="53244"/>
                  </a:lnTo>
                  <a:lnTo>
                    <a:pt x="5331" y="90449"/>
                  </a:lnTo>
                  <a:lnTo>
                    <a:pt x="0" y="95796"/>
                  </a:lnTo>
                  <a:lnTo>
                    <a:pt x="13277" y="95796"/>
                  </a:lnTo>
                  <a:lnTo>
                    <a:pt x="34132" y="58668"/>
                  </a:lnTo>
                  <a:lnTo>
                    <a:pt x="34753" y="53289"/>
                  </a:lnTo>
                  <a:lnTo>
                    <a:pt x="34753" y="42506"/>
                  </a:lnTo>
                  <a:lnTo>
                    <a:pt x="18891" y="5182"/>
                  </a:lnTo>
                  <a:lnTo>
                    <a:pt x="13277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9" name="object 159"/>
          <p:cNvGrpSpPr/>
          <p:nvPr/>
        </p:nvGrpSpPr>
        <p:grpSpPr>
          <a:xfrm>
            <a:off x="4026195" y="4561350"/>
            <a:ext cx="3887066" cy="2257691"/>
            <a:chOff x="4513788" y="3152833"/>
            <a:chExt cx="2308860" cy="1172210"/>
          </a:xfrm>
        </p:grpSpPr>
        <p:sp>
          <p:nvSpPr>
            <p:cNvPr id="160" name="object 160"/>
            <p:cNvSpPr/>
            <p:nvPr/>
          </p:nvSpPr>
          <p:spPr>
            <a:xfrm>
              <a:off x="4728509" y="4241325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55694" y="0"/>
                  </a:lnTo>
                </a:path>
                <a:path w="2089150">
                  <a:moveTo>
                    <a:pt x="111390" y="0"/>
                  </a:moveTo>
                  <a:lnTo>
                    <a:pt x="2088564" y="0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728509" y="3183119"/>
              <a:ext cx="0" cy="1058545"/>
            </a:xfrm>
            <a:custGeom>
              <a:avLst/>
              <a:gdLst/>
              <a:ahLst/>
              <a:cxnLst/>
              <a:rect l="l" t="t" r="r" b="b"/>
              <a:pathLst>
                <a:path h="1058545">
                  <a:moveTo>
                    <a:pt x="0" y="0"/>
                  </a:moveTo>
                  <a:lnTo>
                    <a:pt x="0" y="1058205"/>
                  </a:lnTo>
                </a:path>
              </a:pathLst>
            </a:custGeom>
            <a:ln w="8354">
              <a:solidFill>
                <a:srgbClr val="E2E8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728509" y="3183119"/>
              <a:ext cx="2089150" cy="529590"/>
            </a:xfrm>
            <a:custGeom>
              <a:avLst/>
              <a:gdLst/>
              <a:ahLst/>
              <a:cxnLst/>
              <a:rect l="l" t="t" r="r" b="b"/>
              <a:pathLst>
                <a:path w="2089150" h="529589">
                  <a:moveTo>
                    <a:pt x="0" y="529102"/>
                  </a:moveTo>
                  <a:lnTo>
                    <a:pt x="2088564" y="529102"/>
                  </a:lnTo>
                </a:path>
                <a:path w="2089150" h="529589">
                  <a:moveTo>
                    <a:pt x="0" y="0"/>
                  </a:moveTo>
                  <a:lnTo>
                    <a:pt x="2088564" y="0"/>
                  </a:lnTo>
                </a:path>
              </a:pathLst>
            </a:custGeom>
            <a:ln w="5569">
              <a:solidFill>
                <a:srgbClr val="F1F5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513783" y="3152838"/>
              <a:ext cx="167005" cy="1112520"/>
            </a:xfrm>
            <a:custGeom>
              <a:avLst/>
              <a:gdLst/>
              <a:ahLst/>
              <a:cxnLst/>
              <a:rect l="l" t="t" r="r" b="b"/>
              <a:pathLst>
                <a:path w="167004" h="1112520">
                  <a:moveTo>
                    <a:pt x="36195" y="550481"/>
                  </a:moveTo>
                  <a:lnTo>
                    <a:pt x="35471" y="545706"/>
                  </a:lnTo>
                  <a:lnTo>
                    <a:pt x="32575" y="537692"/>
                  </a:lnTo>
                  <a:lnTo>
                    <a:pt x="32359" y="537362"/>
                  </a:lnTo>
                  <a:lnTo>
                    <a:pt x="30899" y="535190"/>
                  </a:lnTo>
                  <a:lnTo>
                    <a:pt x="30505" y="534593"/>
                  </a:lnTo>
                  <a:lnTo>
                    <a:pt x="29679" y="533933"/>
                  </a:lnTo>
                  <a:lnTo>
                    <a:pt x="29679" y="551738"/>
                  </a:lnTo>
                  <a:lnTo>
                    <a:pt x="29679" y="560235"/>
                  </a:lnTo>
                  <a:lnTo>
                    <a:pt x="20510" y="576745"/>
                  </a:lnTo>
                  <a:lnTo>
                    <a:pt x="15735" y="576745"/>
                  </a:lnTo>
                  <a:lnTo>
                    <a:pt x="13677" y="575894"/>
                  </a:lnTo>
                  <a:lnTo>
                    <a:pt x="12319" y="574573"/>
                  </a:lnTo>
                  <a:lnTo>
                    <a:pt x="11366" y="573646"/>
                  </a:lnTo>
                  <a:lnTo>
                    <a:pt x="27863" y="543585"/>
                  </a:lnTo>
                  <a:lnTo>
                    <a:pt x="29210" y="548043"/>
                  </a:lnTo>
                  <a:lnTo>
                    <a:pt x="29679" y="551738"/>
                  </a:lnTo>
                  <a:lnTo>
                    <a:pt x="29679" y="533933"/>
                  </a:lnTo>
                  <a:lnTo>
                    <a:pt x="25095" y="530199"/>
                  </a:lnTo>
                  <a:lnTo>
                    <a:pt x="24841" y="530123"/>
                  </a:lnTo>
                  <a:lnTo>
                    <a:pt x="24841" y="538264"/>
                  </a:lnTo>
                  <a:lnTo>
                    <a:pt x="8331" y="568337"/>
                  </a:lnTo>
                  <a:lnTo>
                    <a:pt x="6985" y="563892"/>
                  </a:lnTo>
                  <a:lnTo>
                    <a:pt x="6515" y="560235"/>
                  </a:lnTo>
                  <a:lnTo>
                    <a:pt x="6515" y="551738"/>
                  </a:lnTo>
                  <a:lnTo>
                    <a:pt x="15735" y="535190"/>
                  </a:lnTo>
                  <a:lnTo>
                    <a:pt x="20510" y="535190"/>
                  </a:lnTo>
                  <a:lnTo>
                    <a:pt x="22580" y="536028"/>
                  </a:lnTo>
                  <a:lnTo>
                    <a:pt x="24841" y="538264"/>
                  </a:lnTo>
                  <a:lnTo>
                    <a:pt x="24841" y="530123"/>
                  </a:lnTo>
                  <a:lnTo>
                    <a:pt x="21869" y="529107"/>
                  </a:lnTo>
                  <a:lnTo>
                    <a:pt x="14389" y="529107"/>
                  </a:lnTo>
                  <a:lnTo>
                    <a:pt x="0" y="550481"/>
                  </a:lnTo>
                  <a:lnTo>
                    <a:pt x="0" y="561543"/>
                  </a:lnTo>
                  <a:lnTo>
                    <a:pt x="14389" y="582828"/>
                  </a:lnTo>
                  <a:lnTo>
                    <a:pt x="21869" y="582828"/>
                  </a:lnTo>
                  <a:lnTo>
                    <a:pt x="25095" y="581736"/>
                  </a:lnTo>
                  <a:lnTo>
                    <a:pt x="30505" y="577392"/>
                  </a:lnTo>
                  <a:lnTo>
                    <a:pt x="30937" y="576745"/>
                  </a:lnTo>
                  <a:lnTo>
                    <a:pt x="32575" y="574306"/>
                  </a:lnTo>
                  <a:lnTo>
                    <a:pt x="35471" y="566293"/>
                  </a:lnTo>
                  <a:lnTo>
                    <a:pt x="36195" y="561543"/>
                  </a:lnTo>
                  <a:lnTo>
                    <a:pt x="36195" y="550481"/>
                  </a:lnTo>
                  <a:close/>
                </a:path>
                <a:path w="167004" h="1112520">
                  <a:moveTo>
                    <a:pt x="36195" y="21386"/>
                  </a:moveTo>
                  <a:lnTo>
                    <a:pt x="35471" y="16598"/>
                  </a:lnTo>
                  <a:lnTo>
                    <a:pt x="32575" y="8597"/>
                  </a:lnTo>
                  <a:lnTo>
                    <a:pt x="32359" y="8255"/>
                  </a:lnTo>
                  <a:lnTo>
                    <a:pt x="30899" y="6083"/>
                  </a:lnTo>
                  <a:lnTo>
                    <a:pt x="30505" y="5486"/>
                  </a:lnTo>
                  <a:lnTo>
                    <a:pt x="29679" y="4826"/>
                  </a:lnTo>
                  <a:lnTo>
                    <a:pt x="29679" y="22644"/>
                  </a:lnTo>
                  <a:lnTo>
                    <a:pt x="29679" y="31140"/>
                  </a:lnTo>
                  <a:lnTo>
                    <a:pt x="20510" y="47637"/>
                  </a:lnTo>
                  <a:lnTo>
                    <a:pt x="15735" y="47637"/>
                  </a:lnTo>
                  <a:lnTo>
                    <a:pt x="13677" y="46799"/>
                  </a:lnTo>
                  <a:lnTo>
                    <a:pt x="12319" y="45466"/>
                  </a:lnTo>
                  <a:lnTo>
                    <a:pt x="11366" y="44551"/>
                  </a:lnTo>
                  <a:lnTo>
                    <a:pt x="27863" y="14490"/>
                  </a:lnTo>
                  <a:lnTo>
                    <a:pt x="29210" y="18935"/>
                  </a:lnTo>
                  <a:lnTo>
                    <a:pt x="29679" y="22644"/>
                  </a:lnTo>
                  <a:lnTo>
                    <a:pt x="29679" y="4826"/>
                  </a:lnTo>
                  <a:lnTo>
                    <a:pt x="25095" y="1104"/>
                  </a:lnTo>
                  <a:lnTo>
                    <a:pt x="24841" y="1028"/>
                  </a:lnTo>
                  <a:lnTo>
                    <a:pt x="24841" y="9156"/>
                  </a:lnTo>
                  <a:lnTo>
                    <a:pt x="8331" y="39243"/>
                  </a:lnTo>
                  <a:lnTo>
                    <a:pt x="6985" y="34785"/>
                  </a:lnTo>
                  <a:lnTo>
                    <a:pt x="6515" y="31140"/>
                  </a:lnTo>
                  <a:lnTo>
                    <a:pt x="6515" y="22644"/>
                  </a:lnTo>
                  <a:lnTo>
                    <a:pt x="15735" y="6083"/>
                  </a:lnTo>
                  <a:lnTo>
                    <a:pt x="20510" y="6083"/>
                  </a:lnTo>
                  <a:lnTo>
                    <a:pt x="22580" y="6921"/>
                  </a:lnTo>
                  <a:lnTo>
                    <a:pt x="24841" y="9156"/>
                  </a:lnTo>
                  <a:lnTo>
                    <a:pt x="24841" y="1028"/>
                  </a:lnTo>
                  <a:lnTo>
                    <a:pt x="21869" y="0"/>
                  </a:lnTo>
                  <a:lnTo>
                    <a:pt x="14389" y="0"/>
                  </a:lnTo>
                  <a:lnTo>
                    <a:pt x="0" y="21386"/>
                  </a:lnTo>
                  <a:lnTo>
                    <a:pt x="0" y="32435"/>
                  </a:lnTo>
                  <a:lnTo>
                    <a:pt x="14389" y="53721"/>
                  </a:lnTo>
                  <a:lnTo>
                    <a:pt x="21869" y="53721"/>
                  </a:lnTo>
                  <a:lnTo>
                    <a:pt x="25095" y="52641"/>
                  </a:lnTo>
                  <a:lnTo>
                    <a:pt x="30505" y="48298"/>
                  </a:lnTo>
                  <a:lnTo>
                    <a:pt x="30937" y="47637"/>
                  </a:lnTo>
                  <a:lnTo>
                    <a:pt x="32575" y="45199"/>
                  </a:lnTo>
                  <a:lnTo>
                    <a:pt x="35471" y="37185"/>
                  </a:lnTo>
                  <a:lnTo>
                    <a:pt x="36195" y="32435"/>
                  </a:lnTo>
                  <a:lnTo>
                    <a:pt x="36195" y="21386"/>
                  </a:lnTo>
                  <a:close/>
                </a:path>
                <a:path w="167004" h="1112520">
                  <a:moveTo>
                    <a:pt x="66027" y="572833"/>
                  </a:moveTo>
                  <a:lnTo>
                    <a:pt x="57048" y="572833"/>
                  </a:lnTo>
                  <a:lnTo>
                    <a:pt x="57048" y="581672"/>
                  </a:lnTo>
                  <a:lnTo>
                    <a:pt x="66027" y="581672"/>
                  </a:lnTo>
                  <a:lnTo>
                    <a:pt x="66027" y="572833"/>
                  </a:lnTo>
                  <a:close/>
                </a:path>
                <a:path w="167004" h="1112520">
                  <a:moveTo>
                    <a:pt x="66027" y="43726"/>
                  </a:moveTo>
                  <a:lnTo>
                    <a:pt x="57048" y="43726"/>
                  </a:lnTo>
                  <a:lnTo>
                    <a:pt x="57048" y="52565"/>
                  </a:lnTo>
                  <a:lnTo>
                    <a:pt x="66027" y="52565"/>
                  </a:lnTo>
                  <a:lnTo>
                    <a:pt x="66027" y="43726"/>
                  </a:lnTo>
                  <a:close/>
                </a:path>
                <a:path w="167004" h="1112520">
                  <a:moveTo>
                    <a:pt x="79629" y="1079588"/>
                  </a:moveTo>
                  <a:lnTo>
                    <a:pt x="73113" y="1063040"/>
                  </a:lnTo>
                  <a:lnTo>
                    <a:pt x="73113" y="1080846"/>
                  </a:lnTo>
                  <a:lnTo>
                    <a:pt x="73113" y="1089342"/>
                  </a:lnTo>
                  <a:lnTo>
                    <a:pt x="63931" y="1105852"/>
                  </a:lnTo>
                  <a:lnTo>
                    <a:pt x="59156" y="1105852"/>
                  </a:lnTo>
                  <a:lnTo>
                    <a:pt x="57111" y="1105001"/>
                  </a:lnTo>
                  <a:lnTo>
                    <a:pt x="55740" y="1103680"/>
                  </a:lnTo>
                  <a:lnTo>
                    <a:pt x="54787" y="1102753"/>
                  </a:lnTo>
                  <a:lnTo>
                    <a:pt x="71297" y="1072692"/>
                  </a:lnTo>
                  <a:lnTo>
                    <a:pt x="72644" y="1077137"/>
                  </a:lnTo>
                  <a:lnTo>
                    <a:pt x="73113" y="1080846"/>
                  </a:lnTo>
                  <a:lnTo>
                    <a:pt x="73113" y="1063040"/>
                  </a:lnTo>
                  <a:lnTo>
                    <a:pt x="68529" y="1059307"/>
                  </a:lnTo>
                  <a:lnTo>
                    <a:pt x="68262" y="1059218"/>
                  </a:lnTo>
                  <a:lnTo>
                    <a:pt x="68262" y="1067371"/>
                  </a:lnTo>
                  <a:lnTo>
                    <a:pt x="51752" y="1097445"/>
                  </a:lnTo>
                  <a:lnTo>
                    <a:pt x="50406" y="1093000"/>
                  </a:lnTo>
                  <a:lnTo>
                    <a:pt x="49936" y="1089342"/>
                  </a:lnTo>
                  <a:lnTo>
                    <a:pt x="49936" y="1080846"/>
                  </a:lnTo>
                  <a:lnTo>
                    <a:pt x="59156" y="1064285"/>
                  </a:lnTo>
                  <a:lnTo>
                    <a:pt x="63931" y="1064285"/>
                  </a:lnTo>
                  <a:lnTo>
                    <a:pt x="66001" y="1065136"/>
                  </a:lnTo>
                  <a:lnTo>
                    <a:pt x="68262" y="1067371"/>
                  </a:lnTo>
                  <a:lnTo>
                    <a:pt x="68262" y="1059218"/>
                  </a:lnTo>
                  <a:lnTo>
                    <a:pt x="65290" y="1058202"/>
                  </a:lnTo>
                  <a:lnTo>
                    <a:pt x="57810" y="1058202"/>
                  </a:lnTo>
                  <a:lnTo>
                    <a:pt x="43421" y="1079588"/>
                  </a:lnTo>
                  <a:lnTo>
                    <a:pt x="43421" y="1090637"/>
                  </a:lnTo>
                  <a:lnTo>
                    <a:pt x="57810" y="1111935"/>
                  </a:lnTo>
                  <a:lnTo>
                    <a:pt x="65290" y="1111935"/>
                  </a:lnTo>
                  <a:lnTo>
                    <a:pt x="79629" y="1090637"/>
                  </a:lnTo>
                  <a:lnTo>
                    <a:pt x="79629" y="1079588"/>
                  </a:lnTo>
                  <a:close/>
                </a:path>
                <a:path w="167004" h="1112520">
                  <a:moveTo>
                    <a:pt x="109461" y="1101940"/>
                  </a:moveTo>
                  <a:lnTo>
                    <a:pt x="100482" y="1101940"/>
                  </a:lnTo>
                  <a:lnTo>
                    <a:pt x="100482" y="1110767"/>
                  </a:lnTo>
                  <a:lnTo>
                    <a:pt x="109461" y="1110767"/>
                  </a:lnTo>
                  <a:lnTo>
                    <a:pt x="109461" y="1101940"/>
                  </a:lnTo>
                  <a:close/>
                </a:path>
                <a:path w="167004" h="1112520">
                  <a:moveTo>
                    <a:pt x="122364" y="32626"/>
                  </a:moveTo>
                  <a:lnTo>
                    <a:pt x="121780" y="30048"/>
                  </a:lnTo>
                  <a:lnTo>
                    <a:pt x="121678" y="29591"/>
                  </a:lnTo>
                  <a:lnTo>
                    <a:pt x="118948" y="24333"/>
                  </a:lnTo>
                  <a:lnTo>
                    <a:pt x="117106" y="22326"/>
                  </a:lnTo>
                  <a:lnTo>
                    <a:pt x="116992" y="22186"/>
                  </a:lnTo>
                  <a:lnTo>
                    <a:pt x="112014" y="19151"/>
                  </a:lnTo>
                  <a:lnTo>
                    <a:pt x="109131" y="18389"/>
                  </a:lnTo>
                  <a:lnTo>
                    <a:pt x="104355" y="18389"/>
                  </a:lnTo>
                  <a:lnTo>
                    <a:pt x="95732" y="22542"/>
                  </a:lnTo>
                  <a:lnTo>
                    <a:pt x="97599" y="7239"/>
                  </a:lnTo>
                  <a:lnTo>
                    <a:pt x="119253" y="7239"/>
                  </a:lnTo>
                  <a:lnTo>
                    <a:pt x="119253" y="1155"/>
                  </a:lnTo>
                  <a:lnTo>
                    <a:pt x="94894" y="1155"/>
                  </a:lnTo>
                  <a:lnTo>
                    <a:pt x="94894" y="23558"/>
                  </a:lnTo>
                  <a:lnTo>
                    <a:pt x="94246" y="24828"/>
                  </a:lnTo>
                  <a:lnTo>
                    <a:pt x="94119" y="25057"/>
                  </a:lnTo>
                  <a:lnTo>
                    <a:pt x="94894" y="23558"/>
                  </a:lnTo>
                  <a:lnTo>
                    <a:pt x="94894" y="1155"/>
                  </a:lnTo>
                  <a:lnTo>
                    <a:pt x="91884" y="1155"/>
                  </a:lnTo>
                  <a:lnTo>
                    <a:pt x="88531" y="29591"/>
                  </a:lnTo>
                  <a:lnTo>
                    <a:pt x="88480" y="30048"/>
                  </a:lnTo>
                  <a:lnTo>
                    <a:pt x="95135" y="30048"/>
                  </a:lnTo>
                  <a:lnTo>
                    <a:pt x="95961" y="28219"/>
                  </a:lnTo>
                  <a:lnTo>
                    <a:pt x="97294" y="26797"/>
                  </a:lnTo>
                  <a:lnTo>
                    <a:pt x="98399" y="26212"/>
                  </a:lnTo>
                  <a:lnTo>
                    <a:pt x="101015" y="24828"/>
                  </a:lnTo>
                  <a:lnTo>
                    <a:pt x="102958" y="24333"/>
                  </a:lnTo>
                  <a:lnTo>
                    <a:pt x="107251" y="24333"/>
                  </a:lnTo>
                  <a:lnTo>
                    <a:pt x="109232" y="24828"/>
                  </a:lnTo>
                  <a:lnTo>
                    <a:pt x="115849" y="33642"/>
                  </a:lnTo>
                  <a:lnTo>
                    <a:pt x="115849" y="39674"/>
                  </a:lnTo>
                  <a:lnTo>
                    <a:pt x="114820" y="42532"/>
                  </a:lnTo>
                  <a:lnTo>
                    <a:pt x="110832" y="46621"/>
                  </a:lnTo>
                  <a:lnTo>
                    <a:pt x="108165" y="47637"/>
                  </a:lnTo>
                  <a:lnTo>
                    <a:pt x="101892" y="47637"/>
                  </a:lnTo>
                  <a:lnTo>
                    <a:pt x="99466" y="46901"/>
                  </a:lnTo>
                  <a:lnTo>
                    <a:pt x="95656" y="43967"/>
                  </a:lnTo>
                  <a:lnTo>
                    <a:pt x="94513" y="41783"/>
                  </a:lnTo>
                  <a:lnTo>
                    <a:pt x="94234" y="39674"/>
                  </a:lnTo>
                  <a:lnTo>
                    <a:pt x="94119" y="38887"/>
                  </a:lnTo>
                  <a:lnTo>
                    <a:pt x="87604" y="39319"/>
                  </a:lnTo>
                  <a:lnTo>
                    <a:pt x="87820" y="41783"/>
                  </a:lnTo>
                  <a:lnTo>
                    <a:pt x="87845" y="42164"/>
                  </a:lnTo>
                  <a:lnTo>
                    <a:pt x="101511" y="53721"/>
                  </a:lnTo>
                  <a:lnTo>
                    <a:pt x="108267" y="53721"/>
                  </a:lnTo>
                  <a:lnTo>
                    <a:pt x="111290" y="52971"/>
                  </a:lnTo>
                  <a:lnTo>
                    <a:pt x="116560" y="49987"/>
                  </a:lnTo>
                  <a:lnTo>
                    <a:pt x="118618" y="47891"/>
                  </a:lnTo>
                  <a:lnTo>
                    <a:pt x="118757" y="47637"/>
                  </a:lnTo>
                  <a:lnTo>
                    <a:pt x="121615" y="42532"/>
                  </a:lnTo>
                  <a:lnTo>
                    <a:pt x="122313" y="39674"/>
                  </a:lnTo>
                  <a:lnTo>
                    <a:pt x="122364" y="32626"/>
                  </a:lnTo>
                  <a:close/>
                </a:path>
                <a:path w="167004" h="1112520">
                  <a:moveTo>
                    <a:pt x="123088" y="575589"/>
                  </a:moveTo>
                  <a:lnTo>
                    <a:pt x="94551" y="575589"/>
                  </a:lnTo>
                  <a:lnTo>
                    <a:pt x="94653" y="574281"/>
                  </a:lnTo>
                  <a:lnTo>
                    <a:pt x="112471" y="559511"/>
                  </a:lnTo>
                  <a:lnTo>
                    <a:pt x="115277" y="557745"/>
                  </a:lnTo>
                  <a:lnTo>
                    <a:pt x="119380" y="554469"/>
                  </a:lnTo>
                  <a:lnTo>
                    <a:pt x="120840" y="552691"/>
                  </a:lnTo>
                  <a:lnTo>
                    <a:pt x="122580" y="548881"/>
                  </a:lnTo>
                  <a:lnTo>
                    <a:pt x="123012" y="546620"/>
                  </a:lnTo>
                  <a:lnTo>
                    <a:pt x="123012" y="541070"/>
                  </a:lnTo>
                  <a:lnTo>
                    <a:pt x="109740" y="529107"/>
                  </a:lnTo>
                  <a:lnTo>
                    <a:pt x="100660" y="529107"/>
                  </a:lnTo>
                  <a:lnTo>
                    <a:pt x="96253" y="530606"/>
                  </a:lnTo>
                  <a:lnTo>
                    <a:pt x="89687" y="536587"/>
                  </a:lnTo>
                  <a:lnTo>
                    <a:pt x="87757" y="540588"/>
                  </a:lnTo>
                  <a:lnTo>
                    <a:pt x="87172" y="545617"/>
                  </a:lnTo>
                  <a:lnTo>
                    <a:pt x="93687" y="546049"/>
                  </a:lnTo>
                  <a:lnTo>
                    <a:pt x="94221" y="542569"/>
                  </a:lnTo>
                  <a:lnTo>
                    <a:pt x="95529" y="539889"/>
                  </a:lnTo>
                  <a:lnTo>
                    <a:pt x="99733" y="536130"/>
                  </a:lnTo>
                  <a:lnTo>
                    <a:pt x="102590" y="535190"/>
                  </a:lnTo>
                  <a:lnTo>
                    <a:pt x="108483" y="535190"/>
                  </a:lnTo>
                  <a:lnTo>
                    <a:pt x="116497" y="542378"/>
                  </a:lnTo>
                  <a:lnTo>
                    <a:pt x="116497" y="545896"/>
                  </a:lnTo>
                  <a:lnTo>
                    <a:pt x="101460" y="558165"/>
                  </a:lnTo>
                  <a:lnTo>
                    <a:pt x="97459" y="560844"/>
                  </a:lnTo>
                  <a:lnTo>
                    <a:pt x="91719" y="566153"/>
                  </a:lnTo>
                  <a:lnTo>
                    <a:pt x="89712" y="568934"/>
                  </a:lnTo>
                  <a:lnTo>
                    <a:pt x="87452" y="574776"/>
                  </a:lnTo>
                  <a:lnTo>
                    <a:pt x="86880" y="578053"/>
                  </a:lnTo>
                  <a:lnTo>
                    <a:pt x="86880" y="581672"/>
                  </a:lnTo>
                  <a:lnTo>
                    <a:pt x="123088" y="581672"/>
                  </a:lnTo>
                  <a:lnTo>
                    <a:pt x="123088" y="575589"/>
                  </a:lnTo>
                  <a:close/>
                </a:path>
                <a:path w="167004" h="1112520">
                  <a:moveTo>
                    <a:pt x="165798" y="561733"/>
                  </a:moveTo>
                  <a:lnTo>
                    <a:pt x="165214" y="559155"/>
                  </a:lnTo>
                  <a:lnTo>
                    <a:pt x="165112" y="558698"/>
                  </a:lnTo>
                  <a:lnTo>
                    <a:pt x="162382" y="553427"/>
                  </a:lnTo>
                  <a:lnTo>
                    <a:pt x="160553" y="551434"/>
                  </a:lnTo>
                  <a:lnTo>
                    <a:pt x="160439" y="551294"/>
                  </a:lnTo>
                  <a:lnTo>
                    <a:pt x="155460" y="548259"/>
                  </a:lnTo>
                  <a:lnTo>
                    <a:pt x="152577" y="547497"/>
                  </a:lnTo>
                  <a:lnTo>
                    <a:pt x="147802" y="547497"/>
                  </a:lnTo>
                  <a:lnTo>
                    <a:pt x="139166" y="551649"/>
                  </a:lnTo>
                  <a:lnTo>
                    <a:pt x="141046" y="536346"/>
                  </a:lnTo>
                  <a:lnTo>
                    <a:pt x="162687" y="536346"/>
                  </a:lnTo>
                  <a:lnTo>
                    <a:pt x="162687" y="530263"/>
                  </a:lnTo>
                  <a:lnTo>
                    <a:pt x="135318" y="530263"/>
                  </a:lnTo>
                  <a:lnTo>
                    <a:pt x="131965" y="558698"/>
                  </a:lnTo>
                  <a:lnTo>
                    <a:pt x="131914" y="559155"/>
                  </a:lnTo>
                  <a:lnTo>
                    <a:pt x="138582" y="559155"/>
                  </a:lnTo>
                  <a:lnTo>
                    <a:pt x="139395" y="557314"/>
                  </a:lnTo>
                  <a:lnTo>
                    <a:pt x="140741" y="555904"/>
                  </a:lnTo>
                  <a:lnTo>
                    <a:pt x="141846" y="555307"/>
                  </a:lnTo>
                  <a:lnTo>
                    <a:pt x="144449" y="553923"/>
                  </a:lnTo>
                  <a:lnTo>
                    <a:pt x="146392" y="553427"/>
                  </a:lnTo>
                  <a:lnTo>
                    <a:pt x="150698" y="553427"/>
                  </a:lnTo>
                  <a:lnTo>
                    <a:pt x="159283" y="562749"/>
                  </a:lnTo>
                  <a:lnTo>
                    <a:pt x="159283" y="568782"/>
                  </a:lnTo>
                  <a:lnTo>
                    <a:pt x="158254" y="571639"/>
                  </a:lnTo>
                  <a:lnTo>
                    <a:pt x="154279" y="575716"/>
                  </a:lnTo>
                  <a:lnTo>
                    <a:pt x="151612" y="576745"/>
                  </a:lnTo>
                  <a:lnTo>
                    <a:pt x="145338" y="576745"/>
                  </a:lnTo>
                  <a:lnTo>
                    <a:pt x="137566" y="567982"/>
                  </a:lnTo>
                  <a:lnTo>
                    <a:pt x="131051" y="568413"/>
                  </a:lnTo>
                  <a:lnTo>
                    <a:pt x="144945" y="582828"/>
                  </a:lnTo>
                  <a:lnTo>
                    <a:pt x="151714" y="582828"/>
                  </a:lnTo>
                  <a:lnTo>
                    <a:pt x="154736" y="582079"/>
                  </a:lnTo>
                  <a:lnTo>
                    <a:pt x="159994" y="579081"/>
                  </a:lnTo>
                  <a:lnTo>
                    <a:pt x="162064" y="576999"/>
                  </a:lnTo>
                  <a:lnTo>
                    <a:pt x="162204" y="576745"/>
                  </a:lnTo>
                  <a:lnTo>
                    <a:pt x="165049" y="571639"/>
                  </a:lnTo>
                  <a:lnTo>
                    <a:pt x="165760" y="568782"/>
                  </a:lnTo>
                  <a:lnTo>
                    <a:pt x="165798" y="561733"/>
                  </a:lnTo>
                  <a:close/>
                </a:path>
                <a:path w="167004" h="1112520">
                  <a:moveTo>
                    <a:pt x="166509" y="1079588"/>
                  </a:moveTo>
                  <a:lnTo>
                    <a:pt x="165785" y="1074813"/>
                  </a:lnTo>
                  <a:lnTo>
                    <a:pt x="162890" y="1066800"/>
                  </a:lnTo>
                  <a:lnTo>
                    <a:pt x="162661" y="1066457"/>
                  </a:lnTo>
                  <a:lnTo>
                    <a:pt x="161213" y="1064285"/>
                  </a:lnTo>
                  <a:lnTo>
                    <a:pt x="160820" y="1063701"/>
                  </a:lnTo>
                  <a:lnTo>
                    <a:pt x="159994" y="1063040"/>
                  </a:lnTo>
                  <a:lnTo>
                    <a:pt x="159994" y="1080846"/>
                  </a:lnTo>
                  <a:lnTo>
                    <a:pt x="159994" y="1089342"/>
                  </a:lnTo>
                  <a:lnTo>
                    <a:pt x="150825" y="1105852"/>
                  </a:lnTo>
                  <a:lnTo>
                    <a:pt x="146037" y="1105852"/>
                  </a:lnTo>
                  <a:lnTo>
                    <a:pt x="143992" y="1105001"/>
                  </a:lnTo>
                  <a:lnTo>
                    <a:pt x="142621" y="1103680"/>
                  </a:lnTo>
                  <a:lnTo>
                    <a:pt x="141681" y="1102753"/>
                  </a:lnTo>
                  <a:lnTo>
                    <a:pt x="158178" y="1072692"/>
                  </a:lnTo>
                  <a:lnTo>
                    <a:pt x="159524" y="1077137"/>
                  </a:lnTo>
                  <a:lnTo>
                    <a:pt x="159994" y="1080846"/>
                  </a:lnTo>
                  <a:lnTo>
                    <a:pt x="159994" y="1063040"/>
                  </a:lnTo>
                  <a:lnTo>
                    <a:pt x="155409" y="1059307"/>
                  </a:lnTo>
                  <a:lnTo>
                    <a:pt x="155155" y="1059230"/>
                  </a:lnTo>
                  <a:lnTo>
                    <a:pt x="155155" y="1067371"/>
                  </a:lnTo>
                  <a:lnTo>
                    <a:pt x="138633" y="1097445"/>
                  </a:lnTo>
                  <a:lnTo>
                    <a:pt x="137299" y="1093000"/>
                  </a:lnTo>
                  <a:lnTo>
                    <a:pt x="136829" y="1089342"/>
                  </a:lnTo>
                  <a:lnTo>
                    <a:pt x="136829" y="1080846"/>
                  </a:lnTo>
                  <a:lnTo>
                    <a:pt x="146037" y="1064285"/>
                  </a:lnTo>
                  <a:lnTo>
                    <a:pt x="150825" y="1064285"/>
                  </a:lnTo>
                  <a:lnTo>
                    <a:pt x="152882" y="1065136"/>
                  </a:lnTo>
                  <a:lnTo>
                    <a:pt x="155155" y="1067371"/>
                  </a:lnTo>
                  <a:lnTo>
                    <a:pt x="155155" y="1059230"/>
                  </a:lnTo>
                  <a:lnTo>
                    <a:pt x="152171" y="1058202"/>
                  </a:lnTo>
                  <a:lnTo>
                    <a:pt x="144691" y="1058202"/>
                  </a:lnTo>
                  <a:lnTo>
                    <a:pt x="130302" y="1079588"/>
                  </a:lnTo>
                  <a:lnTo>
                    <a:pt x="130302" y="1090637"/>
                  </a:lnTo>
                  <a:lnTo>
                    <a:pt x="144691" y="1111935"/>
                  </a:lnTo>
                  <a:lnTo>
                    <a:pt x="152171" y="1111935"/>
                  </a:lnTo>
                  <a:lnTo>
                    <a:pt x="155409" y="1110843"/>
                  </a:lnTo>
                  <a:lnTo>
                    <a:pt x="160820" y="1106500"/>
                  </a:lnTo>
                  <a:lnTo>
                    <a:pt x="161251" y="1105852"/>
                  </a:lnTo>
                  <a:lnTo>
                    <a:pt x="162890" y="1103414"/>
                  </a:lnTo>
                  <a:lnTo>
                    <a:pt x="165785" y="1095400"/>
                  </a:lnTo>
                  <a:lnTo>
                    <a:pt x="166509" y="1090637"/>
                  </a:lnTo>
                  <a:lnTo>
                    <a:pt x="166509" y="1079588"/>
                  </a:lnTo>
                  <a:close/>
                </a:path>
                <a:path w="167004" h="1112520">
                  <a:moveTo>
                    <a:pt x="166522" y="21386"/>
                  </a:moveTo>
                  <a:lnTo>
                    <a:pt x="165798" y="16598"/>
                  </a:lnTo>
                  <a:lnTo>
                    <a:pt x="162902" y="8597"/>
                  </a:lnTo>
                  <a:lnTo>
                    <a:pt x="162674" y="8255"/>
                  </a:lnTo>
                  <a:lnTo>
                    <a:pt x="161226" y="6083"/>
                  </a:lnTo>
                  <a:lnTo>
                    <a:pt x="160832" y="5486"/>
                  </a:lnTo>
                  <a:lnTo>
                    <a:pt x="160007" y="4826"/>
                  </a:lnTo>
                  <a:lnTo>
                    <a:pt x="160007" y="22644"/>
                  </a:lnTo>
                  <a:lnTo>
                    <a:pt x="160007" y="31140"/>
                  </a:lnTo>
                  <a:lnTo>
                    <a:pt x="150837" y="47637"/>
                  </a:lnTo>
                  <a:lnTo>
                    <a:pt x="146062" y="47637"/>
                  </a:lnTo>
                  <a:lnTo>
                    <a:pt x="144005" y="46799"/>
                  </a:lnTo>
                  <a:lnTo>
                    <a:pt x="142646" y="45466"/>
                  </a:lnTo>
                  <a:lnTo>
                    <a:pt x="141693" y="44551"/>
                  </a:lnTo>
                  <a:lnTo>
                    <a:pt x="158191" y="14490"/>
                  </a:lnTo>
                  <a:lnTo>
                    <a:pt x="159537" y="18935"/>
                  </a:lnTo>
                  <a:lnTo>
                    <a:pt x="160007" y="22644"/>
                  </a:lnTo>
                  <a:lnTo>
                    <a:pt x="160007" y="4826"/>
                  </a:lnTo>
                  <a:lnTo>
                    <a:pt x="155422" y="1104"/>
                  </a:lnTo>
                  <a:lnTo>
                    <a:pt x="155168" y="1028"/>
                  </a:lnTo>
                  <a:lnTo>
                    <a:pt x="155168" y="9156"/>
                  </a:lnTo>
                  <a:lnTo>
                    <a:pt x="138658" y="39243"/>
                  </a:lnTo>
                  <a:lnTo>
                    <a:pt x="137312" y="34785"/>
                  </a:lnTo>
                  <a:lnTo>
                    <a:pt x="136842" y="31140"/>
                  </a:lnTo>
                  <a:lnTo>
                    <a:pt x="136842" y="22644"/>
                  </a:lnTo>
                  <a:lnTo>
                    <a:pt x="146062" y="6083"/>
                  </a:lnTo>
                  <a:lnTo>
                    <a:pt x="150837" y="6083"/>
                  </a:lnTo>
                  <a:lnTo>
                    <a:pt x="152908" y="6921"/>
                  </a:lnTo>
                  <a:lnTo>
                    <a:pt x="155168" y="9156"/>
                  </a:lnTo>
                  <a:lnTo>
                    <a:pt x="155168" y="1028"/>
                  </a:lnTo>
                  <a:lnTo>
                    <a:pt x="152196" y="0"/>
                  </a:lnTo>
                  <a:lnTo>
                    <a:pt x="144703" y="0"/>
                  </a:lnTo>
                  <a:lnTo>
                    <a:pt x="130327" y="21386"/>
                  </a:lnTo>
                  <a:lnTo>
                    <a:pt x="130327" y="32435"/>
                  </a:lnTo>
                  <a:lnTo>
                    <a:pt x="144703" y="53721"/>
                  </a:lnTo>
                  <a:lnTo>
                    <a:pt x="152196" y="53721"/>
                  </a:lnTo>
                  <a:lnTo>
                    <a:pt x="155422" y="52641"/>
                  </a:lnTo>
                  <a:lnTo>
                    <a:pt x="160832" y="48298"/>
                  </a:lnTo>
                  <a:lnTo>
                    <a:pt x="161264" y="47637"/>
                  </a:lnTo>
                  <a:lnTo>
                    <a:pt x="162902" y="45199"/>
                  </a:lnTo>
                  <a:lnTo>
                    <a:pt x="165798" y="37185"/>
                  </a:lnTo>
                  <a:lnTo>
                    <a:pt x="166522" y="32435"/>
                  </a:lnTo>
                  <a:lnTo>
                    <a:pt x="166522" y="21386"/>
                  </a:lnTo>
                  <a:close/>
                </a:path>
              </a:pathLst>
            </a:custGeom>
            <a:solidFill>
              <a:srgbClr val="94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784204" y="3210967"/>
              <a:ext cx="1832367" cy="1113901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6644419" y="3433748"/>
              <a:ext cx="178435" cy="807720"/>
            </a:xfrm>
            <a:custGeom>
              <a:avLst/>
              <a:gdLst/>
              <a:ahLst/>
              <a:cxnLst/>
              <a:rect l="l" t="t" r="r" b="b"/>
              <a:pathLst>
                <a:path w="178434" h="807720">
                  <a:moveTo>
                    <a:pt x="163730" y="0"/>
                  </a:moveTo>
                  <a:lnTo>
                    <a:pt x="16709" y="0"/>
                  </a:lnTo>
                  <a:lnTo>
                    <a:pt x="14493" y="0"/>
                  </a:lnTo>
                  <a:lnTo>
                    <a:pt x="12360" y="422"/>
                  </a:lnTo>
                  <a:lnTo>
                    <a:pt x="0" y="14491"/>
                  </a:lnTo>
                  <a:lnTo>
                    <a:pt x="0" y="793084"/>
                  </a:lnTo>
                  <a:lnTo>
                    <a:pt x="14493" y="807577"/>
                  </a:lnTo>
                  <a:lnTo>
                    <a:pt x="163730" y="807577"/>
                  </a:lnTo>
                  <a:lnTo>
                    <a:pt x="178224" y="793084"/>
                  </a:lnTo>
                  <a:lnTo>
                    <a:pt x="178224" y="14491"/>
                  </a:lnTo>
                  <a:lnTo>
                    <a:pt x="165863" y="422"/>
                  </a:lnTo>
                  <a:lnTo>
                    <a:pt x="163730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6" name="object 166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8281854" y="3077298"/>
            <a:ext cx="1854645" cy="991371"/>
          </a:xfrm>
          <a:prstGeom prst="rect">
            <a:avLst/>
          </a:prstGeom>
        </p:spPr>
      </p:pic>
      <p:pic>
        <p:nvPicPr>
          <p:cNvPr id="167" name="object 167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8281854" y="4124364"/>
            <a:ext cx="1854645" cy="1158457"/>
          </a:xfrm>
          <a:prstGeom prst="rect">
            <a:avLst/>
          </a:prstGeom>
        </p:spPr>
      </p:pic>
      <p:sp>
        <p:nvSpPr>
          <p:cNvPr id="168" name="Rectangle 167"/>
          <p:cNvSpPr/>
          <p:nvPr/>
        </p:nvSpPr>
        <p:spPr>
          <a:xfrm>
            <a:off x="438912" y="3675887"/>
            <a:ext cx="3456432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9" name="Picture 168" descr="s14_left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38912" y="3675887"/>
            <a:ext cx="3456432" cy="2450592"/>
          </a:xfrm>
          <a:prstGeom prst="rect">
            <a:avLst/>
          </a:prstGeom>
        </p:spPr>
      </p:pic>
      <p:sp>
        <p:nvSpPr>
          <p:cNvPr id="170" name="Rectangle 169"/>
          <p:cNvSpPr/>
          <p:nvPr/>
        </p:nvSpPr>
        <p:spPr>
          <a:xfrm>
            <a:off x="3913632" y="3675887"/>
            <a:ext cx="4069080" cy="2450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1" name="Picture 170" descr="s14_right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913632" y="3675887"/>
            <a:ext cx="4069080" cy="2450592"/>
          </a:xfrm>
          <a:prstGeom prst="rect">
            <a:avLst/>
          </a:prstGeom>
        </p:spPr>
      </p:pic>
      <p:sp>
        <p:nvSpPr>
          <p:cNvPr id="172" name="Rectangle 171"/>
          <p:cNvSpPr/>
          <p:nvPr/>
        </p:nvSpPr>
        <p:spPr>
          <a:xfrm>
            <a:off x="365760" y="6126480"/>
            <a:ext cx="7726679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1526"/>
            <a:ext cx="10694035" cy="6015355"/>
          </a:xfrm>
          <a:custGeom>
            <a:avLst/>
            <a:gdLst/>
            <a:ahLst/>
            <a:cxnLst/>
            <a:rect l="l" t="t" r="r" b="b"/>
            <a:pathLst>
              <a:path w="10694035" h="6015355">
                <a:moveTo>
                  <a:pt x="10693449" y="0"/>
                </a:moveTo>
                <a:lnTo>
                  <a:pt x="0" y="0"/>
                </a:lnTo>
                <a:lnTo>
                  <a:pt x="0" y="6015065"/>
                </a:lnTo>
                <a:lnTo>
                  <a:pt x="10693449" y="6015065"/>
                </a:lnTo>
                <a:lnTo>
                  <a:pt x="10693449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1670" y="1158506"/>
            <a:ext cx="681355" cy="83185"/>
          </a:xfrm>
          <a:custGeom>
            <a:avLst/>
            <a:gdLst/>
            <a:ahLst/>
            <a:cxnLst/>
            <a:rect l="l" t="t" r="r" b="b"/>
            <a:pathLst>
              <a:path w="681355" h="83184">
                <a:moveTo>
                  <a:pt x="57378" y="55753"/>
                </a:moveTo>
                <a:lnTo>
                  <a:pt x="28270" y="34010"/>
                </a:lnTo>
                <a:lnTo>
                  <a:pt x="24828" y="32829"/>
                </a:lnTo>
                <a:lnTo>
                  <a:pt x="19900" y="30619"/>
                </a:lnTo>
                <a:lnTo>
                  <a:pt x="18173" y="29362"/>
                </a:lnTo>
                <a:lnTo>
                  <a:pt x="16192" y="26517"/>
                </a:lnTo>
                <a:lnTo>
                  <a:pt x="15709" y="24765"/>
                </a:lnTo>
                <a:lnTo>
                  <a:pt x="15709" y="19570"/>
                </a:lnTo>
                <a:lnTo>
                  <a:pt x="16814" y="17094"/>
                </a:lnTo>
                <a:lnTo>
                  <a:pt x="21272" y="13398"/>
                </a:lnTo>
                <a:lnTo>
                  <a:pt x="24269" y="12471"/>
                </a:lnTo>
                <a:lnTo>
                  <a:pt x="30835" y="12471"/>
                </a:lnTo>
                <a:lnTo>
                  <a:pt x="42252" y="26771"/>
                </a:lnTo>
                <a:lnTo>
                  <a:pt x="56299" y="26060"/>
                </a:lnTo>
                <a:lnTo>
                  <a:pt x="34150" y="0"/>
                </a:lnTo>
                <a:lnTo>
                  <a:pt x="22923" y="0"/>
                </a:lnTo>
                <a:lnTo>
                  <a:pt x="1663" y="18757"/>
                </a:lnTo>
                <a:lnTo>
                  <a:pt x="1663" y="27711"/>
                </a:lnTo>
                <a:lnTo>
                  <a:pt x="29768" y="47510"/>
                </a:lnTo>
                <a:lnTo>
                  <a:pt x="33591" y="48856"/>
                </a:lnTo>
                <a:lnTo>
                  <a:pt x="38925" y="51536"/>
                </a:lnTo>
                <a:lnTo>
                  <a:pt x="40767" y="53009"/>
                </a:lnTo>
                <a:lnTo>
                  <a:pt x="42837" y="56210"/>
                </a:lnTo>
                <a:lnTo>
                  <a:pt x="43345" y="58102"/>
                </a:lnTo>
                <a:lnTo>
                  <a:pt x="43345" y="62420"/>
                </a:lnTo>
                <a:lnTo>
                  <a:pt x="32956" y="70167"/>
                </a:lnTo>
                <a:lnTo>
                  <a:pt x="27139" y="70167"/>
                </a:lnTo>
                <a:lnTo>
                  <a:pt x="13944" y="53835"/>
                </a:lnTo>
                <a:lnTo>
                  <a:pt x="0" y="54597"/>
                </a:lnTo>
                <a:lnTo>
                  <a:pt x="23672" y="82651"/>
                </a:lnTo>
                <a:lnTo>
                  <a:pt x="29514" y="82651"/>
                </a:lnTo>
                <a:lnTo>
                  <a:pt x="35229" y="82651"/>
                </a:lnTo>
                <a:lnTo>
                  <a:pt x="57378" y="64528"/>
                </a:lnTo>
                <a:lnTo>
                  <a:pt x="57378" y="55753"/>
                </a:lnTo>
                <a:close/>
              </a:path>
              <a:path w="681355" h="83184">
                <a:moveTo>
                  <a:pt x="136334" y="1778"/>
                </a:moveTo>
                <a:lnTo>
                  <a:pt x="121323" y="1778"/>
                </a:lnTo>
                <a:lnTo>
                  <a:pt x="106667" y="33947"/>
                </a:lnTo>
                <a:lnTo>
                  <a:pt x="91998" y="1778"/>
                </a:lnTo>
                <a:lnTo>
                  <a:pt x="76987" y="1778"/>
                </a:lnTo>
                <a:lnTo>
                  <a:pt x="99847" y="48120"/>
                </a:lnTo>
                <a:lnTo>
                  <a:pt x="99847" y="80860"/>
                </a:lnTo>
                <a:lnTo>
                  <a:pt x="113614" y="80860"/>
                </a:lnTo>
                <a:lnTo>
                  <a:pt x="113614" y="48120"/>
                </a:lnTo>
                <a:lnTo>
                  <a:pt x="136334" y="1778"/>
                </a:lnTo>
                <a:close/>
              </a:path>
              <a:path w="681355" h="83184">
                <a:moveTo>
                  <a:pt x="210705" y="1778"/>
                </a:moveTo>
                <a:lnTo>
                  <a:pt x="197383" y="1778"/>
                </a:lnTo>
                <a:lnTo>
                  <a:pt x="197383" y="58534"/>
                </a:lnTo>
                <a:lnTo>
                  <a:pt x="180365" y="18237"/>
                </a:lnTo>
                <a:lnTo>
                  <a:pt x="173405" y="1778"/>
                </a:lnTo>
                <a:lnTo>
                  <a:pt x="158572" y="1778"/>
                </a:lnTo>
                <a:lnTo>
                  <a:pt x="158572" y="80860"/>
                </a:lnTo>
                <a:lnTo>
                  <a:pt x="171894" y="80860"/>
                </a:lnTo>
                <a:lnTo>
                  <a:pt x="171894" y="24104"/>
                </a:lnTo>
                <a:lnTo>
                  <a:pt x="195859" y="80860"/>
                </a:lnTo>
                <a:lnTo>
                  <a:pt x="210705" y="80860"/>
                </a:lnTo>
                <a:lnTo>
                  <a:pt x="210705" y="64338"/>
                </a:lnTo>
                <a:lnTo>
                  <a:pt x="210705" y="1778"/>
                </a:lnTo>
                <a:close/>
              </a:path>
              <a:path w="681355" h="83184">
                <a:moveTo>
                  <a:pt x="291566" y="1778"/>
                </a:moveTo>
                <a:lnTo>
                  <a:pt x="233641" y="1778"/>
                </a:lnTo>
                <a:lnTo>
                  <a:pt x="233641" y="14427"/>
                </a:lnTo>
                <a:lnTo>
                  <a:pt x="255727" y="14427"/>
                </a:lnTo>
                <a:lnTo>
                  <a:pt x="255727" y="80860"/>
                </a:lnTo>
                <a:lnTo>
                  <a:pt x="269494" y="80860"/>
                </a:lnTo>
                <a:lnTo>
                  <a:pt x="269494" y="14427"/>
                </a:lnTo>
                <a:lnTo>
                  <a:pt x="291566" y="14427"/>
                </a:lnTo>
                <a:lnTo>
                  <a:pt x="291566" y="1778"/>
                </a:lnTo>
                <a:close/>
              </a:path>
              <a:path w="681355" h="83184">
                <a:moveTo>
                  <a:pt x="368198" y="1778"/>
                </a:moveTo>
                <a:lnTo>
                  <a:pt x="354431" y="1778"/>
                </a:lnTo>
                <a:lnTo>
                  <a:pt x="354431" y="34772"/>
                </a:lnTo>
                <a:lnTo>
                  <a:pt x="326720" y="34772"/>
                </a:lnTo>
                <a:lnTo>
                  <a:pt x="326720" y="1778"/>
                </a:lnTo>
                <a:lnTo>
                  <a:pt x="312953" y="1778"/>
                </a:lnTo>
                <a:lnTo>
                  <a:pt x="312953" y="80860"/>
                </a:lnTo>
                <a:lnTo>
                  <a:pt x="326720" y="80860"/>
                </a:lnTo>
                <a:lnTo>
                  <a:pt x="326720" y="47421"/>
                </a:lnTo>
                <a:lnTo>
                  <a:pt x="354431" y="47421"/>
                </a:lnTo>
                <a:lnTo>
                  <a:pt x="354431" y="80860"/>
                </a:lnTo>
                <a:lnTo>
                  <a:pt x="368198" y="80860"/>
                </a:lnTo>
                <a:lnTo>
                  <a:pt x="368198" y="47421"/>
                </a:lnTo>
                <a:lnTo>
                  <a:pt x="368198" y="42608"/>
                </a:lnTo>
                <a:lnTo>
                  <a:pt x="368198" y="39585"/>
                </a:lnTo>
                <a:lnTo>
                  <a:pt x="368198" y="34772"/>
                </a:lnTo>
                <a:lnTo>
                  <a:pt x="368198" y="1778"/>
                </a:lnTo>
                <a:close/>
              </a:path>
              <a:path w="681355" h="83184">
                <a:moveTo>
                  <a:pt x="444614" y="68211"/>
                </a:moveTo>
                <a:lnTo>
                  <a:pt x="408482" y="68211"/>
                </a:lnTo>
                <a:lnTo>
                  <a:pt x="408482" y="47383"/>
                </a:lnTo>
                <a:lnTo>
                  <a:pt x="442391" y="47383"/>
                </a:lnTo>
                <a:lnTo>
                  <a:pt x="442391" y="35039"/>
                </a:lnTo>
                <a:lnTo>
                  <a:pt x="408482" y="35039"/>
                </a:lnTo>
                <a:lnTo>
                  <a:pt x="408482" y="14427"/>
                </a:lnTo>
                <a:lnTo>
                  <a:pt x="443725" y="14427"/>
                </a:lnTo>
                <a:lnTo>
                  <a:pt x="443725" y="1778"/>
                </a:lnTo>
                <a:lnTo>
                  <a:pt x="394716" y="1778"/>
                </a:lnTo>
                <a:lnTo>
                  <a:pt x="394716" y="80860"/>
                </a:lnTo>
                <a:lnTo>
                  <a:pt x="444614" y="80860"/>
                </a:lnTo>
                <a:lnTo>
                  <a:pt x="444614" y="68211"/>
                </a:lnTo>
                <a:close/>
              </a:path>
              <a:path w="681355" h="83184">
                <a:moveTo>
                  <a:pt x="525221" y="55753"/>
                </a:moveTo>
                <a:lnTo>
                  <a:pt x="496100" y="34010"/>
                </a:lnTo>
                <a:lnTo>
                  <a:pt x="492658" y="32829"/>
                </a:lnTo>
                <a:lnTo>
                  <a:pt x="487730" y="30619"/>
                </a:lnTo>
                <a:lnTo>
                  <a:pt x="486003" y="29362"/>
                </a:lnTo>
                <a:lnTo>
                  <a:pt x="484035" y="26517"/>
                </a:lnTo>
                <a:lnTo>
                  <a:pt x="483539" y="24765"/>
                </a:lnTo>
                <a:lnTo>
                  <a:pt x="483539" y="19570"/>
                </a:lnTo>
                <a:lnTo>
                  <a:pt x="484644" y="17094"/>
                </a:lnTo>
                <a:lnTo>
                  <a:pt x="489102" y="13398"/>
                </a:lnTo>
                <a:lnTo>
                  <a:pt x="492099" y="12471"/>
                </a:lnTo>
                <a:lnTo>
                  <a:pt x="498665" y="12471"/>
                </a:lnTo>
                <a:lnTo>
                  <a:pt x="510095" y="26771"/>
                </a:lnTo>
                <a:lnTo>
                  <a:pt x="524129" y="26060"/>
                </a:lnTo>
                <a:lnTo>
                  <a:pt x="501980" y="0"/>
                </a:lnTo>
                <a:lnTo>
                  <a:pt x="490753" y="0"/>
                </a:lnTo>
                <a:lnTo>
                  <a:pt x="469506" y="18757"/>
                </a:lnTo>
                <a:lnTo>
                  <a:pt x="469506" y="27711"/>
                </a:lnTo>
                <a:lnTo>
                  <a:pt x="497598" y="47510"/>
                </a:lnTo>
                <a:lnTo>
                  <a:pt x="501421" y="48856"/>
                </a:lnTo>
                <a:lnTo>
                  <a:pt x="506755" y="51536"/>
                </a:lnTo>
                <a:lnTo>
                  <a:pt x="508596" y="53009"/>
                </a:lnTo>
                <a:lnTo>
                  <a:pt x="510667" y="56210"/>
                </a:lnTo>
                <a:lnTo>
                  <a:pt x="511187" y="58102"/>
                </a:lnTo>
                <a:lnTo>
                  <a:pt x="511187" y="62420"/>
                </a:lnTo>
                <a:lnTo>
                  <a:pt x="500799" y="70167"/>
                </a:lnTo>
                <a:lnTo>
                  <a:pt x="494969" y="70167"/>
                </a:lnTo>
                <a:lnTo>
                  <a:pt x="481774" y="53835"/>
                </a:lnTo>
                <a:lnTo>
                  <a:pt x="467829" y="54597"/>
                </a:lnTo>
                <a:lnTo>
                  <a:pt x="491515" y="82651"/>
                </a:lnTo>
                <a:lnTo>
                  <a:pt x="497344" y="82651"/>
                </a:lnTo>
                <a:lnTo>
                  <a:pt x="503072" y="82651"/>
                </a:lnTo>
                <a:lnTo>
                  <a:pt x="525221" y="64528"/>
                </a:lnTo>
                <a:lnTo>
                  <a:pt x="525221" y="55753"/>
                </a:lnTo>
                <a:close/>
              </a:path>
              <a:path w="681355" h="83184">
                <a:moveTo>
                  <a:pt x="599452" y="1778"/>
                </a:moveTo>
                <a:lnTo>
                  <a:pt x="549541" y="1778"/>
                </a:lnTo>
                <a:lnTo>
                  <a:pt x="549541" y="14427"/>
                </a:lnTo>
                <a:lnTo>
                  <a:pt x="567613" y="14427"/>
                </a:lnTo>
                <a:lnTo>
                  <a:pt x="567613" y="68211"/>
                </a:lnTo>
                <a:lnTo>
                  <a:pt x="549541" y="68211"/>
                </a:lnTo>
                <a:lnTo>
                  <a:pt x="549541" y="80860"/>
                </a:lnTo>
                <a:lnTo>
                  <a:pt x="599452" y="80860"/>
                </a:lnTo>
                <a:lnTo>
                  <a:pt x="599452" y="68211"/>
                </a:lnTo>
                <a:lnTo>
                  <a:pt x="581380" y="68211"/>
                </a:lnTo>
                <a:lnTo>
                  <a:pt x="581380" y="14427"/>
                </a:lnTo>
                <a:lnTo>
                  <a:pt x="599452" y="14427"/>
                </a:lnTo>
                <a:lnTo>
                  <a:pt x="599452" y="1778"/>
                </a:lnTo>
                <a:close/>
              </a:path>
              <a:path w="681355" h="83184">
                <a:moveTo>
                  <a:pt x="681164" y="55753"/>
                </a:moveTo>
                <a:lnTo>
                  <a:pt x="652043" y="34010"/>
                </a:lnTo>
                <a:lnTo>
                  <a:pt x="648601" y="32829"/>
                </a:lnTo>
                <a:lnTo>
                  <a:pt x="643674" y="30619"/>
                </a:lnTo>
                <a:lnTo>
                  <a:pt x="641946" y="29362"/>
                </a:lnTo>
                <a:lnTo>
                  <a:pt x="639978" y="26517"/>
                </a:lnTo>
                <a:lnTo>
                  <a:pt x="639483" y="24765"/>
                </a:lnTo>
                <a:lnTo>
                  <a:pt x="639483" y="19570"/>
                </a:lnTo>
                <a:lnTo>
                  <a:pt x="640588" y="17094"/>
                </a:lnTo>
                <a:lnTo>
                  <a:pt x="645045" y="13398"/>
                </a:lnTo>
                <a:lnTo>
                  <a:pt x="648055" y="12471"/>
                </a:lnTo>
                <a:lnTo>
                  <a:pt x="654608" y="12471"/>
                </a:lnTo>
                <a:lnTo>
                  <a:pt x="666038" y="26771"/>
                </a:lnTo>
                <a:lnTo>
                  <a:pt x="680072" y="26060"/>
                </a:lnTo>
                <a:lnTo>
                  <a:pt x="657923" y="0"/>
                </a:lnTo>
                <a:lnTo>
                  <a:pt x="646696" y="0"/>
                </a:lnTo>
                <a:lnTo>
                  <a:pt x="625449" y="18757"/>
                </a:lnTo>
                <a:lnTo>
                  <a:pt x="625449" y="27711"/>
                </a:lnTo>
                <a:lnTo>
                  <a:pt x="653542" y="47510"/>
                </a:lnTo>
                <a:lnTo>
                  <a:pt x="657364" y="48856"/>
                </a:lnTo>
                <a:lnTo>
                  <a:pt x="662698" y="51536"/>
                </a:lnTo>
                <a:lnTo>
                  <a:pt x="664540" y="53009"/>
                </a:lnTo>
                <a:lnTo>
                  <a:pt x="666610" y="56210"/>
                </a:lnTo>
                <a:lnTo>
                  <a:pt x="667131" y="58102"/>
                </a:lnTo>
                <a:lnTo>
                  <a:pt x="667131" y="62420"/>
                </a:lnTo>
                <a:lnTo>
                  <a:pt x="656742" y="70167"/>
                </a:lnTo>
                <a:lnTo>
                  <a:pt x="650913" y="70167"/>
                </a:lnTo>
                <a:lnTo>
                  <a:pt x="637717" y="53835"/>
                </a:lnTo>
                <a:lnTo>
                  <a:pt x="623773" y="54597"/>
                </a:lnTo>
                <a:lnTo>
                  <a:pt x="647458" y="82651"/>
                </a:lnTo>
                <a:lnTo>
                  <a:pt x="653288" y="82651"/>
                </a:lnTo>
                <a:lnTo>
                  <a:pt x="659015" y="82651"/>
                </a:lnTo>
                <a:lnTo>
                  <a:pt x="681164" y="64528"/>
                </a:lnTo>
                <a:lnTo>
                  <a:pt x="681164" y="55753"/>
                </a:lnTo>
                <a:close/>
              </a:path>
            </a:pathLst>
          </a:custGeom>
          <a:solidFill>
            <a:srgbClr val="47556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69069" y="1465665"/>
            <a:ext cx="872490" cy="281305"/>
            <a:chOff x="569069" y="1465665"/>
            <a:chExt cx="872490" cy="281305"/>
          </a:xfrm>
        </p:grpSpPr>
        <p:sp>
          <p:nvSpPr>
            <p:cNvPr id="5" name="object 5"/>
            <p:cNvSpPr/>
            <p:nvPr/>
          </p:nvSpPr>
          <p:spPr>
            <a:xfrm>
              <a:off x="569069" y="1465665"/>
              <a:ext cx="201295" cy="281305"/>
            </a:xfrm>
            <a:custGeom>
              <a:avLst/>
              <a:gdLst/>
              <a:ahLst/>
              <a:cxnLst/>
              <a:rect l="l" t="t" r="r" b="b"/>
              <a:pathLst>
                <a:path w="201295" h="281305">
                  <a:moveTo>
                    <a:pt x="103167" y="0"/>
                  </a:moveTo>
                  <a:lnTo>
                    <a:pt x="59392" y="9629"/>
                  </a:lnTo>
                  <a:lnTo>
                    <a:pt x="26965" y="37845"/>
                  </a:lnTo>
                  <a:lnTo>
                    <a:pt x="6817" y="82309"/>
                  </a:lnTo>
                  <a:lnTo>
                    <a:pt x="0" y="140886"/>
                  </a:lnTo>
                  <a:lnTo>
                    <a:pt x="757" y="161838"/>
                  </a:lnTo>
                  <a:lnTo>
                    <a:pt x="12119" y="215719"/>
                  </a:lnTo>
                  <a:lnTo>
                    <a:pt x="36432" y="254712"/>
                  </a:lnTo>
                  <a:lnTo>
                    <a:pt x="72752" y="276781"/>
                  </a:lnTo>
                  <a:lnTo>
                    <a:pt x="103167" y="281014"/>
                  </a:lnTo>
                  <a:lnTo>
                    <a:pt x="122395" y="279319"/>
                  </a:lnTo>
                  <a:lnTo>
                    <a:pt x="169062" y="253897"/>
                  </a:lnTo>
                  <a:lnTo>
                    <a:pt x="189893" y="221231"/>
                  </a:lnTo>
                  <a:lnTo>
                    <a:pt x="201180" y="177468"/>
                  </a:lnTo>
                  <a:lnTo>
                    <a:pt x="146265" y="175125"/>
                  </a:lnTo>
                  <a:lnTo>
                    <a:pt x="143847" y="188451"/>
                  </a:lnTo>
                  <a:lnTo>
                    <a:pt x="140460" y="200101"/>
                  </a:lnTo>
                  <a:lnTo>
                    <a:pt x="110884" y="232362"/>
                  </a:lnTo>
                  <a:lnTo>
                    <a:pt x="103167" y="233295"/>
                  </a:lnTo>
                  <a:lnTo>
                    <a:pt x="95742" y="232622"/>
                  </a:lnTo>
                  <a:lnTo>
                    <a:pt x="64054" y="200802"/>
                  </a:lnTo>
                  <a:lnTo>
                    <a:pt x="55787" y="155071"/>
                  </a:lnTo>
                  <a:lnTo>
                    <a:pt x="55441" y="140886"/>
                  </a:lnTo>
                  <a:lnTo>
                    <a:pt x="55787" y="126530"/>
                  </a:lnTo>
                  <a:lnTo>
                    <a:pt x="64054" y="80475"/>
                  </a:lnTo>
                  <a:lnTo>
                    <a:pt x="88923" y="50436"/>
                  </a:lnTo>
                  <a:lnTo>
                    <a:pt x="103167" y="47718"/>
                  </a:lnTo>
                  <a:lnTo>
                    <a:pt x="110750" y="48592"/>
                  </a:lnTo>
                  <a:lnTo>
                    <a:pt x="139316" y="78782"/>
                  </a:lnTo>
                  <a:lnTo>
                    <a:pt x="145206" y="102101"/>
                  </a:lnTo>
                  <a:lnTo>
                    <a:pt x="200269" y="99604"/>
                  </a:lnTo>
                  <a:lnTo>
                    <a:pt x="188682" y="57281"/>
                  </a:lnTo>
                  <a:lnTo>
                    <a:pt x="154265" y="14571"/>
                  </a:lnTo>
                  <a:lnTo>
                    <a:pt x="121922" y="1619"/>
                  </a:lnTo>
                  <a:lnTo>
                    <a:pt x="1031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451" y="1537622"/>
              <a:ext cx="184060" cy="2029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836" y="1533077"/>
              <a:ext cx="192391" cy="2120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3039" y="1533077"/>
              <a:ext cx="178450" cy="21208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90272" y="1533077"/>
            <a:ext cx="178450" cy="21208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736286" y="1606852"/>
            <a:ext cx="140970" cy="46990"/>
          </a:xfrm>
          <a:custGeom>
            <a:avLst/>
            <a:gdLst/>
            <a:ahLst/>
            <a:cxnLst/>
            <a:rect l="l" t="t" r="r" b="b"/>
            <a:pathLst>
              <a:path w="140969" h="46989">
                <a:moveTo>
                  <a:pt x="140886" y="0"/>
                </a:moveTo>
                <a:lnTo>
                  <a:pt x="0" y="0"/>
                </a:lnTo>
                <a:lnTo>
                  <a:pt x="0" y="46507"/>
                </a:lnTo>
                <a:lnTo>
                  <a:pt x="140886" y="46507"/>
                </a:lnTo>
                <a:lnTo>
                  <a:pt x="1408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946252" y="1467937"/>
            <a:ext cx="1310640" cy="277495"/>
            <a:chOff x="1946252" y="1467937"/>
            <a:chExt cx="1310640" cy="277495"/>
          </a:xfrm>
        </p:grpSpPr>
        <p:sp>
          <p:nvSpPr>
            <p:cNvPr id="12" name="object 12"/>
            <p:cNvSpPr/>
            <p:nvPr/>
          </p:nvSpPr>
          <p:spPr>
            <a:xfrm>
              <a:off x="1946252" y="1471724"/>
              <a:ext cx="189230" cy="269240"/>
            </a:xfrm>
            <a:custGeom>
              <a:avLst/>
              <a:gdLst/>
              <a:ahLst/>
              <a:cxnLst/>
              <a:rect l="l" t="t" r="r" b="b"/>
              <a:pathLst>
                <a:path w="189230" h="269239">
                  <a:moveTo>
                    <a:pt x="69075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69075" y="268895"/>
                  </a:lnTo>
                  <a:lnTo>
                    <a:pt x="87289" y="267918"/>
                  </a:lnTo>
                  <a:lnTo>
                    <a:pt x="133725" y="253255"/>
                  </a:lnTo>
                  <a:lnTo>
                    <a:pt x="166953" y="221763"/>
                  </a:lnTo>
                  <a:lnTo>
                    <a:pt x="167795" y="220271"/>
                  </a:lnTo>
                  <a:lnTo>
                    <a:pt x="53926" y="220271"/>
                  </a:lnTo>
                  <a:lnTo>
                    <a:pt x="53926" y="48624"/>
                  </a:lnTo>
                  <a:lnTo>
                    <a:pt x="167769" y="48624"/>
                  </a:lnTo>
                  <a:lnTo>
                    <a:pt x="166953" y="47170"/>
                  </a:lnTo>
                  <a:lnTo>
                    <a:pt x="133725" y="15604"/>
                  </a:lnTo>
                  <a:lnTo>
                    <a:pt x="87289" y="975"/>
                  </a:lnTo>
                  <a:lnTo>
                    <a:pt x="69075" y="0"/>
                  </a:lnTo>
                  <a:close/>
                </a:path>
                <a:path w="189230" h="269239">
                  <a:moveTo>
                    <a:pt x="167769" y="48624"/>
                  </a:moveTo>
                  <a:lnTo>
                    <a:pt x="69684" y="48624"/>
                  </a:lnTo>
                  <a:lnTo>
                    <a:pt x="84364" y="49969"/>
                  </a:lnTo>
                  <a:lnTo>
                    <a:pt x="97197" y="54003"/>
                  </a:lnTo>
                  <a:lnTo>
                    <a:pt x="124520" y="82234"/>
                  </a:lnTo>
                  <a:lnTo>
                    <a:pt x="132627" y="113831"/>
                  </a:lnTo>
                  <a:lnTo>
                    <a:pt x="132739" y="114466"/>
                  </a:lnTo>
                  <a:lnTo>
                    <a:pt x="133766" y="134602"/>
                  </a:lnTo>
                  <a:lnTo>
                    <a:pt x="132739" y="154724"/>
                  </a:lnTo>
                  <a:lnTo>
                    <a:pt x="129657" y="172150"/>
                  </a:lnTo>
                  <a:lnTo>
                    <a:pt x="108185" y="208254"/>
                  </a:lnTo>
                  <a:lnTo>
                    <a:pt x="69684" y="220271"/>
                  </a:lnTo>
                  <a:lnTo>
                    <a:pt x="167795" y="220271"/>
                  </a:lnTo>
                  <a:lnTo>
                    <a:pt x="185629" y="174462"/>
                  </a:lnTo>
                  <a:lnTo>
                    <a:pt x="189208" y="134602"/>
                  </a:lnTo>
                  <a:lnTo>
                    <a:pt x="188341" y="114466"/>
                  </a:lnTo>
                  <a:lnTo>
                    <a:pt x="188313" y="113831"/>
                  </a:lnTo>
                  <a:lnTo>
                    <a:pt x="185629" y="94693"/>
                  </a:lnTo>
                  <a:lnTo>
                    <a:pt x="181156" y="77189"/>
                  </a:lnTo>
                  <a:lnTo>
                    <a:pt x="174894" y="61318"/>
                  </a:lnTo>
                  <a:lnTo>
                    <a:pt x="167769" y="486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4998" y="1533077"/>
              <a:ext cx="192391" cy="21208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5413" y="1533077"/>
              <a:ext cx="206027" cy="2075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19308" y="1533077"/>
              <a:ext cx="193304" cy="2120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55027" y="1467937"/>
              <a:ext cx="191135" cy="273050"/>
            </a:xfrm>
            <a:custGeom>
              <a:avLst/>
              <a:gdLst/>
              <a:ahLst/>
              <a:cxnLst/>
              <a:rect l="l" t="t" r="r" b="b"/>
              <a:pathLst>
                <a:path w="191135" h="273050">
                  <a:moveTo>
                    <a:pt x="190878" y="231780"/>
                  </a:moveTo>
                  <a:lnTo>
                    <a:pt x="0" y="231780"/>
                  </a:lnTo>
                  <a:lnTo>
                    <a:pt x="0" y="272682"/>
                  </a:lnTo>
                  <a:lnTo>
                    <a:pt x="190878" y="272682"/>
                  </a:lnTo>
                  <a:lnTo>
                    <a:pt x="190878" y="231780"/>
                  </a:lnTo>
                  <a:close/>
                </a:path>
                <a:path w="191135" h="273050">
                  <a:moveTo>
                    <a:pt x="75366" y="88621"/>
                  </a:moveTo>
                  <a:lnTo>
                    <a:pt x="75366" y="231780"/>
                  </a:lnTo>
                  <a:lnTo>
                    <a:pt x="126873" y="231780"/>
                  </a:lnTo>
                  <a:lnTo>
                    <a:pt x="126873" y="110587"/>
                  </a:lnTo>
                  <a:lnTo>
                    <a:pt x="97332" y="110587"/>
                  </a:lnTo>
                  <a:lnTo>
                    <a:pt x="75366" y="88621"/>
                  </a:lnTo>
                  <a:close/>
                </a:path>
                <a:path w="191135" h="273050">
                  <a:moveTo>
                    <a:pt x="126873" y="69684"/>
                  </a:moveTo>
                  <a:lnTo>
                    <a:pt x="3787" y="69684"/>
                  </a:lnTo>
                  <a:lnTo>
                    <a:pt x="3787" y="110587"/>
                  </a:lnTo>
                  <a:lnTo>
                    <a:pt x="75366" y="110587"/>
                  </a:lnTo>
                  <a:lnTo>
                    <a:pt x="75366" y="88621"/>
                  </a:lnTo>
                  <a:lnTo>
                    <a:pt x="126873" y="88621"/>
                  </a:lnTo>
                  <a:lnTo>
                    <a:pt x="126873" y="69684"/>
                  </a:lnTo>
                  <a:close/>
                </a:path>
                <a:path w="191135" h="273050">
                  <a:moveTo>
                    <a:pt x="126873" y="88621"/>
                  </a:moveTo>
                  <a:lnTo>
                    <a:pt x="75366" y="88621"/>
                  </a:lnTo>
                  <a:lnTo>
                    <a:pt x="97332" y="110587"/>
                  </a:lnTo>
                  <a:lnTo>
                    <a:pt x="126873" y="110587"/>
                  </a:lnTo>
                  <a:lnTo>
                    <a:pt x="126873" y="88621"/>
                  </a:lnTo>
                  <a:close/>
                </a:path>
                <a:path w="191135" h="273050">
                  <a:moveTo>
                    <a:pt x="126116" y="0"/>
                  </a:moveTo>
                  <a:lnTo>
                    <a:pt x="73851" y="0"/>
                  </a:lnTo>
                  <a:lnTo>
                    <a:pt x="73851" y="44690"/>
                  </a:lnTo>
                  <a:lnTo>
                    <a:pt x="126116" y="44690"/>
                  </a:lnTo>
                  <a:lnTo>
                    <a:pt x="126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83774" y="1533077"/>
              <a:ext cx="172699" cy="207542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529149" y="1471724"/>
            <a:ext cx="651510" cy="325755"/>
            <a:chOff x="3529149" y="1471724"/>
            <a:chExt cx="651510" cy="325755"/>
          </a:xfrm>
        </p:grpSpPr>
        <p:sp>
          <p:nvSpPr>
            <p:cNvPr id="19" name="object 19"/>
            <p:cNvSpPr/>
            <p:nvPr/>
          </p:nvSpPr>
          <p:spPr>
            <a:xfrm>
              <a:off x="3529149" y="1471724"/>
              <a:ext cx="196215" cy="269240"/>
            </a:xfrm>
            <a:custGeom>
              <a:avLst/>
              <a:gdLst/>
              <a:ahLst/>
              <a:cxnLst/>
              <a:rect l="l" t="t" r="r" b="b"/>
              <a:pathLst>
                <a:path w="196214" h="269239">
                  <a:moveTo>
                    <a:pt x="53926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3926" y="268895"/>
                  </a:lnTo>
                  <a:lnTo>
                    <a:pt x="53926" y="196481"/>
                  </a:lnTo>
                  <a:lnTo>
                    <a:pt x="50139" y="196481"/>
                  </a:lnTo>
                  <a:lnTo>
                    <a:pt x="50139" y="115286"/>
                  </a:lnTo>
                  <a:lnTo>
                    <a:pt x="53926" y="109849"/>
                  </a:lnTo>
                  <a:lnTo>
                    <a:pt x="53926" y="0"/>
                  </a:lnTo>
                  <a:close/>
                </a:path>
                <a:path w="196214" h="269239">
                  <a:moveTo>
                    <a:pt x="108402" y="117273"/>
                  </a:moveTo>
                  <a:lnTo>
                    <a:pt x="76702" y="160370"/>
                  </a:lnTo>
                  <a:lnTo>
                    <a:pt x="136950" y="268895"/>
                  </a:lnTo>
                  <a:lnTo>
                    <a:pt x="196180" y="268895"/>
                  </a:lnTo>
                  <a:lnTo>
                    <a:pt x="108402" y="117273"/>
                  </a:lnTo>
                  <a:close/>
                </a:path>
                <a:path w="196214" h="269239">
                  <a:moveTo>
                    <a:pt x="53926" y="109849"/>
                  </a:moveTo>
                  <a:lnTo>
                    <a:pt x="50139" y="115286"/>
                  </a:lnTo>
                  <a:lnTo>
                    <a:pt x="50139" y="196481"/>
                  </a:lnTo>
                  <a:lnTo>
                    <a:pt x="53926" y="191333"/>
                  </a:lnTo>
                  <a:lnTo>
                    <a:pt x="53926" y="109849"/>
                  </a:lnTo>
                  <a:close/>
                </a:path>
                <a:path w="196214" h="269239">
                  <a:moveTo>
                    <a:pt x="53926" y="191333"/>
                  </a:moveTo>
                  <a:lnTo>
                    <a:pt x="50139" y="196481"/>
                  </a:lnTo>
                  <a:lnTo>
                    <a:pt x="53926" y="196481"/>
                  </a:lnTo>
                  <a:lnTo>
                    <a:pt x="53926" y="191333"/>
                  </a:lnTo>
                  <a:close/>
                </a:path>
                <a:path w="196214" h="269239">
                  <a:moveTo>
                    <a:pt x="194665" y="0"/>
                  </a:moveTo>
                  <a:lnTo>
                    <a:pt x="130435" y="0"/>
                  </a:lnTo>
                  <a:lnTo>
                    <a:pt x="53926" y="109849"/>
                  </a:lnTo>
                  <a:lnTo>
                    <a:pt x="53926" y="191333"/>
                  </a:lnTo>
                  <a:lnTo>
                    <a:pt x="76702" y="160370"/>
                  </a:lnTo>
                  <a:lnTo>
                    <a:pt x="67567" y="143916"/>
                  </a:lnTo>
                  <a:lnTo>
                    <a:pt x="103919" y="109528"/>
                  </a:lnTo>
                  <a:lnTo>
                    <a:pt x="114099" y="109528"/>
                  </a:lnTo>
                  <a:lnTo>
                    <a:pt x="194665" y="0"/>
                  </a:lnTo>
                  <a:close/>
                </a:path>
                <a:path w="196214" h="269239">
                  <a:moveTo>
                    <a:pt x="103919" y="109528"/>
                  </a:moveTo>
                  <a:lnTo>
                    <a:pt x="67567" y="143916"/>
                  </a:lnTo>
                  <a:lnTo>
                    <a:pt x="76702" y="160370"/>
                  </a:lnTo>
                  <a:lnTo>
                    <a:pt x="108402" y="117273"/>
                  </a:lnTo>
                  <a:lnTo>
                    <a:pt x="103919" y="109528"/>
                  </a:lnTo>
                  <a:close/>
                </a:path>
                <a:path w="196214" h="269239">
                  <a:moveTo>
                    <a:pt x="114099" y="109528"/>
                  </a:moveTo>
                  <a:lnTo>
                    <a:pt x="103919" y="109528"/>
                  </a:lnTo>
                  <a:lnTo>
                    <a:pt x="108402" y="117273"/>
                  </a:lnTo>
                  <a:lnTo>
                    <a:pt x="114099" y="1095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6381" y="1533077"/>
              <a:ext cx="190878" cy="21208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977857" y="1537621"/>
              <a:ext cx="202565" cy="260350"/>
            </a:xfrm>
            <a:custGeom>
              <a:avLst/>
              <a:gdLst/>
              <a:ahLst/>
              <a:cxnLst/>
              <a:rect l="l" t="t" r="r" b="b"/>
              <a:pathLst>
                <a:path w="202564" h="260350">
                  <a:moveTo>
                    <a:pt x="202393" y="0"/>
                  </a:moveTo>
                  <a:lnTo>
                    <a:pt x="148916" y="0"/>
                  </a:lnTo>
                  <a:lnTo>
                    <a:pt x="103314" y="141041"/>
                  </a:lnTo>
                  <a:lnTo>
                    <a:pt x="53477" y="0"/>
                  </a:lnTo>
                  <a:lnTo>
                    <a:pt x="0" y="0"/>
                  </a:lnTo>
                  <a:lnTo>
                    <a:pt x="71200" y="190121"/>
                  </a:lnTo>
                  <a:lnTo>
                    <a:pt x="87407" y="190121"/>
                  </a:lnTo>
                  <a:lnTo>
                    <a:pt x="80036" y="210675"/>
                  </a:lnTo>
                  <a:lnTo>
                    <a:pt x="77335" y="214260"/>
                  </a:lnTo>
                  <a:lnTo>
                    <a:pt x="70064" y="218098"/>
                  </a:lnTo>
                  <a:lnTo>
                    <a:pt x="64938" y="219058"/>
                  </a:lnTo>
                  <a:lnTo>
                    <a:pt x="30906" y="219058"/>
                  </a:lnTo>
                  <a:lnTo>
                    <a:pt x="30906" y="259806"/>
                  </a:lnTo>
                  <a:lnTo>
                    <a:pt x="63625" y="259806"/>
                  </a:lnTo>
                  <a:lnTo>
                    <a:pt x="74835" y="259247"/>
                  </a:lnTo>
                  <a:lnTo>
                    <a:pt x="115171" y="238900"/>
                  </a:lnTo>
                  <a:lnTo>
                    <a:pt x="124374" y="220874"/>
                  </a:lnTo>
                  <a:lnTo>
                    <a:pt x="2023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55500" y="1467937"/>
            <a:ext cx="1757869" cy="33403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6950" y="2041370"/>
            <a:ext cx="3124492" cy="205514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81693" y="2041370"/>
            <a:ext cx="3130061" cy="205514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012006" y="2041370"/>
            <a:ext cx="3124492" cy="2055147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726995" y="2869663"/>
            <a:ext cx="9271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-375" dirty="0">
                <a:solidFill>
                  <a:srgbClr val="94A3B8"/>
                </a:solidFill>
                <a:latin typeface="HGGothicE"/>
                <a:cs typeface="HGGothicE"/>
              </a:rPr>
              <a:t>→</a:t>
            </a:r>
            <a:endParaRPr sz="850">
              <a:latin typeface="HGGothicE"/>
              <a:cs typeface="HGGothicE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6950" y="4196768"/>
            <a:ext cx="3124492" cy="223337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81693" y="4196768"/>
            <a:ext cx="3130061" cy="223337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012006" y="4196768"/>
            <a:ext cx="3124492" cy="22333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6948" y="1149456"/>
            <a:ext cx="9579504" cy="134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7" b="1">
                <a:solidFill>
                  <a:srgbClr val="64748B"/>
                </a:solidFill>
                <a:latin typeface="Courier New"/>
              </a:rPr>
              <a:t>RGB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6948" y="1377805"/>
            <a:ext cx="9579504" cy="35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39" b="1">
                <a:solidFill>
                  <a:srgbClr val="0D1117"/>
                </a:solidFill>
                <a:latin typeface="Courier New"/>
              </a:rPr>
              <a:t>RGB: Four Robustness 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6948" y="2073989"/>
            <a:ext cx="2294625" cy="3709273"/>
          </a:xfrm>
          <a:prstGeom prst="roundRect">
            <a:avLst/>
          </a:prstGeom>
          <a:noFill/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24032" y="2263352"/>
            <a:ext cx="300752" cy="3007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86" b="1">
                <a:solidFill>
                  <a:srgbClr val="FFFFFF"/>
                </a:solidFill>
                <a:latin typeface="Courier New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032" y="2653216"/>
            <a:ext cx="1960457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3" b="1">
                <a:solidFill>
                  <a:srgbClr val="0D1117"/>
                </a:solidFill>
                <a:latin typeface="Courier New"/>
              </a:rPr>
              <a:t>Noise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032" y="3226565"/>
            <a:ext cx="1960457" cy="865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64748B"/>
                </a:solidFill>
                <a:latin typeface="Courier New"/>
              </a:rPr>
              <a:t>Does accuracy hold as irrelevant-but-topically-related passages are mixed into the retrieved set? Tested at noise ratios from 0.0 up to 0.8.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032" y="4986827"/>
            <a:ext cx="1960457" cy="261766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60" b="1">
                <a:solidFill>
                  <a:srgbClr val="2563EB"/>
                </a:solidFill>
                <a:latin typeface="Courier New"/>
              </a:rPr>
              <a:t>noise ratio 0.0 → 0.8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032" y="5337705"/>
            <a:ext cx="1960457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>
                <a:solidFill>
                  <a:srgbClr val="64748B"/>
                </a:solidFill>
                <a:latin typeface="Courier New"/>
              </a:rPr>
              <a:t>Accuracy ↑ higher is better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5241" y="2073989"/>
            <a:ext cx="2294625" cy="3709273"/>
          </a:xfrm>
          <a:prstGeom prst="roundRect">
            <a:avLst/>
          </a:prstGeom>
          <a:noFill/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152325" y="2263352"/>
            <a:ext cx="300752" cy="3007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86" b="1">
                <a:solidFill>
                  <a:srgbClr val="FFFFFF"/>
                </a:solidFill>
                <a:latin typeface="Courier New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2325" y="2653216"/>
            <a:ext cx="1960457" cy="21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3" b="1">
                <a:solidFill>
                  <a:srgbClr val="0D1117"/>
                </a:solidFill>
                <a:latin typeface="Courier New"/>
              </a:rPr>
              <a:t>Negative Rejection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2325" y="3226565"/>
            <a:ext cx="1960457" cy="720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64748B"/>
                </a:solidFill>
                <a:latin typeface="Courier New"/>
              </a:rPr>
              <a:t>Does the model recognize when none of the 5 retrieved passages answer the question, and refuse instead of guessing an answer?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2325" y="4986827"/>
            <a:ext cx="1960457" cy="261766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60" b="1">
                <a:solidFill>
                  <a:srgbClr val="7C3AED"/>
                </a:solidFill>
                <a:latin typeface="Courier New"/>
              </a:rPr>
              <a:t>Rej = refusals ÷ all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2325" y="5337705"/>
            <a:ext cx="1960457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>
                <a:solidFill>
                  <a:srgbClr val="64748B"/>
                </a:solidFill>
                <a:latin typeface="Courier New"/>
              </a:rPr>
              <a:t>Rejection rate ↑ higher is better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3534" y="2073989"/>
            <a:ext cx="2294625" cy="3709273"/>
          </a:xfrm>
          <a:prstGeom prst="roundRect">
            <a:avLst/>
          </a:prstGeom>
          <a:noFill/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580618" y="2263352"/>
            <a:ext cx="300752" cy="30075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86" b="1">
                <a:solidFill>
                  <a:srgbClr val="FFFFFF"/>
                </a:solidFill>
                <a:latin typeface="Courier New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0618" y="2653216"/>
            <a:ext cx="1960457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3" b="1">
                <a:solidFill>
                  <a:srgbClr val="0D1117"/>
                </a:solidFill>
                <a:latin typeface="Courier New"/>
              </a:rPr>
              <a:t>Information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0618" y="3226565"/>
            <a:ext cx="1960457" cy="720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64748B"/>
                </a:solidFill>
                <a:latin typeface="Courier New"/>
              </a:rPr>
              <a:t>Can the model synthesize one answer that requires combining evidence scattered across multiple retrieved passages, under noise?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0618" y="4986827"/>
            <a:ext cx="1960457" cy="261766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60" b="1">
                <a:solidFill>
                  <a:srgbClr val="059669"/>
                </a:solidFill>
                <a:latin typeface="Courier New"/>
              </a:rPr>
              <a:t>multi-passage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618" y="5337705"/>
            <a:ext cx="1960457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>
                <a:solidFill>
                  <a:srgbClr val="64748B"/>
                </a:solidFill>
                <a:latin typeface="Courier New"/>
              </a:rPr>
              <a:t>Accuracy ↑ higher is better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1827" y="2073989"/>
            <a:ext cx="2294625" cy="3709273"/>
          </a:xfrm>
          <a:prstGeom prst="roundRect">
            <a:avLst/>
          </a:prstGeom>
          <a:noFill/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08911" y="2263352"/>
            <a:ext cx="300752" cy="3007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86" b="1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8911" y="2653216"/>
            <a:ext cx="1960457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3" b="1">
                <a:solidFill>
                  <a:srgbClr val="0D1117"/>
                </a:solidFill>
                <a:latin typeface="Courier New"/>
              </a:rPr>
              <a:t>Counterfactual Robustness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8911" y="3226565"/>
            <a:ext cx="1960457" cy="7201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64748B"/>
                </a:solidFill>
                <a:latin typeface="Courier New"/>
              </a:rPr>
              <a:t>Does the model detect when a retrieved passage contradicts known facts, flag the error, and still answer correctly despite it?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8911" y="4986827"/>
            <a:ext cx="1960457" cy="261766"/>
          </a:xfrm>
          <a:prstGeom prst="roundRect">
            <a:avLst/>
          </a:prstGeom>
          <a:solidFill>
            <a:srgbClr val="FF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60" b="1">
                <a:solidFill>
                  <a:srgbClr val="E11D48"/>
                </a:solidFill>
                <a:latin typeface="Courier New"/>
              </a:rPr>
              <a:t>ED · CR = detect &amp; 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8911" y="5337705"/>
            <a:ext cx="1960457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1">
                <a:solidFill>
                  <a:srgbClr val="64748B"/>
                </a:solidFill>
                <a:latin typeface="Courier New"/>
              </a:rPr>
              <a:t>Error Detect. / Correction 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6948" y="5939208"/>
            <a:ext cx="9579504" cy="467836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2893" y="6045028"/>
            <a:ext cx="935556" cy="134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7" b="1">
                <a:solidFill>
                  <a:srgbClr val="FFFFFF"/>
                </a:solidFill>
                <a:latin typeface="Courier New"/>
              </a:rPr>
              <a:t>Benchmark: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5695" y="6028320"/>
            <a:ext cx="4794722" cy="274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>
                <a:solidFill>
                  <a:srgbClr val="94A3B8"/>
                </a:solidFill>
                <a:latin typeface="Courier New"/>
              </a:rPr>
              <a:t>RGB — Reliability Gap Benchmark, English subset (en_*.json), served via Groq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2054" y="6045028"/>
            <a:ext cx="1292989" cy="134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77" b="1">
                <a:solidFill>
                  <a:srgbClr val="FFFFFF"/>
                </a:solidFill>
                <a:latin typeface="Courier New"/>
              </a:rPr>
              <a:t>Models tested: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3267" y="6028320"/>
            <a:ext cx="1902657" cy="274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>
                <a:solidFill>
                  <a:srgbClr val="94A3B8"/>
                </a:solidFill>
                <a:latin typeface="Courier New"/>
              </a:rPr>
              <a:t>Llama-3.1-8B &amp; 3.3-70B, Qwen3-27B, GPT-OSS-20B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70731"/>
            <a:ext cx="10693400" cy="4455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6948" y="1015789"/>
            <a:ext cx="623782" cy="194932"/>
          </a:xfrm>
          <a:prstGeom prst="round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77" b="1">
                <a:solidFill>
                  <a:srgbClr val="0C4A6E"/>
                </a:solidFill>
                <a:latin typeface="Courier New"/>
              </a:rPr>
              <a:t>RGB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8438" y="1040851"/>
            <a:ext cx="4677778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>
                <a:solidFill>
                  <a:srgbClr val="64748B"/>
                </a:solidFill>
                <a:latin typeface="Courier New"/>
              </a:rPr>
              <a:t>Noise · Negative Rejection · Information Integration · Counterfactual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6948" y="1299832"/>
            <a:ext cx="9579504" cy="35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39" b="1">
                <a:solidFill>
                  <a:srgbClr val="0D1117"/>
                </a:solidFill>
                <a:latin typeface="Courier New"/>
              </a:rPr>
              <a:t>RGB: Results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56948" y="1951461"/>
            <a:ext cx="1871111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059" y="2004086"/>
            <a:ext cx="1754167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8059" y="1951461"/>
            <a:ext cx="1988056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7171" y="2004086"/>
            <a:ext cx="1871111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Dataset (n)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114" y="1951461"/>
            <a:ext cx="1988056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226" y="2004086"/>
            <a:ext cx="1871111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Best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4170" y="1951461"/>
            <a:ext cx="1520278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3282" y="2004086"/>
            <a:ext cx="1403333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448" y="1951461"/>
            <a:ext cx="2212004" cy="25062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3559" y="2004086"/>
            <a:ext cx="2095060" cy="126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Courier New"/>
              </a:rPr>
              <a:t>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59" y="2260560"/>
            <a:ext cx="1724931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D1117"/>
                </a:solidFill>
                <a:latin typeface="Courier New"/>
              </a:rPr>
              <a:t>Noise Robustness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7171" y="2260560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0D1117"/>
                </a:solidFill>
                <a:latin typeface="Courier New"/>
              </a:rPr>
              <a:t>en_refine.json (n=300*)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5226" y="2260560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2563EB"/>
                </a:solidFill>
                <a:latin typeface="Courier New"/>
              </a:rPr>
              <a:t>llama-3.1-8b-instant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3282" y="2260560"/>
            <a:ext cx="1374097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2563EB"/>
                </a:solidFill>
                <a:latin typeface="Courier New"/>
              </a:rPr>
              <a:t>98.7 → 95.0%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3559" y="2260560"/>
            <a:ext cx="2065824" cy="368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2">
                <a:solidFill>
                  <a:srgbClr val="0D1117"/>
                </a:solidFill>
                <a:latin typeface="Courier New"/>
              </a:rPr>
              <a:t>Near-ceiling across all ratios; only dips at noise=0.8. Other two models verified only at n=100.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6948" y="2754789"/>
            <a:ext cx="9579504" cy="5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6948" y="2757574"/>
            <a:ext cx="9579504" cy="55548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059" y="2816046"/>
            <a:ext cx="1724931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D1117"/>
                </a:solidFill>
                <a:latin typeface="Courier New"/>
              </a:rPr>
              <a:t>Negative Rejection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7171" y="2816046"/>
            <a:ext cx="1841875" cy="285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0D1117"/>
                </a:solidFill>
                <a:latin typeface="Courier New"/>
              </a:rPr>
              <a:t>en_refine.json, noise=1.0 (n=300)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5226" y="2816046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7C3AED"/>
                </a:solidFill>
                <a:latin typeface="Courier New"/>
              </a:rPr>
              <a:t>openai/gpt-oss-20b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3282" y="2816046"/>
            <a:ext cx="1374097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7C3AED"/>
                </a:solidFill>
                <a:latin typeface="Courier New"/>
              </a:rPr>
              <a:t>76.33% Rej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3559" y="2816046"/>
            <a:ext cx="2065824" cy="368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2">
                <a:solidFill>
                  <a:srgbClr val="0D1117"/>
                </a:solidFill>
                <a:latin typeface="Courier New"/>
              </a:rPr>
              <a:t>Best-calibrated, lowest hallucination rate. All 3 models comfortably beat the paper's 31% baseline.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6948" y="3310275"/>
            <a:ext cx="9579504" cy="5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059" y="3371532"/>
            <a:ext cx="1724931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D1117"/>
                </a:solidFill>
                <a:latin typeface="Courier New"/>
              </a:rPr>
              <a:t>Information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7171" y="3371532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0D1117"/>
                </a:solidFill>
                <a:latin typeface="Courier New"/>
              </a:rPr>
              <a:t>en_int.json (n=50, pilot)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5226" y="3371532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59669"/>
                </a:solidFill>
                <a:latin typeface="Courier New"/>
              </a:rPr>
              <a:t>llama-3.3-70b-versatile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3282" y="3371532"/>
            <a:ext cx="1374097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59669"/>
                </a:solidFill>
                <a:latin typeface="Courier New"/>
              </a:rPr>
              <a:t>90.0 → 88.0%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3559" y="3371532"/>
            <a:ext cx="2065824" cy="24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2">
                <a:solidFill>
                  <a:srgbClr val="0D1117"/>
                </a:solidFill>
                <a:latin typeface="Courier New"/>
              </a:rPr>
              <a:t>Holds up best under noise; 8B model degrades hardest (84.0% → 62.0%).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6948" y="3865761"/>
            <a:ext cx="9579504" cy="5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56948" y="3868546"/>
            <a:ext cx="9579504" cy="55548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6059" y="3927018"/>
            <a:ext cx="1724931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0D1117"/>
                </a:solidFill>
                <a:latin typeface="Courier New"/>
              </a:rPr>
              <a:t>Counterfactual Robustness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7171" y="3927018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>
                <a:solidFill>
                  <a:srgbClr val="0D1117"/>
                </a:solidFill>
                <a:latin typeface="Courier New"/>
              </a:rPr>
              <a:t>en_fact.json (n=100)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5226" y="3927018"/>
            <a:ext cx="1841875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E11D48"/>
                </a:solidFill>
                <a:latin typeface="Courier New"/>
              </a:rPr>
              <a:t>qwen/qwen3.6-27b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3282" y="3927018"/>
            <a:ext cx="1374097" cy="140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E11D48"/>
                </a:solidFill>
                <a:latin typeface="Courier New"/>
              </a:rPr>
              <a:t>95.0 ED · 86.3 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3559" y="3927018"/>
            <a:ext cx="2065824" cy="24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2">
                <a:solidFill>
                  <a:srgbClr val="0D1117"/>
                </a:solidFill>
                <a:latin typeface="Courier New"/>
              </a:rPr>
              <a:t>Clear lead in error detection over both Llama models (37% / 52% ED).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6948" y="4421247"/>
            <a:ext cx="9579504" cy="55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56948" y="4570213"/>
            <a:ext cx="6193261" cy="1169444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4032" y="4715019"/>
            <a:ext cx="5859092" cy="144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6" b="1">
                <a:solidFill>
                  <a:srgbClr val="0C4A6E"/>
                </a:solidFill>
                <a:latin typeface="Courier New"/>
              </a:rPr>
              <a:t>Scoring Bug Found &amp; Fixed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032" y="4921090"/>
            <a:ext cx="5859092" cy="53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>
                <a:solidFill>
                  <a:srgbClr val="0D1117"/>
                </a:solidFill>
                <a:latin typeface="Courier New"/>
              </a:rPr>
              <a:t>A Unicode narrow-no-break-space / smart-punctuation mismatch was silently breaking the exact-match scorer for openai/gpt-oss-20b across Noise, Information Integration &amp; Counterfactual. Raw scores looked catastrophic (6–12%); corrected, they're competitive (60–78%) — caught only by reading raw predictions by hand.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67153" y="4570213"/>
            <a:ext cx="3269299" cy="116944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34238" y="4715019"/>
            <a:ext cx="2935130" cy="144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6" b="1">
                <a:solidFill>
                  <a:srgbClr val="64748B"/>
                </a:solidFill>
                <a:latin typeface="Courier New"/>
              </a:rPr>
              <a:t>Evaluation Stage Caveat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238" y="4921090"/>
            <a:ext cx="2935130" cy="668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>
                <a:solidFill>
                  <a:srgbClr val="0D1117"/>
                </a:solidFill>
                <a:latin typeface="Courier New"/>
              </a:rPr>
              <a:t>Sample sizes differ by ability: Negative Rejection (n=300) and Counterfactual (n=100) are full-dataset and final. Noise Robustness is full n=300 only for the 8B model. Information Integration is still pilot-scale (n=50).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6948" y="5856602"/>
            <a:ext cx="9579504" cy="116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>
                <a:solidFill>
                  <a:srgbClr val="64748B"/>
                </a:solidFill>
                <a:latin typeface="Courier New"/>
              </a:rPr>
              <a:t>* gemma2-9b-it was deprecated by Groq (Oct 2025) and replaced with openai/gpt-oss-20b across all four RGB abilities.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9841" y="1160246"/>
            <a:ext cx="527050" cy="81280"/>
          </a:xfrm>
          <a:custGeom>
            <a:avLst/>
            <a:gdLst/>
            <a:ahLst/>
            <a:cxnLst/>
            <a:rect l="l" t="t" r="r" b="b"/>
            <a:pathLst>
              <a:path w="527050" h="81280">
                <a:moveTo>
                  <a:pt x="61036" y="38"/>
                </a:moveTo>
                <a:lnTo>
                  <a:pt x="47713" y="38"/>
                </a:lnTo>
                <a:lnTo>
                  <a:pt x="42506" y="59397"/>
                </a:lnTo>
                <a:lnTo>
                  <a:pt x="37884" y="25666"/>
                </a:lnTo>
                <a:lnTo>
                  <a:pt x="35598" y="8953"/>
                </a:lnTo>
                <a:lnTo>
                  <a:pt x="25438" y="8953"/>
                </a:lnTo>
                <a:lnTo>
                  <a:pt x="18529" y="59397"/>
                </a:lnTo>
                <a:lnTo>
                  <a:pt x="13322" y="38"/>
                </a:lnTo>
                <a:lnTo>
                  <a:pt x="0" y="38"/>
                </a:lnTo>
                <a:lnTo>
                  <a:pt x="8331" y="79133"/>
                </a:lnTo>
                <a:lnTo>
                  <a:pt x="24333" y="79133"/>
                </a:lnTo>
                <a:lnTo>
                  <a:pt x="26238" y="65544"/>
                </a:lnTo>
                <a:lnTo>
                  <a:pt x="30518" y="35153"/>
                </a:lnTo>
                <a:lnTo>
                  <a:pt x="36715" y="79133"/>
                </a:lnTo>
                <a:lnTo>
                  <a:pt x="52705" y="79133"/>
                </a:lnTo>
                <a:lnTo>
                  <a:pt x="54140" y="65544"/>
                </a:lnTo>
                <a:lnTo>
                  <a:pt x="61036" y="38"/>
                </a:lnTo>
                <a:close/>
              </a:path>
              <a:path w="527050" h="81280">
                <a:moveTo>
                  <a:pt x="135445" y="79133"/>
                </a:moveTo>
                <a:lnTo>
                  <a:pt x="122148" y="42405"/>
                </a:lnTo>
                <a:lnTo>
                  <a:pt x="122326" y="42405"/>
                </a:lnTo>
                <a:lnTo>
                  <a:pt x="122542" y="42278"/>
                </a:lnTo>
                <a:lnTo>
                  <a:pt x="122897" y="42062"/>
                </a:lnTo>
                <a:lnTo>
                  <a:pt x="128054" y="38989"/>
                </a:lnTo>
                <a:lnTo>
                  <a:pt x="130263" y="36715"/>
                </a:lnTo>
                <a:lnTo>
                  <a:pt x="133591" y="30937"/>
                </a:lnTo>
                <a:lnTo>
                  <a:pt x="134429" y="27571"/>
                </a:lnTo>
                <a:lnTo>
                  <a:pt x="134429" y="16421"/>
                </a:lnTo>
                <a:lnTo>
                  <a:pt x="132867" y="12700"/>
                </a:lnTo>
                <a:lnTo>
                  <a:pt x="132016" y="10642"/>
                </a:lnTo>
                <a:lnTo>
                  <a:pt x="122389" y="2159"/>
                </a:lnTo>
                <a:lnTo>
                  <a:pt x="120205" y="1460"/>
                </a:lnTo>
                <a:lnTo>
                  <a:pt x="120205" y="20815"/>
                </a:lnTo>
                <a:lnTo>
                  <a:pt x="120205" y="28498"/>
                </a:lnTo>
                <a:lnTo>
                  <a:pt x="119075" y="31457"/>
                </a:lnTo>
                <a:lnTo>
                  <a:pt x="116332" y="33997"/>
                </a:lnTo>
                <a:lnTo>
                  <a:pt x="116332" y="43484"/>
                </a:lnTo>
                <a:lnTo>
                  <a:pt x="116205" y="43078"/>
                </a:lnTo>
                <a:lnTo>
                  <a:pt x="116255" y="43230"/>
                </a:lnTo>
                <a:lnTo>
                  <a:pt x="116332" y="43484"/>
                </a:lnTo>
                <a:lnTo>
                  <a:pt x="116332" y="33997"/>
                </a:lnTo>
                <a:lnTo>
                  <a:pt x="114528" y="35661"/>
                </a:lnTo>
                <a:lnTo>
                  <a:pt x="111226" y="36715"/>
                </a:lnTo>
                <a:lnTo>
                  <a:pt x="96012" y="36715"/>
                </a:lnTo>
                <a:lnTo>
                  <a:pt x="96012" y="12700"/>
                </a:lnTo>
                <a:lnTo>
                  <a:pt x="111239" y="12700"/>
                </a:lnTo>
                <a:lnTo>
                  <a:pt x="114528" y="13728"/>
                </a:lnTo>
                <a:lnTo>
                  <a:pt x="119075" y="17856"/>
                </a:lnTo>
                <a:lnTo>
                  <a:pt x="120205" y="20815"/>
                </a:lnTo>
                <a:lnTo>
                  <a:pt x="120205" y="1460"/>
                </a:lnTo>
                <a:lnTo>
                  <a:pt x="115760" y="38"/>
                </a:lnTo>
                <a:lnTo>
                  <a:pt x="82245" y="38"/>
                </a:lnTo>
                <a:lnTo>
                  <a:pt x="82245" y="79133"/>
                </a:lnTo>
                <a:lnTo>
                  <a:pt x="96012" y="79133"/>
                </a:lnTo>
                <a:lnTo>
                  <a:pt x="96012" y="49364"/>
                </a:lnTo>
                <a:lnTo>
                  <a:pt x="110274" y="49364"/>
                </a:lnTo>
                <a:lnTo>
                  <a:pt x="121589" y="79133"/>
                </a:lnTo>
                <a:lnTo>
                  <a:pt x="135445" y="79133"/>
                </a:lnTo>
                <a:close/>
              </a:path>
              <a:path w="527050" h="81280">
                <a:moveTo>
                  <a:pt x="217512" y="79133"/>
                </a:moveTo>
                <a:lnTo>
                  <a:pt x="212204" y="60413"/>
                </a:lnTo>
                <a:lnTo>
                  <a:pt x="208699" y="48069"/>
                </a:lnTo>
                <a:lnTo>
                  <a:pt x="199504" y="15684"/>
                </a:lnTo>
                <a:lnTo>
                  <a:pt x="195122" y="266"/>
                </a:lnTo>
                <a:lnTo>
                  <a:pt x="195122" y="48069"/>
                </a:lnTo>
                <a:lnTo>
                  <a:pt x="177800" y="48069"/>
                </a:lnTo>
                <a:lnTo>
                  <a:pt x="186461" y="15684"/>
                </a:lnTo>
                <a:lnTo>
                  <a:pt x="195122" y="48069"/>
                </a:lnTo>
                <a:lnTo>
                  <a:pt x="195122" y="266"/>
                </a:lnTo>
                <a:lnTo>
                  <a:pt x="195059" y="38"/>
                </a:lnTo>
                <a:lnTo>
                  <a:pt x="177863" y="38"/>
                </a:lnTo>
                <a:lnTo>
                  <a:pt x="155409" y="79133"/>
                </a:lnTo>
                <a:lnTo>
                  <a:pt x="169494" y="79133"/>
                </a:lnTo>
                <a:lnTo>
                  <a:pt x="174498" y="60413"/>
                </a:lnTo>
                <a:lnTo>
                  <a:pt x="198424" y="60413"/>
                </a:lnTo>
                <a:lnTo>
                  <a:pt x="203441" y="79133"/>
                </a:lnTo>
                <a:lnTo>
                  <a:pt x="217512" y="79133"/>
                </a:lnTo>
                <a:close/>
              </a:path>
              <a:path w="527050" h="81280">
                <a:moveTo>
                  <a:pt x="292735" y="19977"/>
                </a:moveTo>
                <a:lnTo>
                  <a:pt x="291579" y="15570"/>
                </a:lnTo>
                <a:lnTo>
                  <a:pt x="289801" y="12700"/>
                </a:lnTo>
                <a:lnTo>
                  <a:pt x="286969" y="8102"/>
                </a:lnTo>
                <a:lnTo>
                  <a:pt x="283756" y="5207"/>
                </a:lnTo>
                <a:lnTo>
                  <a:pt x="278511" y="2603"/>
                </a:lnTo>
                <a:lnTo>
                  <a:pt x="278511" y="21005"/>
                </a:lnTo>
                <a:lnTo>
                  <a:pt x="278511" y="29044"/>
                </a:lnTo>
                <a:lnTo>
                  <a:pt x="277304" y="32080"/>
                </a:lnTo>
                <a:lnTo>
                  <a:pt x="272465" y="36283"/>
                </a:lnTo>
                <a:lnTo>
                  <a:pt x="268744" y="37338"/>
                </a:lnTo>
                <a:lnTo>
                  <a:pt x="253923" y="37338"/>
                </a:lnTo>
                <a:lnTo>
                  <a:pt x="253923" y="12700"/>
                </a:lnTo>
                <a:lnTo>
                  <a:pt x="268744" y="12700"/>
                </a:lnTo>
                <a:lnTo>
                  <a:pt x="272465" y="13741"/>
                </a:lnTo>
                <a:lnTo>
                  <a:pt x="277304" y="17932"/>
                </a:lnTo>
                <a:lnTo>
                  <a:pt x="278511" y="21005"/>
                </a:lnTo>
                <a:lnTo>
                  <a:pt x="278511" y="2603"/>
                </a:lnTo>
                <a:lnTo>
                  <a:pt x="275463" y="1079"/>
                </a:lnTo>
                <a:lnTo>
                  <a:pt x="270662" y="38"/>
                </a:lnTo>
                <a:lnTo>
                  <a:pt x="240157" y="38"/>
                </a:lnTo>
                <a:lnTo>
                  <a:pt x="240157" y="79133"/>
                </a:lnTo>
                <a:lnTo>
                  <a:pt x="253923" y="79133"/>
                </a:lnTo>
                <a:lnTo>
                  <a:pt x="253923" y="49987"/>
                </a:lnTo>
                <a:lnTo>
                  <a:pt x="270662" y="49987"/>
                </a:lnTo>
                <a:lnTo>
                  <a:pt x="292735" y="30137"/>
                </a:lnTo>
                <a:lnTo>
                  <a:pt x="292735" y="19977"/>
                </a:lnTo>
                <a:close/>
              </a:path>
              <a:path w="527050" h="81280">
                <a:moveTo>
                  <a:pt x="362902" y="40614"/>
                </a:moveTo>
                <a:lnTo>
                  <a:pt x="321906" y="40614"/>
                </a:lnTo>
                <a:lnTo>
                  <a:pt x="321906" y="52666"/>
                </a:lnTo>
                <a:lnTo>
                  <a:pt x="362902" y="52666"/>
                </a:lnTo>
                <a:lnTo>
                  <a:pt x="362902" y="40614"/>
                </a:lnTo>
                <a:close/>
              </a:path>
              <a:path w="527050" h="81280">
                <a:moveTo>
                  <a:pt x="447560" y="0"/>
                </a:moveTo>
                <a:lnTo>
                  <a:pt x="433793" y="0"/>
                </a:lnTo>
                <a:lnTo>
                  <a:pt x="433793" y="57683"/>
                </a:lnTo>
                <a:lnTo>
                  <a:pt x="432638" y="61607"/>
                </a:lnTo>
                <a:lnTo>
                  <a:pt x="428053" y="67068"/>
                </a:lnTo>
                <a:lnTo>
                  <a:pt x="424726" y="68440"/>
                </a:lnTo>
                <a:lnTo>
                  <a:pt x="416026" y="68440"/>
                </a:lnTo>
                <a:lnTo>
                  <a:pt x="412711" y="67068"/>
                </a:lnTo>
                <a:lnTo>
                  <a:pt x="408114" y="61607"/>
                </a:lnTo>
                <a:lnTo>
                  <a:pt x="406971" y="57683"/>
                </a:lnTo>
                <a:lnTo>
                  <a:pt x="406971" y="0"/>
                </a:lnTo>
                <a:lnTo>
                  <a:pt x="393204" y="0"/>
                </a:lnTo>
                <a:lnTo>
                  <a:pt x="393204" y="60985"/>
                </a:lnTo>
                <a:lnTo>
                  <a:pt x="395592" y="68173"/>
                </a:lnTo>
                <a:lnTo>
                  <a:pt x="405155" y="78359"/>
                </a:lnTo>
                <a:lnTo>
                  <a:pt x="411822" y="80911"/>
                </a:lnTo>
                <a:lnTo>
                  <a:pt x="420382" y="80911"/>
                </a:lnTo>
                <a:lnTo>
                  <a:pt x="428929" y="80911"/>
                </a:lnTo>
                <a:lnTo>
                  <a:pt x="435610" y="78359"/>
                </a:lnTo>
                <a:lnTo>
                  <a:pt x="445173" y="68173"/>
                </a:lnTo>
                <a:lnTo>
                  <a:pt x="447560" y="60985"/>
                </a:lnTo>
                <a:lnTo>
                  <a:pt x="447560" y="0"/>
                </a:lnTo>
                <a:close/>
              </a:path>
              <a:path w="527050" h="81280">
                <a:moveTo>
                  <a:pt x="526643" y="19977"/>
                </a:moveTo>
                <a:lnTo>
                  <a:pt x="512432" y="2603"/>
                </a:lnTo>
                <a:lnTo>
                  <a:pt x="512432" y="21005"/>
                </a:lnTo>
                <a:lnTo>
                  <a:pt x="512432" y="29044"/>
                </a:lnTo>
                <a:lnTo>
                  <a:pt x="511225" y="32080"/>
                </a:lnTo>
                <a:lnTo>
                  <a:pt x="506374" y="36283"/>
                </a:lnTo>
                <a:lnTo>
                  <a:pt x="502653" y="37338"/>
                </a:lnTo>
                <a:lnTo>
                  <a:pt x="487832" y="37338"/>
                </a:lnTo>
                <a:lnTo>
                  <a:pt x="487832" y="12700"/>
                </a:lnTo>
                <a:lnTo>
                  <a:pt x="502653" y="12700"/>
                </a:lnTo>
                <a:lnTo>
                  <a:pt x="506374" y="13741"/>
                </a:lnTo>
                <a:lnTo>
                  <a:pt x="511225" y="17932"/>
                </a:lnTo>
                <a:lnTo>
                  <a:pt x="512432" y="21005"/>
                </a:lnTo>
                <a:lnTo>
                  <a:pt x="512432" y="2603"/>
                </a:lnTo>
                <a:lnTo>
                  <a:pt x="509384" y="1079"/>
                </a:lnTo>
                <a:lnTo>
                  <a:pt x="504571" y="38"/>
                </a:lnTo>
                <a:lnTo>
                  <a:pt x="474065" y="38"/>
                </a:lnTo>
                <a:lnTo>
                  <a:pt x="474065" y="79133"/>
                </a:lnTo>
                <a:lnTo>
                  <a:pt x="487832" y="79133"/>
                </a:lnTo>
                <a:lnTo>
                  <a:pt x="487832" y="49987"/>
                </a:lnTo>
                <a:lnTo>
                  <a:pt x="504571" y="49987"/>
                </a:lnTo>
                <a:lnTo>
                  <a:pt x="509384" y="48971"/>
                </a:lnTo>
                <a:lnTo>
                  <a:pt x="517664" y="44869"/>
                </a:lnTo>
                <a:lnTo>
                  <a:pt x="520890" y="41986"/>
                </a:lnTo>
                <a:lnTo>
                  <a:pt x="523760" y="37338"/>
                </a:lnTo>
                <a:lnTo>
                  <a:pt x="525487" y="34544"/>
                </a:lnTo>
                <a:lnTo>
                  <a:pt x="526643" y="30137"/>
                </a:lnTo>
                <a:lnTo>
                  <a:pt x="526643" y="19977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069" y="1454530"/>
            <a:ext cx="2463047" cy="28101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140582" y="1672375"/>
            <a:ext cx="59690" cy="118745"/>
          </a:xfrm>
          <a:custGeom>
            <a:avLst/>
            <a:gdLst/>
            <a:ahLst/>
            <a:cxnLst/>
            <a:rect l="l" t="t" r="r" b="b"/>
            <a:pathLst>
              <a:path w="59689" h="118744">
                <a:moveTo>
                  <a:pt x="59081" y="0"/>
                </a:moveTo>
                <a:lnTo>
                  <a:pt x="0" y="0"/>
                </a:lnTo>
                <a:lnTo>
                  <a:pt x="0" y="57110"/>
                </a:lnTo>
                <a:lnTo>
                  <a:pt x="24996" y="57110"/>
                </a:lnTo>
                <a:lnTo>
                  <a:pt x="2273" y="118464"/>
                </a:lnTo>
                <a:lnTo>
                  <a:pt x="34085" y="118464"/>
                </a:lnTo>
                <a:lnTo>
                  <a:pt x="59081" y="51962"/>
                </a:lnTo>
                <a:lnTo>
                  <a:pt x="59081" y="0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46571" y="1456803"/>
            <a:ext cx="2439565" cy="27722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240883" y="1454530"/>
            <a:ext cx="219075" cy="281305"/>
          </a:xfrm>
          <a:custGeom>
            <a:avLst/>
            <a:gdLst/>
            <a:ahLst/>
            <a:cxnLst/>
            <a:rect l="l" t="t" r="r" b="b"/>
            <a:pathLst>
              <a:path w="219075" h="281305">
                <a:moveTo>
                  <a:pt x="104056" y="0"/>
                </a:moveTo>
                <a:lnTo>
                  <a:pt x="59212" y="10482"/>
                </a:lnTo>
                <a:lnTo>
                  <a:pt x="33357" y="40411"/>
                </a:lnTo>
                <a:lnTo>
                  <a:pt x="28387" y="68472"/>
                </a:lnTo>
                <a:lnTo>
                  <a:pt x="28445" y="76664"/>
                </a:lnTo>
                <a:lnTo>
                  <a:pt x="44808" y="115614"/>
                </a:lnTo>
                <a:lnTo>
                  <a:pt x="53839" y="128009"/>
                </a:lnTo>
                <a:lnTo>
                  <a:pt x="44810" y="134105"/>
                </a:lnTo>
                <a:lnTo>
                  <a:pt x="12686" y="164984"/>
                </a:lnTo>
                <a:lnTo>
                  <a:pt x="256" y="201979"/>
                </a:lnTo>
                <a:lnTo>
                  <a:pt x="0" y="211988"/>
                </a:lnTo>
                <a:lnTo>
                  <a:pt x="1058" y="224538"/>
                </a:lnTo>
                <a:lnTo>
                  <a:pt x="1132" y="225417"/>
                </a:lnTo>
                <a:lnTo>
                  <a:pt x="21001" y="262496"/>
                </a:lnTo>
                <a:lnTo>
                  <a:pt x="63401" y="279857"/>
                </a:lnTo>
                <a:lnTo>
                  <a:pt x="82313" y="281015"/>
                </a:lnTo>
                <a:lnTo>
                  <a:pt x="94617" y="280638"/>
                </a:lnTo>
                <a:lnTo>
                  <a:pt x="133161" y="271824"/>
                </a:lnTo>
                <a:lnTo>
                  <a:pt x="151999" y="260409"/>
                </a:lnTo>
                <a:lnTo>
                  <a:pt x="207656" y="260409"/>
                </a:lnTo>
                <a:lnTo>
                  <a:pt x="186808" y="233218"/>
                </a:lnTo>
                <a:lnTo>
                  <a:pt x="88830" y="233218"/>
                </a:lnTo>
                <a:lnTo>
                  <a:pt x="80862" y="232693"/>
                </a:lnTo>
                <a:lnTo>
                  <a:pt x="54442" y="211988"/>
                </a:lnTo>
                <a:lnTo>
                  <a:pt x="54442" y="195072"/>
                </a:lnTo>
                <a:lnTo>
                  <a:pt x="79592" y="163005"/>
                </a:lnTo>
                <a:lnTo>
                  <a:pt x="137718" y="163005"/>
                </a:lnTo>
                <a:lnTo>
                  <a:pt x="119731" y="139371"/>
                </a:lnTo>
                <a:lnTo>
                  <a:pt x="132983" y="130562"/>
                </a:lnTo>
                <a:lnTo>
                  <a:pt x="144369" y="121799"/>
                </a:lnTo>
                <a:lnTo>
                  <a:pt x="154232" y="112818"/>
                </a:lnTo>
                <a:lnTo>
                  <a:pt x="160703" y="105587"/>
                </a:lnTo>
                <a:lnTo>
                  <a:pt x="95948" y="105587"/>
                </a:lnTo>
                <a:lnTo>
                  <a:pt x="91861" y="100589"/>
                </a:lnTo>
                <a:lnTo>
                  <a:pt x="79965" y="61603"/>
                </a:lnTo>
                <a:lnTo>
                  <a:pt x="82022" y="56163"/>
                </a:lnTo>
                <a:lnTo>
                  <a:pt x="90256" y="48134"/>
                </a:lnTo>
                <a:lnTo>
                  <a:pt x="96076" y="46127"/>
                </a:lnTo>
                <a:lnTo>
                  <a:pt x="174626" y="46127"/>
                </a:lnTo>
                <a:lnTo>
                  <a:pt x="172113" y="36971"/>
                </a:lnTo>
                <a:lnTo>
                  <a:pt x="136588" y="4288"/>
                </a:lnTo>
                <a:lnTo>
                  <a:pt x="122013" y="1164"/>
                </a:lnTo>
                <a:lnTo>
                  <a:pt x="123092" y="1164"/>
                </a:lnTo>
                <a:lnTo>
                  <a:pt x="104056" y="0"/>
                </a:lnTo>
                <a:close/>
              </a:path>
              <a:path w="219075" h="281305">
                <a:moveTo>
                  <a:pt x="207656" y="260409"/>
                </a:moveTo>
                <a:lnTo>
                  <a:pt x="151999" y="260409"/>
                </a:lnTo>
                <a:lnTo>
                  <a:pt x="163545" y="274993"/>
                </a:lnTo>
                <a:lnTo>
                  <a:pt x="218838" y="274993"/>
                </a:lnTo>
                <a:lnTo>
                  <a:pt x="207656" y="260409"/>
                </a:lnTo>
                <a:close/>
              </a:path>
              <a:path w="219075" h="281305">
                <a:moveTo>
                  <a:pt x="137718" y="163005"/>
                </a:moveTo>
                <a:lnTo>
                  <a:pt x="79592" y="163005"/>
                </a:lnTo>
                <a:lnTo>
                  <a:pt x="124429" y="222087"/>
                </a:lnTo>
                <a:lnTo>
                  <a:pt x="120895" y="225417"/>
                </a:lnTo>
                <a:lnTo>
                  <a:pt x="116199" y="228104"/>
                </a:lnTo>
                <a:lnTo>
                  <a:pt x="104486" y="232195"/>
                </a:lnTo>
                <a:lnTo>
                  <a:pt x="97314" y="233218"/>
                </a:lnTo>
                <a:lnTo>
                  <a:pt x="186808" y="233218"/>
                </a:lnTo>
                <a:lnTo>
                  <a:pt x="186023" y="232195"/>
                </a:lnTo>
                <a:lnTo>
                  <a:pt x="185844" y="232195"/>
                </a:lnTo>
                <a:lnTo>
                  <a:pt x="192102" y="224538"/>
                </a:lnTo>
                <a:lnTo>
                  <a:pt x="197799" y="216299"/>
                </a:lnTo>
                <a:lnTo>
                  <a:pt x="203028" y="207364"/>
                </a:lnTo>
                <a:lnTo>
                  <a:pt x="207788" y="197733"/>
                </a:lnTo>
                <a:lnTo>
                  <a:pt x="210605" y="190729"/>
                </a:lnTo>
                <a:lnTo>
                  <a:pt x="158817" y="190729"/>
                </a:lnTo>
                <a:lnTo>
                  <a:pt x="137718" y="163005"/>
                </a:lnTo>
                <a:close/>
              </a:path>
              <a:path w="219075" h="281305">
                <a:moveTo>
                  <a:pt x="171545" y="150431"/>
                </a:moveTo>
                <a:lnTo>
                  <a:pt x="171339" y="156188"/>
                </a:lnTo>
                <a:lnTo>
                  <a:pt x="171241" y="158912"/>
                </a:lnTo>
                <a:lnTo>
                  <a:pt x="169877" y="166701"/>
                </a:lnTo>
                <a:lnTo>
                  <a:pt x="165030" y="180892"/>
                </a:lnTo>
                <a:lnTo>
                  <a:pt x="162151" y="186536"/>
                </a:lnTo>
                <a:lnTo>
                  <a:pt x="158817" y="190729"/>
                </a:lnTo>
                <a:lnTo>
                  <a:pt x="210605" y="190729"/>
                </a:lnTo>
                <a:lnTo>
                  <a:pt x="218353" y="156188"/>
                </a:lnTo>
                <a:lnTo>
                  <a:pt x="171545" y="150431"/>
                </a:lnTo>
                <a:close/>
              </a:path>
              <a:path w="219075" h="281305">
                <a:moveTo>
                  <a:pt x="174626" y="46127"/>
                </a:moveTo>
                <a:lnTo>
                  <a:pt x="110571" y="46127"/>
                </a:lnTo>
                <a:lnTo>
                  <a:pt x="116259" y="48134"/>
                </a:lnTo>
                <a:lnTo>
                  <a:pt x="116076" y="48134"/>
                </a:lnTo>
                <a:lnTo>
                  <a:pt x="123647" y="55660"/>
                </a:lnTo>
                <a:lnTo>
                  <a:pt x="125566" y="60900"/>
                </a:lnTo>
                <a:lnTo>
                  <a:pt x="125566" y="72210"/>
                </a:lnTo>
                <a:lnTo>
                  <a:pt x="95948" y="105587"/>
                </a:lnTo>
                <a:lnTo>
                  <a:pt x="160703" y="105587"/>
                </a:lnTo>
                <a:lnTo>
                  <a:pt x="176469" y="62110"/>
                </a:lnTo>
                <a:lnTo>
                  <a:pt x="175380" y="48875"/>
                </a:lnTo>
                <a:lnTo>
                  <a:pt x="174626" y="46127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27823" y="1460590"/>
            <a:ext cx="171450" cy="269240"/>
          </a:xfrm>
          <a:custGeom>
            <a:avLst/>
            <a:gdLst/>
            <a:ahLst/>
            <a:cxnLst/>
            <a:rect l="l" t="t" r="r" b="b"/>
            <a:pathLst>
              <a:path w="171450" h="269239">
                <a:moveTo>
                  <a:pt x="171184" y="0"/>
                </a:moveTo>
                <a:lnTo>
                  <a:pt x="0" y="0"/>
                </a:lnTo>
                <a:lnTo>
                  <a:pt x="0" y="268895"/>
                </a:lnTo>
                <a:lnTo>
                  <a:pt x="53928" y="268895"/>
                </a:lnTo>
                <a:lnTo>
                  <a:pt x="53928" y="160958"/>
                </a:lnTo>
                <a:lnTo>
                  <a:pt x="164367" y="160958"/>
                </a:lnTo>
                <a:lnTo>
                  <a:pt x="164367" y="113541"/>
                </a:lnTo>
                <a:lnTo>
                  <a:pt x="53928" y="113541"/>
                </a:lnTo>
                <a:lnTo>
                  <a:pt x="53928" y="48323"/>
                </a:lnTo>
                <a:lnTo>
                  <a:pt x="32191" y="48323"/>
                </a:lnTo>
                <a:lnTo>
                  <a:pt x="53928" y="26433"/>
                </a:lnTo>
                <a:lnTo>
                  <a:pt x="171184" y="26433"/>
                </a:lnTo>
                <a:lnTo>
                  <a:pt x="171184" y="0"/>
                </a:lnTo>
                <a:close/>
              </a:path>
              <a:path w="171450" h="269239">
                <a:moveTo>
                  <a:pt x="53928" y="26433"/>
                </a:moveTo>
                <a:lnTo>
                  <a:pt x="32191" y="48323"/>
                </a:lnTo>
                <a:lnTo>
                  <a:pt x="53928" y="48323"/>
                </a:lnTo>
                <a:lnTo>
                  <a:pt x="53928" y="26433"/>
                </a:lnTo>
                <a:close/>
              </a:path>
              <a:path w="171450" h="269239">
                <a:moveTo>
                  <a:pt x="171184" y="26433"/>
                </a:moveTo>
                <a:lnTo>
                  <a:pt x="53928" y="26433"/>
                </a:lnTo>
                <a:lnTo>
                  <a:pt x="53928" y="48323"/>
                </a:lnTo>
                <a:lnTo>
                  <a:pt x="171184" y="48323"/>
                </a:lnTo>
                <a:lnTo>
                  <a:pt x="171184" y="26433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7635" y="1526489"/>
            <a:ext cx="169971" cy="2075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3352" y="1478846"/>
            <a:ext cx="184818" cy="2506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2100" y="1526489"/>
            <a:ext cx="169971" cy="20754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628421" y="1521943"/>
            <a:ext cx="409575" cy="212090"/>
            <a:chOff x="7628421" y="1521943"/>
            <a:chExt cx="409575" cy="21209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8421" y="1526489"/>
              <a:ext cx="184061" cy="2029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46564" y="1521943"/>
              <a:ext cx="190878" cy="212087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8291939" y="1460590"/>
            <a:ext cx="427990" cy="273685"/>
            <a:chOff x="8291939" y="1460590"/>
            <a:chExt cx="427990" cy="273685"/>
          </a:xfrm>
        </p:grpSpPr>
        <p:sp>
          <p:nvSpPr>
            <p:cNvPr id="15" name="object 15"/>
            <p:cNvSpPr/>
            <p:nvPr/>
          </p:nvSpPr>
          <p:spPr>
            <a:xfrm>
              <a:off x="8291939" y="1460590"/>
              <a:ext cx="209550" cy="269240"/>
            </a:xfrm>
            <a:custGeom>
              <a:avLst/>
              <a:gdLst/>
              <a:ahLst/>
              <a:cxnLst/>
              <a:rect l="l" t="t" r="r" b="b"/>
              <a:pathLst>
                <a:path w="209550" h="269239">
                  <a:moveTo>
                    <a:pt x="50902" y="0"/>
                  </a:moveTo>
                  <a:lnTo>
                    <a:pt x="0" y="0"/>
                  </a:lnTo>
                  <a:lnTo>
                    <a:pt x="27724" y="268895"/>
                  </a:lnTo>
                  <a:lnTo>
                    <a:pt x="84681" y="268895"/>
                  </a:lnTo>
                  <a:lnTo>
                    <a:pt x="93439" y="209057"/>
                  </a:lnTo>
                  <a:lnTo>
                    <a:pt x="62566" y="209057"/>
                  </a:lnTo>
                  <a:lnTo>
                    <a:pt x="65823" y="185545"/>
                  </a:lnTo>
                  <a:lnTo>
                    <a:pt x="50902" y="0"/>
                  </a:lnTo>
                  <a:close/>
                </a:path>
                <a:path w="209550" h="269239">
                  <a:moveTo>
                    <a:pt x="131694" y="102256"/>
                  </a:moveTo>
                  <a:lnTo>
                    <a:pt x="109072" y="102256"/>
                  </a:lnTo>
                  <a:lnTo>
                    <a:pt x="104528" y="133304"/>
                  </a:lnTo>
                  <a:lnTo>
                    <a:pt x="124376" y="268895"/>
                  </a:lnTo>
                  <a:lnTo>
                    <a:pt x="181333" y="268895"/>
                  </a:lnTo>
                  <a:lnTo>
                    <a:pt x="187502" y="209057"/>
                  </a:lnTo>
                  <a:lnTo>
                    <a:pt x="141342" y="209057"/>
                  </a:lnTo>
                  <a:lnTo>
                    <a:pt x="143233" y="185545"/>
                  </a:lnTo>
                  <a:lnTo>
                    <a:pt x="131694" y="102256"/>
                  </a:lnTo>
                  <a:close/>
                </a:path>
                <a:path w="209550" h="269239">
                  <a:moveTo>
                    <a:pt x="65824" y="185545"/>
                  </a:moveTo>
                  <a:lnTo>
                    <a:pt x="62566" y="209057"/>
                  </a:lnTo>
                  <a:lnTo>
                    <a:pt x="67715" y="209057"/>
                  </a:lnTo>
                  <a:lnTo>
                    <a:pt x="65824" y="185545"/>
                  </a:lnTo>
                  <a:close/>
                </a:path>
                <a:path w="209550" h="269239">
                  <a:moveTo>
                    <a:pt x="121725" y="30298"/>
                  </a:moveTo>
                  <a:lnTo>
                    <a:pt x="87331" y="30298"/>
                  </a:lnTo>
                  <a:lnTo>
                    <a:pt x="65824" y="185545"/>
                  </a:lnTo>
                  <a:lnTo>
                    <a:pt x="67715" y="209057"/>
                  </a:lnTo>
                  <a:lnTo>
                    <a:pt x="93439" y="209057"/>
                  </a:lnTo>
                  <a:lnTo>
                    <a:pt x="104528" y="133304"/>
                  </a:lnTo>
                  <a:lnTo>
                    <a:pt x="99983" y="102256"/>
                  </a:lnTo>
                  <a:lnTo>
                    <a:pt x="131694" y="102256"/>
                  </a:lnTo>
                  <a:lnTo>
                    <a:pt x="121725" y="30298"/>
                  </a:lnTo>
                  <a:close/>
                </a:path>
                <a:path w="209550" h="269239">
                  <a:moveTo>
                    <a:pt x="143233" y="185545"/>
                  </a:moveTo>
                  <a:lnTo>
                    <a:pt x="141342" y="209057"/>
                  </a:lnTo>
                  <a:lnTo>
                    <a:pt x="146490" y="209057"/>
                  </a:lnTo>
                  <a:lnTo>
                    <a:pt x="143233" y="185545"/>
                  </a:lnTo>
                  <a:close/>
                </a:path>
                <a:path w="209550" h="269239">
                  <a:moveTo>
                    <a:pt x="209057" y="0"/>
                  </a:moveTo>
                  <a:lnTo>
                    <a:pt x="158159" y="0"/>
                  </a:lnTo>
                  <a:lnTo>
                    <a:pt x="143233" y="185545"/>
                  </a:lnTo>
                  <a:lnTo>
                    <a:pt x="146490" y="209057"/>
                  </a:lnTo>
                  <a:lnTo>
                    <a:pt x="187502" y="209057"/>
                  </a:lnTo>
                  <a:lnTo>
                    <a:pt x="209057" y="0"/>
                  </a:lnTo>
                  <a:close/>
                </a:path>
                <a:path w="209550" h="269239">
                  <a:moveTo>
                    <a:pt x="109072" y="102256"/>
                  </a:moveTo>
                  <a:lnTo>
                    <a:pt x="99983" y="102256"/>
                  </a:lnTo>
                  <a:lnTo>
                    <a:pt x="104528" y="133304"/>
                  </a:lnTo>
                  <a:lnTo>
                    <a:pt x="109072" y="102256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27504" y="1521943"/>
              <a:ext cx="192391" cy="21208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64582" y="1460590"/>
            <a:ext cx="415925" cy="269240"/>
            <a:chOff x="8764582" y="1460590"/>
            <a:chExt cx="415925" cy="26924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64582" y="1526489"/>
              <a:ext cx="184061" cy="2029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987270" y="1460590"/>
              <a:ext cx="193040" cy="269240"/>
            </a:xfrm>
            <a:custGeom>
              <a:avLst/>
              <a:gdLst/>
              <a:ahLst/>
              <a:cxnLst/>
              <a:rect l="l" t="t" r="r" b="b"/>
              <a:pathLst>
                <a:path w="193040" h="269239">
                  <a:moveTo>
                    <a:pt x="51352" y="0"/>
                  </a:moveTo>
                  <a:lnTo>
                    <a:pt x="0" y="0"/>
                  </a:lnTo>
                  <a:lnTo>
                    <a:pt x="0" y="268895"/>
                  </a:lnTo>
                  <a:lnTo>
                    <a:pt x="51352" y="268895"/>
                  </a:lnTo>
                  <a:lnTo>
                    <a:pt x="51352" y="215720"/>
                  </a:lnTo>
                  <a:lnTo>
                    <a:pt x="78927" y="185878"/>
                  </a:lnTo>
                  <a:lnTo>
                    <a:pt x="134371" y="268895"/>
                  </a:lnTo>
                  <a:lnTo>
                    <a:pt x="192995" y="268895"/>
                  </a:lnTo>
                  <a:lnTo>
                    <a:pt x="112558" y="152703"/>
                  </a:lnTo>
                  <a:lnTo>
                    <a:pt x="189664" y="65899"/>
                  </a:lnTo>
                  <a:lnTo>
                    <a:pt x="128612" y="65899"/>
                  </a:lnTo>
                  <a:lnTo>
                    <a:pt x="51352" y="154520"/>
                  </a:lnTo>
                  <a:lnTo>
                    <a:pt x="51352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62297" y="2055726"/>
            <a:ext cx="775335" cy="99695"/>
            <a:chOff x="562297" y="2055726"/>
            <a:chExt cx="775335" cy="9969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2297" y="2057864"/>
              <a:ext cx="246748" cy="9490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32837" y="2057864"/>
              <a:ext cx="60960" cy="95250"/>
            </a:xfrm>
            <a:custGeom>
              <a:avLst/>
              <a:gdLst/>
              <a:ahLst/>
              <a:cxnLst/>
              <a:rect l="l" t="t" r="r" b="b"/>
              <a:pathLst>
                <a:path w="60959" h="95250">
                  <a:moveTo>
                    <a:pt x="59348" y="0"/>
                  </a:moveTo>
                  <a:lnTo>
                    <a:pt x="0" y="0"/>
                  </a:lnTo>
                  <a:lnTo>
                    <a:pt x="0" y="94903"/>
                  </a:lnTo>
                  <a:lnTo>
                    <a:pt x="60417" y="94903"/>
                  </a:lnTo>
                  <a:lnTo>
                    <a:pt x="60417" y="77741"/>
                  </a:lnTo>
                  <a:lnTo>
                    <a:pt x="19032" y="77741"/>
                  </a:lnTo>
                  <a:lnTo>
                    <a:pt x="19032" y="55684"/>
                  </a:lnTo>
                  <a:lnTo>
                    <a:pt x="57744" y="55684"/>
                  </a:lnTo>
                  <a:lnTo>
                    <a:pt x="57744" y="38950"/>
                  </a:lnTo>
                  <a:lnTo>
                    <a:pt x="19032" y="38950"/>
                  </a:lnTo>
                  <a:lnTo>
                    <a:pt x="19032" y="17161"/>
                  </a:lnTo>
                  <a:lnTo>
                    <a:pt x="59348" y="17161"/>
                  </a:lnTo>
                  <a:lnTo>
                    <a:pt x="593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2341" y="2055726"/>
              <a:ext cx="425007" cy="991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56950" y="2269728"/>
            <a:ext cx="4678680" cy="690880"/>
            <a:chOff x="556950" y="2269728"/>
            <a:chExt cx="4678680" cy="690880"/>
          </a:xfrm>
        </p:grpSpPr>
        <p:sp>
          <p:nvSpPr>
            <p:cNvPr id="25" name="object 25"/>
            <p:cNvSpPr/>
            <p:nvPr/>
          </p:nvSpPr>
          <p:spPr>
            <a:xfrm>
              <a:off x="570874" y="2269728"/>
              <a:ext cx="4664710" cy="690880"/>
            </a:xfrm>
            <a:custGeom>
              <a:avLst/>
              <a:gdLst/>
              <a:ahLst/>
              <a:cxnLst/>
              <a:rect l="l" t="t" r="r" b="b"/>
              <a:pathLst>
                <a:path w="4664710" h="690880">
                  <a:moveTo>
                    <a:pt x="4625812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4625812" y="690606"/>
                  </a:lnTo>
                  <a:lnTo>
                    <a:pt x="4658806" y="668557"/>
                  </a:lnTo>
                  <a:lnTo>
                    <a:pt x="4664460" y="651958"/>
                  </a:lnTo>
                  <a:lnTo>
                    <a:pt x="4664460" y="38638"/>
                  </a:lnTo>
                  <a:lnTo>
                    <a:pt x="4642413" y="5645"/>
                  </a:lnTo>
                  <a:lnTo>
                    <a:pt x="4625812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6950" y="2269728"/>
              <a:ext cx="27940" cy="690880"/>
            </a:xfrm>
            <a:custGeom>
              <a:avLst/>
              <a:gdLst/>
              <a:ahLst/>
              <a:cxnLst/>
              <a:rect l="l" t="t" r="r" b="b"/>
              <a:pathLst>
                <a:path w="27940" h="690880">
                  <a:moveTo>
                    <a:pt x="27847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27847" y="690618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256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8836" y="2396713"/>
              <a:ext cx="325032" cy="971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3621" y="2395598"/>
              <a:ext cx="789076" cy="969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62450" y="2395598"/>
              <a:ext cx="118918" cy="8153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60277" y="2396713"/>
              <a:ext cx="190252" cy="8042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29882" y="2395598"/>
              <a:ext cx="388479" cy="9824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93658" y="2402081"/>
              <a:ext cx="256640" cy="7505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32279" y="2395598"/>
              <a:ext cx="586348" cy="9690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98381" y="2396713"/>
              <a:ext cx="324140" cy="8042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251840" y="2459003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79" h="17144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70947" y="2396713"/>
              <a:ext cx="246617" cy="8042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38281" y="2402954"/>
              <a:ext cx="248920" cy="74295"/>
            </a:xfrm>
            <a:custGeom>
              <a:avLst/>
              <a:gdLst/>
              <a:ahLst/>
              <a:cxnLst/>
              <a:rect l="l" t="t" r="r" b="b"/>
              <a:pathLst>
                <a:path w="248920" h="74294">
                  <a:moveTo>
                    <a:pt x="50126" y="13817"/>
                  </a:moveTo>
                  <a:lnTo>
                    <a:pt x="33743" y="13817"/>
                  </a:lnTo>
                  <a:lnTo>
                    <a:pt x="30365" y="15062"/>
                  </a:lnTo>
                  <a:lnTo>
                    <a:pt x="25323" y="20027"/>
                  </a:lnTo>
                  <a:lnTo>
                    <a:pt x="23761" y="23837"/>
                  </a:lnTo>
                  <a:lnTo>
                    <a:pt x="23799" y="25158"/>
                  </a:lnTo>
                  <a:lnTo>
                    <a:pt x="23736" y="24015"/>
                  </a:lnTo>
                  <a:lnTo>
                    <a:pt x="23634" y="22059"/>
                  </a:lnTo>
                  <a:lnTo>
                    <a:pt x="23368" y="17487"/>
                  </a:lnTo>
                  <a:lnTo>
                    <a:pt x="23241" y="15062"/>
                  </a:lnTo>
                  <a:lnTo>
                    <a:pt x="23164" y="13817"/>
                  </a:lnTo>
                  <a:lnTo>
                    <a:pt x="0" y="13817"/>
                  </a:lnTo>
                  <a:lnTo>
                    <a:pt x="0" y="22059"/>
                  </a:lnTo>
                  <a:lnTo>
                    <a:pt x="15367" y="22059"/>
                  </a:lnTo>
                  <a:lnTo>
                    <a:pt x="15367" y="64604"/>
                  </a:lnTo>
                  <a:lnTo>
                    <a:pt x="0" y="64604"/>
                  </a:lnTo>
                  <a:lnTo>
                    <a:pt x="0" y="72847"/>
                  </a:lnTo>
                  <a:lnTo>
                    <a:pt x="43434" y="72847"/>
                  </a:lnTo>
                  <a:lnTo>
                    <a:pt x="43434" y="69062"/>
                  </a:lnTo>
                  <a:lnTo>
                    <a:pt x="43434" y="64604"/>
                  </a:lnTo>
                  <a:lnTo>
                    <a:pt x="24726" y="64604"/>
                  </a:lnTo>
                  <a:lnTo>
                    <a:pt x="24726" y="33934"/>
                  </a:lnTo>
                  <a:lnTo>
                    <a:pt x="25247" y="31203"/>
                  </a:lnTo>
                  <a:lnTo>
                    <a:pt x="25996" y="29629"/>
                  </a:lnTo>
                  <a:lnTo>
                    <a:pt x="27330" y="26822"/>
                  </a:lnTo>
                  <a:lnTo>
                    <a:pt x="28829" y="25158"/>
                  </a:lnTo>
                  <a:lnTo>
                    <a:pt x="32766" y="22860"/>
                  </a:lnTo>
                  <a:lnTo>
                    <a:pt x="35191" y="22275"/>
                  </a:lnTo>
                  <a:lnTo>
                    <a:pt x="50126" y="22275"/>
                  </a:lnTo>
                  <a:lnTo>
                    <a:pt x="50126" y="13817"/>
                  </a:lnTo>
                  <a:close/>
                </a:path>
                <a:path w="248920" h="74294">
                  <a:moveTo>
                    <a:pt x="116624" y="36830"/>
                  </a:moveTo>
                  <a:lnTo>
                    <a:pt x="115760" y="32486"/>
                  </a:lnTo>
                  <a:lnTo>
                    <a:pt x="115709" y="32270"/>
                  </a:lnTo>
                  <a:lnTo>
                    <a:pt x="115595" y="31673"/>
                  </a:lnTo>
                  <a:lnTo>
                    <a:pt x="106375" y="17538"/>
                  </a:lnTo>
                  <a:lnTo>
                    <a:pt x="106375" y="37985"/>
                  </a:lnTo>
                  <a:lnTo>
                    <a:pt x="73621" y="37985"/>
                  </a:lnTo>
                  <a:lnTo>
                    <a:pt x="74447" y="32486"/>
                  </a:lnTo>
                  <a:lnTo>
                    <a:pt x="76314" y="28346"/>
                  </a:lnTo>
                  <a:lnTo>
                    <a:pt x="82181" y="22783"/>
                  </a:lnTo>
                  <a:lnTo>
                    <a:pt x="85915" y="21386"/>
                  </a:lnTo>
                  <a:lnTo>
                    <a:pt x="94830" y="21386"/>
                  </a:lnTo>
                  <a:lnTo>
                    <a:pt x="106375" y="37985"/>
                  </a:lnTo>
                  <a:lnTo>
                    <a:pt x="106375" y="17538"/>
                  </a:lnTo>
                  <a:lnTo>
                    <a:pt x="100215" y="13754"/>
                  </a:lnTo>
                  <a:lnTo>
                    <a:pt x="100380" y="13754"/>
                  </a:lnTo>
                  <a:lnTo>
                    <a:pt x="95567" y="12484"/>
                  </a:lnTo>
                  <a:lnTo>
                    <a:pt x="85026" y="12484"/>
                  </a:lnTo>
                  <a:lnTo>
                    <a:pt x="80327" y="13754"/>
                  </a:lnTo>
                  <a:lnTo>
                    <a:pt x="63817" y="49568"/>
                  </a:lnTo>
                  <a:lnTo>
                    <a:pt x="64922" y="55016"/>
                  </a:lnTo>
                  <a:lnTo>
                    <a:pt x="85318" y="74193"/>
                  </a:lnTo>
                  <a:lnTo>
                    <a:pt x="97129" y="74193"/>
                  </a:lnTo>
                  <a:lnTo>
                    <a:pt x="115620" y="56146"/>
                  </a:lnTo>
                  <a:lnTo>
                    <a:pt x="105600" y="55359"/>
                  </a:lnTo>
                  <a:lnTo>
                    <a:pt x="104635" y="58331"/>
                  </a:lnTo>
                  <a:lnTo>
                    <a:pt x="102908" y="60731"/>
                  </a:lnTo>
                  <a:lnTo>
                    <a:pt x="97929" y="64363"/>
                  </a:lnTo>
                  <a:lnTo>
                    <a:pt x="94754" y="65278"/>
                  </a:lnTo>
                  <a:lnTo>
                    <a:pt x="85763" y="65278"/>
                  </a:lnTo>
                  <a:lnTo>
                    <a:pt x="81699" y="63677"/>
                  </a:lnTo>
                  <a:lnTo>
                    <a:pt x="75692" y="57289"/>
                  </a:lnTo>
                  <a:lnTo>
                    <a:pt x="74002" y="52539"/>
                  </a:lnTo>
                  <a:lnTo>
                    <a:pt x="73621" y="46228"/>
                  </a:lnTo>
                  <a:lnTo>
                    <a:pt x="116624" y="46228"/>
                  </a:lnTo>
                  <a:lnTo>
                    <a:pt x="116624" y="37985"/>
                  </a:lnTo>
                  <a:lnTo>
                    <a:pt x="116624" y="36830"/>
                  </a:lnTo>
                  <a:close/>
                </a:path>
                <a:path w="248920" h="74294">
                  <a:moveTo>
                    <a:pt x="248399" y="13817"/>
                  </a:moveTo>
                  <a:lnTo>
                    <a:pt x="224891" y="13817"/>
                  </a:lnTo>
                  <a:lnTo>
                    <a:pt x="224891" y="0"/>
                  </a:lnTo>
                  <a:lnTo>
                    <a:pt x="215531" y="0"/>
                  </a:lnTo>
                  <a:lnTo>
                    <a:pt x="215531" y="13817"/>
                  </a:lnTo>
                  <a:lnTo>
                    <a:pt x="196037" y="13817"/>
                  </a:lnTo>
                  <a:lnTo>
                    <a:pt x="196037" y="22059"/>
                  </a:lnTo>
                  <a:lnTo>
                    <a:pt x="215531" y="22059"/>
                  </a:lnTo>
                  <a:lnTo>
                    <a:pt x="215531" y="62077"/>
                  </a:lnTo>
                  <a:lnTo>
                    <a:pt x="216941" y="66167"/>
                  </a:lnTo>
                  <a:lnTo>
                    <a:pt x="222592" y="71513"/>
                  </a:lnTo>
                  <a:lnTo>
                    <a:pt x="226860" y="72847"/>
                  </a:lnTo>
                  <a:lnTo>
                    <a:pt x="248399" y="72847"/>
                  </a:lnTo>
                  <a:lnTo>
                    <a:pt x="248399" y="64604"/>
                  </a:lnTo>
                  <a:lnTo>
                    <a:pt x="229984" y="64604"/>
                  </a:lnTo>
                  <a:lnTo>
                    <a:pt x="228053" y="63957"/>
                  </a:lnTo>
                  <a:lnTo>
                    <a:pt x="225526" y="61353"/>
                  </a:lnTo>
                  <a:lnTo>
                    <a:pt x="224891" y="59334"/>
                  </a:lnTo>
                  <a:lnTo>
                    <a:pt x="224891" y="22059"/>
                  </a:lnTo>
                  <a:lnTo>
                    <a:pt x="248399" y="22059"/>
                  </a:lnTo>
                  <a:lnTo>
                    <a:pt x="248399" y="13817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06733" y="2396713"/>
              <a:ext cx="115511" cy="8042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97302" y="2574825"/>
              <a:ext cx="36830" cy="96520"/>
            </a:xfrm>
            <a:custGeom>
              <a:avLst/>
              <a:gdLst/>
              <a:ahLst/>
              <a:cxnLst/>
              <a:rect l="l" t="t" r="r" b="b"/>
              <a:pathLst>
                <a:path w="36829" h="96519">
                  <a:moveTo>
                    <a:pt x="27402" y="23836"/>
                  </a:moveTo>
                  <a:lnTo>
                    <a:pt x="27402" y="82094"/>
                  </a:lnTo>
                  <a:lnTo>
                    <a:pt x="26551" y="84618"/>
                  </a:lnTo>
                  <a:lnTo>
                    <a:pt x="23781" y="87033"/>
                  </a:lnTo>
                  <a:lnTo>
                    <a:pt x="21609" y="87664"/>
                  </a:lnTo>
                  <a:lnTo>
                    <a:pt x="0" y="87664"/>
                  </a:lnTo>
                  <a:lnTo>
                    <a:pt x="0" y="95906"/>
                  </a:lnTo>
                  <a:lnTo>
                    <a:pt x="25768" y="95906"/>
                  </a:lnTo>
                  <a:lnTo>
                    <a:pt x="30075" y="94476"/>
                  </a:lnTo>
                  <a:lnTo>
                    <a:pt x="35422" y="88759"/>
                  </a:lnTo>
                  <a:lnTo>
                    <a:pt x="36758" y="84618"/>
                  </a:lnTo>
                  <a:lnTo>
                    <a:pt x="36758" y="28404"/>
                  </a:lnTo>
                  <a:lnTo>
                    <a:pt x="31968" y="28404"/>
                  </a:lnTo>
                  <a:lnTo>
                    <a:pt x="27402" y="23836"/>
                  </a:lnTo>
                  <a:close/>
                </a:path>
                <a:path w="36829" h="96519">
                  <a:moveTo>
                    <a:pt x="36758" y="20161"/>
                  </a:moveTo>
                  <a:lnTo>
                    <a:pt x="1113" y="20161"/>
                  </a:lnTo>
                  <a:lnTo>
                    <a:pt x="1113" y="28404"/>
                  </a:lnTo>
                  <a:lnTo>
                    <a:pt x="27402" y="28404"/>
                  </a:lnTo>
                  <a:lnTo>
                    <a:pt x="27402" y="23836"/>
                  </a:lnTo>
                  <a:lnTo>
                    <a:pt x="36758" y="23836"/>
                  </a:lnTo>
                  <a:lnTo>
                    <a:pt x="36758" y="20161"/>
                  </a:lnTo>
                  <a:close/>
                </a:path>
                <a:path w="36829" h="96519">
                  <a:moveTo>
                    <a:pt x="36758" y="23836"/>
                  </a:moveTo>
                  <a:lnTo>
                    <a:pt x="27402" y="23836"/>
                  </a:lnTo>
                  <a:lnTo>
                    <a:pt x="31968" y="28404"/>
                  </a:lnTo>
                  <a:lnTo>
                    <a:pt x="36758" y="28404"/>
                  </a:lnTo>
                  <a:lnTo>
                    <a:pt x="36758" y="23836"/>
                  </a:lnTo>
                  <a:close/>
                </a:path>
                <a:path w="36829" h="96519">
                  <a:moveTo>
                    <a:pt x="36647" y="0"/>
                  </a:moveTo>
                  <a:lnTo>
                    <a:pt x="26845" y="0"/>
                  </a:lnTo>
                  <a:lnTo>
                    <a:pt x="26845" y="10915"/>
                  </a:lnTo>
                  <a:lnTo>
                    <a:pt x="36647" y="10915"/>
                  </a:lnTo>
                  <a:lnTo>
                    <a:pt x="36647" y="0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61908" y="2574937"/>
              <a:ext cx="250293" cy="971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92068" y="2574937"/>
              <a:ext cx="184461" cy="8042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60170" y="2581174"/>
              <a:ext cx="588042" cy="9089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027745" y="2574835"/>
              <a:ext cx="854075" cy="80645"/>
            </a:xfrm>
            <a:custGeom>
              <a:avLst/>
              <a:gdLst/>
              <a:ahLst/>
              <a:cxnLst/>
              <a:rect l="l" t="t" r="r" b="b"/>
              <a:pathLst>
                <a:path w="854075" h="80644">
                  <a:moveTo>
                    <a:pt x="56362" y="79006"/>
                  </a:moveTo>
                  <a:lnTo>
                    <a:pt x="55245" y="79006"/>
                  </a:lnTo>
                  <a:lnTo>
                    <a:pt x="55245" y="70954"/>
                  </a:lnTo>
                  <a:lnTo>
                    <a:pt x="50266" y="70954"/>
                  </a:lnTo>
                  <a:lnTo>
                    <a:pt x="49377" y="70688"/>
                  </a:lnTo>
                  <a:lnTo>
                    <a:pt x="48234" y="69684"/>
                  </a:lnTo>
                  <a:lnTo>
                    <a:pt x="47929" y="68846"/>
                  </a:lnTo>
                  <a:lnTo>
                    <a:pt x="47891" y="67157"/>
                  </a:lnTo>
                  <a:lnTo>
                    <a:pt x="47891" y="50673"/>
                  </a:lnTo>
                  <a:lnTo>
                    <a:pt x="47891" y="35382"/>
                  </a:lnTo>
                  <a:lnTo>
                    <a:pt x="45923" y="29489"/>
                  </a:lnTo>
                  <a:lnTo>
                    <a:pt x="44297" y="27736"/>
                  </a:lnTo>
                  <a:lnTo>
                    <a:pt x="38049" y="20955"/>
                  </a:lnTo>
                  <a:lnTo>
                    <a:pt x="32524" y="18821"/>
                  </a:lnTo>
                  <a:lnTo>
                    <a:pt x="18707" y="18821"/>
                  </a:lnTo>
                  <a:lnTo>
                    <a:pt x="13271" y="20548"/>
                  </a:lnTo>
                  <a:lnTo>
                    <a:pt x="4876" y="27457"/>
                  </a:lnTo>
                  <a:lnTo>
                    <a:pt x="2222" y="31965"/>
                  </a:lnTo>
                  <a:lnTo>
                    <a:pt x="1092" y="37604"/>
                  </a:lnTo>
                  <a:lnTo>
                    <a:pt x="2044" y="37604"/>
                  </a:lnTo>
                  <a:lnTo>
                    <a:pt x="11023" y="38315"/>
                  </a:lnTo>
                  <a:lnTo>
                    <a:pt x="21310" y="27736"/>
                  </a:lnTo>
                  <a:lnTo>
                    <a:pt x="29629" y="27736"/>
                  </a:lnTo>
                  <a:lnTo>
                    <a:pt x="32867" y="28956"/>
                  </a:lnTo>
                  <a:lnTo>
                    <a:pt x="37401" y="33858"/>
                  </a:lnTo>
                  <a:lnTo>
                    <a:pt x="38531" y="37604"/>
                  </a:lnTo>
                  <a:lnTo>
                    <a:pt x="38531" y="42659"/>
                  </a:lnTo>
                  <a:lnTo>
                    <a:pt x="38531" y="50673"/>
                  </a:lnTo>
                  <a:lnTo>
                    <a:pt x="24498" y="72288"/>
                  </a:lnTo>
                  <a:lnTo>
                    <a:pt x="17145" y="72288"/>
                  </a:lnTo>
                  <a:lnTo>
                    <a:pt x="14782" y="71602"/>
                  </a:lnTo>
                  <a:lnTo>
                    <a:pt x="14617" y="71602"/>
                  </a:lnTo>
                  <a:lnTo>
                    <a:pt x="10744" y="68478"/>
                  </a:lnTo>
                  <a:lnTo>
                    <a:pt x="9791" y="66344"/>
                  </a:lnTo>
                  <a:lnTo>
                    <a:pt x="9791" y="61150"/>
                  </a:lnTo>
                  <a:lnTo>
                    <a:pt x="20485" y="54241"/>
                  </a:lnTo>
                  <a:lnTo>
                    <a:pt x="38531" y="50673"/>
                  </a:lnTo>
                  <a:lnTo>
                    <a:pt x="38531" y="42659"/>
                  </a:lnTo>
                  <a:lnTo>
                    <a:pt x="12242" y="47929"/>
                  </a:lnTo>
                  <a:lnTo>
                    <a:pt x="7518" y="49949"/>
                  </a:lnTo>
                  <a:lnTo>
                    <a:pt x="1498" y="55524"/>
                  </a:lnTo>
                  <a:lnTo>
                    <a:pt x="101" y="59156"/>
                  </a:lnTo>
                  <a:lnTo>
                    <a:pt x="0" y="67678"/>
                  </a:lnTo>
                  <a:lnTo>
                    <a:pt x="850" y="70485"/>
                  </a:lnTo>
                  <a:lnTo>
                    <a:pt x="4267" y="75311"/>
                  </a:lnTo>
                  <a:lnTo>
                    <a:pt x="6604" y="77190"/>
                  </a:lnTo>
                  <a:lnTo>
                    <a:pt x="12750" y="79959"/>
                  </a:lnTo>
                  <a:lnTo>
                    <a:pt x="13004" y="79959"/>
                  </a:lnTo>
                  <a:lnTo>
                    <a:pt x="15887" y="80530"/>
                  </a:lnTo>
                  <a:lnTo>
                    <a:pt x="23012" y="80530"/>
                  </a:lnTo>
                  <a:lnTo>
                    <a:pt x="26212" y="79959"/>
                  </a:lnTo>
                  <a:lnTo>
                    <a:pt x="32143" y="77647"/>
                  </a:lnTo>
                  <a:lnTo>
                    <a:pt x="34620" y="76060"/>
                  </a:lnTo>
                  <a:lnTo>
                    <a:pt x="38125" y="72415"/>
                  </a:lnTo>
                  <a:lnTo>
                    <a:pt x="38252" y="72288"/>
                  </a:lnTo>
                  <a:lnTo>
                    <a:pt x="38557" y="71970"/>
                  </a:lnTo>
                  <a:lnTo>
                    <a:pt x="38760" y="71602"/>
                  </a:lnTo>
                  <a:lnTo>
                    <a:pt x="38696" y="70485"/>
                  </a:lnTo>
                  <a:lnTo>
                    <a:pt x="38785" y="70954"/>
                  </a:lnTo>
                  <a:lnTo>
                    <a:pt x="38874" y="71374"/>
                  </a:lnTo>
                  <a:lnTo>
                    <a:pt x="39090" y="70967"/>
                  </a:lnTo>
                  <a:lnTo>
                    <a:pt x="39090" y="72415"/>
                  </a:lnTo>
                  <a:lnTo>
                    <a:pt x="40868" y="76060"/>
                  </a:lnTo>
                  <a:lnTo>
                    <a:pt x="42189" y="77368"/>
                  </a:lnTo>
                  <a:lnTo>
                    <a:pt x="45681" y="79006"/>
                  </a:lnTo>
                  <a:lnTo>
                    <a:pt x="47815" y="79413"/>
                  </a:lnTo>
                  <a:lnTo>
                    <a:pt x="53898" y="79413"/>
                  </a:lnTo>
                  <a:lnTo>
                    <a:pt x="56362" y="79006"/>
                  </a:lnTo>
                  <a:close/>
                </a:path>
                <a:path w="854075" h="80644">
                  <a:moveTo>
                    <a:pt x="120967" y="20154"/>
                  </a:moveTo>
                  <a:lnTo>
                    <a:pt x="104584" y="20154"/>
                  </a:lnTo>
                  <a:lnTo>
                    <a:pt x="101206" y="21399"/>
                  </a:lnTo>
                  <a:lnTo>
                    <a:pt x="96164" y="26377"/>
                  </a:lnTo>
                  <a:lnTo>
                    <a:pt x="94602" y="30187"/>
                  </a:lnTo>
                  <a:lnTo>
                    <a:pt x="94640" y="31496"/>
                  </a:lnTo>
                  <a:lnTo>
                    <a:pt x="94576" y="30353"/>
                  </a:lnTo>
                  <a:lnTo>
                    <a:pt x="94475" y="28397"/>
                  </a:lnTo>
                  <a:lnTo>
                    <a:pt x="94208" y="23837"/>
                  </a:lnTo>
                  <a:lnTo>
                    <a:pt x="94081" y="21399"/>
                  </a:lnTo>
                  <a:lnTo>
                    <a:pt x="94005" y="20154"/>
                  </a:lnTo>
                  <a:lnTo>
                    <a:pt x="70840" y="20154"/>
                  </a:lnTo>
                  <a:lnTo>
                    <a:pt x="70840" y="28397"/>
                  </a:lnTo>
                  <a:lnTo>
                    <a:pt x="86207" y="28397"/>
                  </a:lnTo>
                  <a:lnTo>
                    <a:pt x="86207" y="70954"/>
                  </a:lnTo>
                  <a:lnTo>
                    <a:pt x="70840" y="70954"/>
                  </a:lnTo>
                  <a:lnTo>
                    <a:pt x="70840" y="79197"/>
                  </a:lnTo>
                  <a:lnTo>
                    <a:pt x="114274" y="79197"/>
                  </a:lnTo>
                  <a:lnTo>
                    <a:pt x="114274" y="75412"/>
                  </a:lnTo>
                  <a:lnTo>
                    <a:pt x="114274" y="70954"/>
                  </a:lnTo>
                  <a:lnTo>
                    <a:pt x="95567" y="70954"/>
                  </a:lnTo>
                  <a:lnTo>
                    <a:pt x="95567" y="40284"/>
                  </a:lnTo>
                  <a:lnTo>
                    <a:pt x="96088" y="37553"/>
                  </a:lnTo>
                  <a:lnTo>
                    <a:pt x="96837" y="35979"/>
                  </a:lnTo>
                  <a:lnTo>
                    <a:pt x="98171" y="33172"/>
                  </a:lnTo>
                  <a:lnTo>
                    <a:pt x="99669" y="31496"/>
                  </a:lnTo>
                  <a:lnTo>
                    <a:pt x="103606" y="29197"/>
                  </a:lnTo>
                  <a:lnTo>
                    <a:pt x="106032" y="28625"/>
                  </a:lnTo>
                  <a:lnTo>
                    <a:pt x="120967" y="28625"/>
                  </a:lnTo>
                  <a:lnTo>
                    <a:pt x="120967" y="20154"/>
                  </a:lnTo>
                  <a:close/>
                </a:path>
                <a:path w="854075" h="80644">
                  <a:moveTo>
                    <a:pt x="187464" y="43180"/>
                  </a:moveTo>
                  <a:lnTo>
                    <a:pt x="186601" y="38836"/>
                  </a:lnTo>
                  <a:lnTo>
                    <a:pt x="186550" y="38608"/>
                  </a:lnTo>
                  <a:lnTo>
                    <a:pt x="186436" y="38011"/>
                  </a:lnTo>
                  <a:lnTo>
                    <a:pt x="186347" y="37566"/>
                  </a:lnTo>
                  <a:lnTo>
                    <a:pt x="181889" y="28359"/>
                  </a:lnTo>
                  <a:lnTo>
                    <a:pt x="181343" y="27736"/>
                  </a:lnTo>
                  <a:lnTo>
                    <a:pt x="178816" y="24853"/>
                  </a:lnTo>
                  <a:lnTo>
                    <a:pt x="177215" y="23876"/>
                  </a:lnTo>
                  <a:lnTo>
                    <a:pt x="177215" y="44323"/>
                  </a:lnTo>
                  <a:lnTo>
                    <a:pt x="144462" y="44323"/>
                  </a:lnTo>
                  <a:lnTo>
                    <a:pt x="145288" y="38836"/>
                  </a:lnTo>
                  <a:lnTo>
                    <a:pt x="147154" y="34696"/>
                  </a:lnTo>
                  <a:lnTo>
                    <a:pt x="153022" y="29121"/>
                  </a:lnTo>
                  <a:lnTo>
                    <a:pt x="156756" y="27736"/>
                  </a:lnTo>
                  <a:lnTo>
                    <a:pt x="165671" y="27736"/>
                  </a:lnTo>
                  <a:lnTo>
                    <a:pt x="177126" y="43180"/>
                  </a:lnTo>
                  <a:lnTo>
                    <a:pt x="177215" y="44323"/>
                  </a:lnTo>
                  <a:lnTo>
                    <a:pt x="177215" y="23876"/>
                  </a:lnTo>
                  <a:lnTo>
                    <a:pt x="171056" y="20104"/>
                  </a:lnTo>
                  <a:lnTo>
                    <a:pt x="171221" y="20104"/>
                  </a:lnTo>
                  <a:lnTo>
                    <a:pt x="166408" y="18821"/>
                  </a:lnTo>
                  <a:lnTo>
                    <a:pt x="155867" y="18821"/>
                  </a:lnTo>
                  <a:lnTo>
                    <a:pt x="134670" y="55918"/>
                  </a:lnTo>
                  <a:lnTo>
                    <a:pt x="135763" y="61353"/>
                  </a:lnTo>
                  <a:lnTo>
                    <a:pt x="156159" y="80530"/>
                  </a:lnTo>
                  <a:lnTo>
                    <a:pt x="167970" y="80530"/>
                  </a:lnTo>
                  <a:lnTo>
                    <a:pt x="173266" y="78841"/>
                  </a:lnTo>
                  <a:lnTo>
                    <a:pt x="181952" y="72085"/>
                  </a:lnTo>
                  <a:lnTo>
                    <a:pt x="182270" y="71615"/>
                  </a:lnTo>
                  <a:lnTo>
                    <a:pt x="184899" y="67754"/>
                  </a:lnTo>
                  <a:lnTo>
                    <a:pt x="186461" y="62484"/>
                  </a:lnTo>
                  <a:lnTo>
                    <a:pt x="176441" y="61709"/>
                  </a:lnTo>
                  <a:lnTo>
                    <a:pt x="175475" y="64681"/>
                  </a:lnTo>
                  <a:lnTo>
                    <a:pt x="173748" y="67068"/>
                  </a:lnTo>
                  <a:lnTo>
                    <a:pt x="168770" y="70713"/>
                  </a:lnTo>
                  <a:lnTo>
                    <a:pt x="165595" y="71615"/>
                  </a:lnTo>
                  <a:lnTo>
                    <a:pt x="156603" y="71615"/>
                  </a:lnTo>
                  <a:lnTo>
                    <a:pt x="152539" y="70027"/>
                  </a:lnTo>
                  <a:lnTo>
                    <a:pt x="146532" y="63639"/>
                  </a:lnTo>
                  <a:lnTo>
                    <a:pt x="144843" y="58889"/>
                  </a:lnTo>
                  <a:lnTo>
                    <a:pt x="144462" y="52565"/>
                  </a:lnTo>
                  <a:lnTo>
                    <a:pt x="187464" y="52565"/>
                  </a:lnTo>
                  <a:lnTo>
                    <a:pt x="187464" y="44323"/>
                  </a:lnTo>
                  <a:lnTo>
                    <a:pt x="187464" y="43180"/>
                  </a:lnTo>
                  <a:close/>
                </a:path>
                <a:path w="854075" h="80644">
                  <a:moveTo>
                    <a:pt x="318122" y="101"/>
                  </a:moveTo>
                  <a:lnTo>
                    <a:pt x="308762" y="101"/>
                  </a:lnTo>
                  <a:lnTo>
                    <a:pt x="308762" y="28155"/>
                  </a:lnTo>
                  <a:lnTo>
                    <a:pt x="308762" y="45072"/>
                  </a:lnTo>
                  <a:lnTo>
                    <a:pt x="308762" y="54127"/>
                  </a:lnTo>
                  <a:lnTo>
                    <a:pt x="308076" y="58013"/>
                  </a:lnTo>
                  <a:lnTo>
                    <a:pt x="295173" y="71615"/>
                  </a:lnTo>
                  <a:lnTo>
                    <a:pt x="286639" y="71615"/>
                  </a:lnTo>
                  <a:lnTo>
                    <a:pt x="282714" y="69646"/>
                  </a:lnTo>
                  <a:lnTo>
                    <a:pt x="276999" y="61785"/>
                  </a:lnTo>
                  <a:lnTo>
                    <a:pt x="275577" y="56438"/>
                  </a:lnTo>
                  <a:lnTo>
                    <a:pt x="275577" y="42837"/>
                  </a:lnTo>
                  <a:lnTo>
                    <a:pt x="276885" y="37909"/>
                  </a:lnTo>
                  <a:lnTo>
                    <a:pt x="276999" y="37477"/>
                  </a:lnTo>
                  <a:lnTo>
                    <a:pt x="282714" y="29679"/>
                  </a:lnTo>
                  <a:lnTo>
                    <a:pt x="286562" y="27736"/>
                  </a:lnTo>
                  <a:lnTo>
                    <a:pt x="295033" y="27736"/>
                  </a:lnTo>
                  <a:lnTo>
                    <a:pt x="298475" y="28702"/>
                  </a:lnTo>
                  <a:lnTo>
                    <a:pt x="298284" y="28702"/>
                  </a:lnTo>
                  <a:lnTo>
                    <a:pt x="303352" y="32092"/>
                  </a:lnTo>
                  <a:lnTo>
                    <a:pt x="305333" y="34594"/>
                  </a:lnTo>
                  <a:lnTo>
                    <a:pt x="308076" y="41135"/>
                  </a:lnTo>
                  <a:lnTo>
                    <a:pt x="308762" y="45072"/>
                  </a:lnTo>
                  <a:lnTo>
                    <a:pt x="308762" y="28155"/>
                  </a:lnTo>
                  <a:lnTo>
                    <a:pt x="308483" y="27736"/>
                  </a:lnTo>
                  <a:lnTo>
                    <a:pt x="307898" y="26835"/>
                  </a:lnTo>
                  <a:lnTo>
                    <a:pt x="304406" y="23279"/>
                  </a:lnTo>
                  <a:lnTo>
                    <a:pt x="302247" y="21793"/>
                  </a:lnTo>
                  <a:lnTo>
                    <a:pt x="297129" y="19418"/>
                  </a:lnTo>
                  <a:lnTo>
                    <a:pt x="294246" y="18821"/>
                  </a:lnTo>
                  <a:lnTo>
                    <a:pt x="285864" y="18821"/>
                  </a:lnTo>
                  <a:lnTo>
                    <a:pt x="265849" y="56438"/>
                  </a:lnTo>
                  <a:lnTo>
                    <a:pt x="266788" y="61442"/>
                  </a:lnTo>
                  <a:lnTo>
                    <a:pt x="285864" y="80530"/>
                  </a:lnTo>
                  <a:lnTo>
                    <a:pt x="294170" y="80530"/>
                  </a:lnTo>
                  <a:lnTo>
                    <a:pt x="308787" y="71615"/>
                  </a:lnTo>
                  <a:lnTo>
                    <a:pt x="309308" y="70751"/>
                  </a:lnTo>
                  <a:lnTo>
                    <a:pt x="309346" y="71615"/>
                  </a:lnTo>
                  <a:lnTo>
                    <a:pt x="309448" y="74218"/>
                  </a:lnTo>
                  <a:lnTo>
                    <a:pt x="309537" y="76428"/>
                  </a:lnTo>
                  <a:lnTo>
                    <a:pt x="309664" y="79273"/>
                  </a:lnTo>
                  <a:lnTo>
                    <a:pt x="318122" y="79273"/>
                  </a:lnTo>
                  <a:lnTo>
                    <a:pt x="318122" y="65824"/>
                  </a:lnTo>
                  <a:lnTo>
                    <a:pt x="318122" y="32854"/>
                  </a:lnTo>
                  <a:lnTo>
                    <a:pt x="318122" y="101"/>
                  </a:lnTo>
                  <a:close/>
                </a:path>
                <a:path w="854075" h="80644">
                  <a:moveTo>
                    <a:pt x="369697" y="0"/>
                  </a:moveTo>
                  <a:lnTo>
                    <a:pt x="359892" y="0"/>
                  </a:lnTo>
                  <a:lnTo>
                    <a:pt x="359892" y="10909"/>
                  </a:lnTo>
                  <a:lnTo>
                    <a:pt x="369697" y="10909"/>
                  </a:lnTo>
                  <a:lnTo>
                    <a:pt x="369697" y="0"/>
                  </a:lnTo>
                  <a:close/>
                </a:path>
                <a:path w="854075" h="80644">
                  <a:moveTo>
                    <a:pt x="390525" y="70954"/>
                  </a:moveTo>
                  <a:lnTo>
                    <a:pt x="370141" y="70954"/>
                  </a:lnTo>
                  <a:lnTo>
                    <a:pt x="370141" y="28397"/>
                  </a:lnTo>
                  <a:lnTo>
                    <a:pt x="370141" y="23837"/>
                  </a:lnTo>
                  <a:lnTo>
                    <a:pt x="370141" y="20154"/>
                  </a:lnTo>
                  <a:lnTo>
                    <a:pt x="338175" y="20154"/>
                  </a:lnTo>
                  <a:lnTo>
                    <a:pt x="338175" y="28397"/>
                  </a:lnTo>
                  <a:lnTo>
                    <a:pt x="360781" y="28397"/>
                  </a:lnTo>
                  <a:lnTo>
                    <a:pt x="360781" y="70954"/>
                  </a:lnTo>
                  <a:lnTo>
                    <a:pt x="337058" y="70954"/>
                  </a:lnTo>
                  <a:lnTo>
                    <a:pt x="337058" y="79197"/>
                  </a:lnTo>
                  <a:lnTo>
                    <a:pt x="390525" y="79197"/>
                  </a:lnTo>
                  <a:lnTo>
                    <a:pt x="390525" y="70954"/>
                  </a:lnTo>
                  <a:close/>
                </a:path>
                <a:path w="854075" h="80644">
                  <a:moveTo>
                    <a:pt x="454025" y="101"/>
                  </a:moveTo>
                  <a:lnTo>
                    <a:pt x="429514" y="101"/>
                  </a:lnTo>
                  <a:lnTo>
                    <a:pt x="425373" y="1498"/>
                  </a:lnTo>
                  <a:lnTo>
                    <a:pt x="419950" y="7073"/>
                  </a:lnTo>
                  <a:lnTo>
                    <a:pt x="418592" y="11099"/>
                  </a:lnTo>
                  <a:lnTo>
                    <a:pt x="418592" y="20154"/>
                  </a:lnTo>
                  <a:lnTo>
                    <a:pt x="402780" y="20154"/>
                  </a:lnTo>
                  <a:lnTo>
                    <a:pt x="402780" y="28397"/>
                  </a:lnTo>
                  <a:lnTo>
                    <a:pt x="418592" y="28397"/>
                  </a:lnTo>
                  <a:lnTo>
                    <a:pt x="418592" y="79197"/>
                  </a:lnTo>
                  <a:lnTo>
                    <a:pt x="427951" y="79197"/>
                  </a:lnTo>
                  <a:lnTo>
                    <a:pt x="427951" y="28397"/>
                  </a:lnTo>
                  <a:lnTo>
                    <a:pt x="452907" y="28397"/>
                  </a:lnTo>
                  <a:lnTo>
                    <a:pt x="452907" y="20154"/>
                  </a:lnTo>
                  <a:lnTo>
                    <a:pt x="427951" y="20154"/>
                  </a:lnTo>
                  <a:lnTo>
                    <a:pt x="427951" y="13919"/>
                  </a:lnTo>
                  <a:lnTo>
                    <a:pt x="428561" y="11976"/>
                  </a:lnTo>
                  <a:lnTo>
                    <a:pt x="431012" y="9067"/>
                  </a:lnTo>
                  <a:lnTo>
                    <a:pt x="432777" y="8343"/>
                  </a:lnTo>
                  <a:lnTo>
                    <a:pt x="454025" y="8343"/>
                  </a:lnTo>
                  <a:lnTo>
                    <a:pt x="454025" y="101"/>
                  </a:lnTo>
                  <a:close/>
                </a:path>
                <a:path w="854075" h="80644">
                  <a:moveTo>
                    <a:pt x="520852" y="101"/>
                  </a:moveTo>
                  <a:lnTo>
                    <a:pt x="496354" y="101"/>
                  </a:lnTo>
                  <a:lnTo>
                    <a:pt x="492213" y="1498"/>
                  </a:lnTo>
                  <a:lnTo>
                    <a:pt x="486791" y="7073"/>
                  </a:lnTo>
                  <a:lnTo>
                    <a:pt x="485432" y="11099"/>
                  </a:lnTo>
                  <a:lnTo>
                    <a:pt x="485432" y="20154"/>
                  </a:lnTo>
                  <a:lnTo>
                    <a:pt x="469620" y="20154"/>
                  </a:lnTo>
                  <a:lnTo>
                    <a:pt x="469620" y="28397"/>
                  </a:lnTo>
                  <a:lnTo>
                    <a:pt x="485432" y="28397"/>
                  </a:lnTo>
                  <a:lnTo>
                    <a:pt x="485432" y="79197"/>
                  </a:lnTo>
                  <a:lnTo>
                    <a:pt x="494792" y="79197"/>
                  </a:lnTo>
                  <a:lnTo>
                    <a:pt x="494792" y="28397"/>
                  </a:lnTo>
                  <a:lnTo>
                    <a:pt x="519734" y="28397"/>
                  </a:lnTo>
                  <a:lnTo>
                    <a:pt x="519734" y="20154"/>
                  </a:lnTo>
                  <a:lnTo>
                    <a:pt x="494792" y="20154"/>
                  </a:lnTo>
                  <a:lnTo>
                    <a:pt x="494792" y="13919"/>
                  </a:lnTo>
                  <a:lnTo>
                    <a:pt x="495401" y="11976"/>
                  </a:lnTo>
                  <a:lnTo>
                    <a:pt x="497852" y="9067"/>
                  </a:lnTo>
                  <a:lnTo>
                    <a:pt x="499618" y="8343"/>
                  </a:lnTo>
                  <a:lnTo>
                    <a:pt x="520852" y="8343"/>
                  </a:lnTo>
                  <a:lnTo>
                    <a:pt x="520852" y="101"/>
                  </a:lnTo>
                  <a:close/>
                </a:path>
                <a:path w="854075" h="80644">
                  <a:moveTo>
                    <a:pt x="588467" y="43180"/>
                  </a:moveTo>
                  <a:lnTo>
                    <a:pt x="587603" y="38836"/>
                  </a:lnTo>
                  <a:lnTo>
                    <a:pt x="587565" y="38608"/>
                  </a:lnTo>
                  <a:lnTo>
                    <a:pt x="587438" y="38011"/>
                  </a:lnTo>
                  <a:lnTo>
                    <a:pt x="587349" y="37566"/>
                  </a:lnTo>
                  <a:lnTo>
                    <a:pt x="582904" y="28359"/>
                  </a:lnTo>
                  <a:lnTo>
                    <a:pt x="582345" y="27736"/>
                  </a:lnTo>
                  <a:lnTo>
                    <a:pt x="579818" y="24853"/>
                  </a:lnTo>
                  <a:lnTo>
                    <a:pt x="578218" y="23876"/>
                  </a:lnTo>
                  <a:lnTo>
                    <a:pt x="578218" y="44323"/>
                  </a:lnTo>
                  <a:lnTo>
                    <a:pt x="545477" y="44323"/>
                  </a:lnTo>
                  <a:lnTo>
                    <a:pt x="546290" y="38836"/>
                  </a:lnTo>
                  <a:lnTo>
                    <a:pt x="548157" y="34696"/>
                  </a:lnTo>
                  <a:lnTo>
                    <a:pt x="554024" y="29121"/>
                  </a:lnTo>
                  <a:lnTo>
                    <a:pt x="557758" y="27736"/>
                  </a:lnTo>
                  <a:lnTo>
                    <a:pt x="566674" y="27736"/>
                  </a:lnTo>
                  <a:lnTo>
                    <a:pt x="578129" y="43180"/>
                  </a:lnTo>
                  <a:lnTo>
                    <a:pt x="578218" y="44323"/>
                  </a:lnTo>
                  <a:lnTo>
                    <a:pt x="578218" y="23876"/>
                  </a:lnTo>
                  <a:lnTo>
                    <a:pt x="572058" y="20104"/>
                  </a:lnTo>
                  <a:lnTo>
                    <a:pt x="572223" y="20104"/>
                  </a:lnTo>
                  <a:lnTo>
                    <a:pt x="567410" y="18821"/>
                  </a:lnTo>
                  <a:lnTo>
                    <a:pt x="556869" y="18821"/>
                  </a:lnTo>
                  <a:lnTo>
                    <a:pt x="535673" y="55918"/>
                  </a:lnTo>
                  <a:lnTo>
                    <a:pt x="536765" y="61353"/>
                  </a:lnTo>
                  <a:lnTo>
                    <a:pt x="557161" y="80530"/>
                  </a:lnTo>
                  <a:lnTo>
                    <a:pt x="568972" y="80530"/>
                  </a:lnTo>
                  <a:lnTo>
                    <a:pt x="574268" y="78841"/>
                  </a:lnTo>
                  <a:lnTo>
                    <a:pt x="582955" y="72085"/>
                  </a:lnTo>
                  <a:lnTo>
                    <a:pt x="583272" y="71615"/>
                  </a:lnTo>
                  <a:lnTo>
                    <a:pt x="585901" y="67754"/>
                  </a:lnTo>
                  <a:lnTo>
                    <a:pt x="587463" y="62484"/>
                  </a:lnTo>
                  <a:lnTo>
                    <a:pt x="577443" y="61709"/>
                  </a:lnTo>
                  <a:lnTo>
                    <a:pt x="576478" y="64681"/>
                  </a:lnTo>
                  <a:lnTo>
                    <a:pt x="574751" y="67068"/>
                  </a:lnTo>
                  <a:lnTo>
                    <a:pt x="569772" y="70713"/>
                  </a:lnTo>
                  <a:lnTo>
                    <a:pt x="566597" y="71615"/>
                  </a:lnTo>
                  <a:lnTo>
                    <a:pt x="557618" y="71615"/>
                  </a:lnTo>
                  <a:lnTo>
                    <a:pt x="553542" y="70027"/>
                  </a:lnTo>
                  <a:lnTo>
                    <a:pt x="547535" y="63639"/>
                  </a:lnTo>
                  <a:lnTo>
                    <a:pt x="545846" y="58889"/>
                  </a:lnTo>
                  <a:lnTo>
                    <a:pt x="545477" y="52565"/>
                  </a:lnTo>
                  <a:lnTo>
                    <a:pt x="588467" y="52565"/>
                  </a:lnTo>
                  <a:lnTo>
                    <a:pt x="588467" y="44323"/>
                  </a:lnTo>
                  <a:lnTo>
                    <a:pt x="588467" y="43180"/>
                  </a:lnTo>
                  <a:close/>
                </a:path>
                <a:path w="854075" h="80644">
                  <a:moveTo>
                    <a:pt x="655637" y="20154"/>
                  </a:moveTo>
                  <a:lnTo>
                    <a:pt x="639267" y="20154"/>
                  </a:lnTo>
                  <a:lnTo>
                    <a:pt x="635889" y="21399"/>
                  </a:lnTo>
                  <a:lnTo>
                    <a:pt x="630834" y="26377"/>
                  </a:lnTo>
                  <a:lnTo>
                    <a:pt x="629272" y="30187"/>
                  </a:lnTo>
                  <a:lnTo>
                    <a:pt x="629323" y="31496"/>
                  </a:lnTo>
                  <a:lnTo>
                    <a:pt x="629259" y="30353"/>
                  </a:lnTo>
                  <a:lnTo>
                    <a:pt x="629145" y="28397"/>
                  </a:lnTo>
                  <a:lnTo>
                    <a:pt x="628891" y="23837"/>
                  </a:lnTo>
                  <a:lnTo>
                    <a:pt x="628751" y="21399"/>
                  </a:lnTo>
                  <a:lnTo>
                    <a:pt x="628675" y="20154"/>
                  </a:lnTo>
                  <a:lnTo>
                    <a:pt x="605510" y="20154"/>
                  </a:lnTo>
                  <a:lnTo>
                    <a:pt x="605510" y="28397"/>
                  </a:lnTo>
                  <a:lnTo>
                    <a:pt x="620877" y="28397"/>
                  </a:lnTo>
                  <a:lnTo>
                    <a:pt x="620877" y="70954"/>
                  </a:lnTo>
                  <a:lnTo>
                    <a:pt x="605510" y="70954"/>
                  </a:lnTo>
                  <a:lnTo>
                    <a:pt x="605510" y="79197"/>
                  </a:lnTo>
                  <a:lnTo>
                    <a:pt x="648957" y="79197"/>
                  </a:lnTo>
                  <a:lnTo>
                    <a:pt x="648957" y="75412"/>
                  </a:lnTo>
                  <a:lnTo>
                    <a:pt x="648957" y="70954"/>
                  </a:lnTo>
                  <a:lnTo>
                    <a:pt x="630237" y="70954"/>
                  </a:lnTo>
                  <a:lnTo>
                    <a:pt x="630237" y="40284"/>
                  </a:lnTo>
                  <a:lnTo>
                    <a:pt x="630758" y="37553"/>
                  </a:lnTo>
                  <a:lnTo>
                    <a:pt x="631507" y="35979"/>
                  </a:lnTo>
                  <a:lnTo>
                    <a:pt x="632841" y="33172"/>
                  </a:lnTo>
                  <a:lnTo>
                    <a:pt x="634339" y="31496"/>
                  </a:lnTo>
                  <a:lnTo>
                    <a:pt x="638276" y="29197"/>
                  </a:lnTo>
                  <a:lnTo>
                    <a:pt x="640715" y="28625"/>
                  </a:lnTo>
                  <a:lnTo>
                    <a:pt x="655637" y="28625"/>
                  </a:lnTo>
                  <a:lnTo>
                    <a:pt x="655637" y="20154"/>
                  </a:lnTo>
                  <a:close/>
                </a:path>
                <a:path w="854075" h="80644">
                  <a:moveTo>
                    <a:pt x="722134" y="43180"/>
                  </a:moveTo>
                  <a:lnTo>
                    <a:pt x="721271" y="38836"/>
                  </a:lnTo>
                  <a:lnTo>
                    <a:pt x="721233" y="38608"/>
                  </a:lnTo>
                  <a:lnTo>
                    <a:pt x="721106" y="38011"/>
                  </a:lnTo>
                  <a:lnTo>
                    <a:pt x="721017" y="37566"/>
                  </a:lnTo>
                  <a:lnTo>
                    <a:pt x="716572" y="28359"/>
                  </a:lnTo>
                  <a:lnTo>
                    <a:pt x="716013" y="27736"/>
                  </a:lnTo>
                  <a:lnTo>
                    <a:pt x="713486" y="24853"/>
                  </a:lnTo>
                  <a:lnTo>
                    <a:pt x="711885" y="23876"/>
                  </a:lnTo>
                  <a:lnTo>
                    <a:pt x="711885" y="44323"/>
                  </a:lnTo>
                  <a:lnTo>
                    <a:pt x="679145" y="44323"/>
                  </a:lnTo>
                  <a:lnTo>
                    <a:pt x="679958" y="38836"/>
                  </a:lnTo>
                  <a:lnTo>
                    <a:pt x="681837" y="34696"/>
                  </a:lnTo>
                  <a:lnTo>
                    <a:pt x="687692" y="29121"/>
                  </a:lnTo>
                  <a:lnTo>
                    <a:pt x="691426" y="27736"/>
                  </a:lnTo>
                  <a:lnTo>
                    <a:pt x="700341" y="27736"/>
                  </a:lnTo>
                  <a:lnTo>
                    <a:pt x="711796" y="43180"/>
                  </a:lnTo>
                  <a:lnTo>
                    <a:pt x="711885" y="44323"/>
                  </a:lnTo>
                  <a:lnTo>
                    <a:pt x="711885" y="23876"/>
                  </a:lnTo>
                  <a:lnTo>
                    <a:pt x="705739" y="20104"/>
                  </a:lnTo>
                  <a:lnTo>
                    <a:pt x="705891" y="20104"/>
                  </a:lnTo>
                  <a:lnTo>
                    <a:pt x="701078" y="18821"/>
                  </a:lnTo>
                  <a:lnTo>
                    <a:pt x="690537" y="18821"/>
                  </a:lnTo>
                  <a:lnTo>
                    <a:pt x="669340" y="55918"/>
                  </a:lnTo>
                  <a:lnTo>
                    <a:pt x="670433" y="61353"/>
                  </a:lnTo>
                  <a:lnTo>
                    <a:pt x="690841" y="80530"/>
                  </a:lnTo>
                  <a:lnTo>
                    <a:pt x="702640" y="80530"/>
                  </a:lnTo>
                  <a:lnTo>
                    <a:pt x="707936" y="78841"/>
                  </a:lnTo>
                  <a:lnTo>
                    <a:pt x="716622" y="72085"/>
                  </a:lnTo>
                  <a:lnTo>
                    <a:pt x="716940" y="71615"/>
                  </a:lnTo>
                  <a:lnTo>
                    <a:pt x="719569" y="67754"/>
                  </a:lnTo>
                  <a:lnTo>
                    <a:pt x="721131" y="62484"/>
                  </a:lnTo>
                  <a:lnTo>
                    <a:pt x="711111" y="61709"/>
                  </a:lnTo>
                  <a:lnTo>
                    <a:pt x="710145" y="64681"/>
                  </a:lnTo>
                  <a:lnTo>
                    <a:pt x="708418" y="67068"/>
                  </a:lnTo>
                  <a:lnTo>
                    <a:pt x="703440" y="70713"/>
                  </a:lnTo>
                  <a:lnTo>
                    <a:pt x="700265" y="71615"/>
                  </a:lnTo>
                  <a:lnTo>
                    <a:pt x="691286" y="71615"/>
                  </a:lnTo>
                  <a:lnTo>
                    <a:pt x="687209" y="70027"/>
                  </a:lnTo>
                  <a:lnTo>
                    <a:pt x="681202" y="63639"/>
                  </a:lnTo>
                  <a:lnTo>
                    <a:pt x="679513" y="58889"/>
                  </a:lnTo>
                  <a:lnTo>
                    <a:pt x="679145" y="52565"/>
                  </a:lnTo>
                  <a:lnTo>
                    <a:pt x="722134" y="52565"/>
                  </a:lnTo>
                  <a:lnTo>
                    <a:pt x="722134" y="44323"/>
                  </a:lnTo>
                  <a:lnTo>
                    <a:pt x="722134" y="43180"/>
                  </a:lnTo>
                  <a:close/>
                </a:path>
                <a:path w="854075" h="80644">
                  <a:moveTo>
                    <a:pt x="786625" y="37045"/>
                  </a:moveTo>
                  <a:lnTo>
                    <a:pt x="770661" y="18821"/>
                  </a:lnTo>
                  <a:lnTo>
                    <a:pt x="763092" y="18821"/>
                  </a:lnTo>
                  <a:lnTo>
                    <a:pt x="747306" y="30149"/>
                  </a:lnTo>
                  <a:lnTo>
                    <a:pt x="747306" y="30327"/>
                  </a:lnTo>
                  <a:lnTo>
                    <a:pt x="747052" y="30695"/>
                  </a:lnTo>
                  <a:lnTo>
                    <a:pt x="747090" y="20154"/>
                  </a:lnTo>
                  <a:lnTo>
                    <a:pt x="738505" y="20154"/>
                  </a:lnTo>
                  <a:lnTo>
                    <a:pt x="738505" y="79197"/>
                  </a:lnTo>
                  <a:lnTo>
                    <a:pt x="747864" y="79197"/>
                  </a:lnTo>
                  <a:lnTo>
                    <a:pt x="747864" y="40246"/>
                  </a:lnTo>
                  <a:lnTo>
                    <a:pt x="748588" y="37185"/>
                  </a:lnTo>
                  <a:lnTo>
                    <a:pt x="749744" y="35191"/>
                  </a:lnTo>
                  <a:lnTo>
                    <a:pt x="751484" y="32207"/>
                  </a:lnTo>
                  <a:lnTo>
                    <a:pt x="753440" y="30314"/>
                  </a:lnTo>
                  <a:lnTo>
                    <a:pt x="758126" y="27825"/>
                  </a:lnTo>
                  <a:lnTo>
                    <a:pt x="757872" y="27825"/>
                  </a:lnTo>
                  <a:lnTo>
                    <a:pt x="761085" y="27063"/>
                  </a:lnTo>
                  <a:lnTo>
                    <a:pt x="768591" y="27063"/>
                  </a:lnTo>
                  <a:lnTo>
                    <a:pt x="771893" y="28498"/>
                  </a:lnTo>
                  <a:lnTo>
                    <a:pt x="776198" y="34213"/>
                  </a:lnTo>
                  <a:lnTo>
                    <a:pt x="777278" y="38392"/>
                  </a:lnTo>
                  <a:lnTo>
                    <a:pt x="777278" y="79197"/>
                  </a:lnTo>
                  <a:lnTo>
                    <a:pt x="786625" y="79197"/>
                  </a:lnTo>
                  <a:lnTo>
                    <a:pt x="786625" y="37045"/>
                  </a:lnTo>
                  <a:close/>
                </a:path>
                <a:path w="854075" h="80644">
                  <a:moveTo>
                    <a:pt x="853909" y="20154"/>
                  </a:moveTo>
                  <a:lnTo>
                    <a:pt x="830402" y="20154"/>
                  </a:lnTo>
                  <a:lnTo>
                    <a:pt x="830402" y="6350"/>
                  </a:lnTo>
                  <a:lnTo>
                    <a:pt x="821055" y="6350"/>
                  </a:lnTo>
                  <a:lnTo>
                    <a:pt x="821055" y="20154"/>
                  </a:lnTo>
                  <a:lnTo>
                    <a:pt x="801560" y="20154"/>
                  </a:lnTo>
                  <a:lnTo>
                    <a:pt x="801560" y="28397"/>
                  </a:lnTo>
                  <a:lnTo>
                    <a:pt x="821055" y="28397"/>
                  </a:lnTo>
                  <a:lnTo>
                    <a:pt x="821055" y="68427"/>
                  </a:lnTo>
                  <a:lnTo>
                    <a:pt x="822464" y="72504"/>
                  </a:lnTo>
                  <a:lnTo>
                    <a:pt x="828103" y="77851"/>
                  </a:lnTo>
                  <a:lnTo>
                    <a:pt x="832370" y="79197"/>
                  </a:lnTo>
                  <a:lnTo>
                    <a:pt x="853909" y="79197"/>
                  </a:lnTo>
                  <a:lnTo>
                    <a:pt x="853909" y="70954"/>
                  </a:lnTo>
                  <a:lnTo>
                    <a:pt x="835494" y="70954"/>
                  </a:lnTo>
                  <a:lnTo>
                    <a:pt x="833564" y="70307"/>
                  </a:lnTo>
                  <a:lnTo>
                    <a:pt x="831037" y="67703"/>
                  </a:lnTo>
                  <a:lnTo>
                    <a:pt x="830402" y="65684"/>
                  </a:lnTo>
                  <a:lnTo>
                    <a:pt x="830402" y="28397"/>
                  </a:lnTo>
                  <a:lnTo>
                    <a:pt x="853909" y="28397"/>
                  </a:lnTo>
                  <a:lnTo>
                    <a:pt x="853909" y="20154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961862" y="2574937"/>
              <a:ext cx="323032" cy="8042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366208" y="2574825"/>
              <a:ext cx="517964" cy="8053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69943" y="2574937"/>
              <a:ext cx="383961" cy="8042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34323" y="2574825"/>
              <a:ext cx="653975" cy="9724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1064" y="2759398"/>
              <a:ext cx="252409" cy="8955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63524" y="2753050"/>
              <a:ext cx="248399" cy="9724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93573" y="2753161"/>
              <a:ext cx="253300" cy="8042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580403" y="281865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69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1E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556950" y="3027180"/>
            <a:ext cx="4678680" cy="690880"/>
            <a:chOff x="556950" y="3027180"/>
            <a:chExt cx="4678680" cy="690880"/>
          </a:xfrm>
        </p:grpSpPr>
        <p:sp>
          <p:nvSpPr>
            <p:cNvPr id="53" name="object 53"/>
            <p:cNvSpPr/>
            <p:nvPr/>
          </p:nvSpPr>
          <p:spPr>
            <a:xfrm>
              <a:off x="570874" y="3027180"/>
              <a:ext cx="4664710" cy="690880"/>
            </a:xfrm>
            <a:custGeom>
              <a:avLst/>
              <a:gdLst/>
              <a:ahLst/>
              <a:cxnLst/>
              <a:rect l="l" t="t" r="r" b="b"/>
              <a:pathLst>
                <a:path w="4664710" h="690879">
                  <a:moveTo>
                    <a:pt x="4625812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4625812" y="690618"/>
                  </a:lnTo>
                  <a:lnTo>
                    <a:pt x="4631495" y="689488"/>
                  </a:lnTo>
                  <a:lnTo>
                    <a:pt x="4663329" y="657647"/>
                  </a:lnTo>
                  <a:lnTo>
                    <a:pt x="4664460" y="651968"/>
                  </a:lnTo>
                  <a:lnTo>
                    <a:pt x="4664460" y="38638"/>
                  </a:lnTo>
                  <a:lnTo>
                    <a:pt x="4642413" y="5646"/>
                  </a:lnTo>
                  <a:lnTo>
                    <a:pt x="4625812" y="0"/>
                  </a:lnTo>
                  <a:close/>
                </a:path>
              </a:pathLst>
            </a:custGeom>
            <a:solidFill>
              <a:srgbClr val="F5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6950" y="3027180"/>
              <a:ext cx="27940" cy="690880"/>
            </a:xfrm>
            <a:custGeom>
              <a:avLst/>
              <a:gdLst/>
              <a:ahLst/>
              <a:cxnLst/>
              <a:rect l="l" t="t" r="r" b="b"/>
              <a:pathLst>
                <a:path w="27940" h="690879">
                  <a:moveTo>
                    <a:pt x="27847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27847" y="690618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89682" y="3152383"/>
              <a:ext cx="522680" cy="8265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92783" y="3159535"/>
              <a:ext cx="387187" cy="9042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59724" y="3153051"/>
              <a:ext cx="724025" cy="9824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562031" y="3159535"/>
              <a:ext cx="387766" cy="7505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029551" y="3172211"/>
              <a:ext cx="390306" cy="7774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496938" y="3154165"/>
              <a:ext cx="190251" cy="8042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766229" y="3154165"/>
              <a:ext cx="589291" cy="8042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91057" y="3193910"/>
              <a:ext cx="3726179" cy="219710"/>
            </a:xfrm>
            <a:custGeom>
              <a:avLst/>
              <a:gdLst/>
              <a:ahLst/>
              <a:cxnLst/>
              <a:rect l="l" t="t" r="r" b="b"/>
              <a:pathLst>
                <a:path w="3726179" h="219710">
                  <a:moveTo>
                    <a:pt x="54800" y="138417"/>
                  </a:moveTo>
                  <a:lnTo>
                    <a:pt x="38938" y="138417"/>
                  </a:lnTo>
                  <a:lnTo>
                    <a:pt x="38938" y="195948"/>
                  </a:lnTo>
                  <a:lnTo>
                    <a:pt x="37960" y="199339"/>
                  </a:lnTo>
                  <a:lnTo>
                    <a:pt x="34010" y="204127"/>
                  </a:lnTo>
                  <a:lnTo>
                    <a:pt x="31140" y="205320"/>
                  </a:lnTo>
                  <a:lnTo>
                    <a:pt x="23660" y="205320"/>
                  </a:lnTo>
                  <a:lnTo>
                    <a:pt x="20802" y="204127"/>
                  </a:lnTo>
                  <a:lnTo>
                    <a:pt x="16852" y="199339"/>
                  </a:lnTo>
                  <a:lnTo>
                    <a:pt x="15862" y="195948"/>
                  </a:lnTo>
                  <a:lnTo>
                    <a:pt x="15862" y="138417"/>
                  </a:lnTo>
                  <a:lnTo>
                    <a:pt x="0" y="138417"/>
                  </a:lnTo>
                  <a:lnTo>
                    <a:pt x="0" y="199631"/>
                  </a:lnTo>
                  <a:lnTo>
                    <a:pt x="2400" y="206844"/>
                  </a:lnTo>
                  <a:lnTo>
                    <a:pt x="11988" y="216852"/>
                  </a:lnTo>
                  <a:lnTo>
                    <a:pt x="18732" y="219354"/>
                  </a:lnTo>
                  <a:lnTo>
                    <a:pt x="27406" y="219354"/>
                  </a:lnTo>
                  <a:lnTo>
                    <a:pt x="36080" y="219354"/>
                  </a:lnTo>
                  <a:lnTo>
                    <a:pt x="42811" y="216852"/>
                  </a:lnTo>
                  <a:lnTo>
                    <a:pt x="52400" y="206844"/>
                  </a:lnTo>
                  <a:lnTo>
                    <a:pt x="54800" y="199631"/>
                  </a:lnTo>
                  <a:lnTo>
                    <a:pt x="54800" y="138417"/>
                  </a:lnTo>
                  <a:close/>
                </a:path>
                <a:path w="3726179" h="219710">
                  <a:moveTo>
                    <a:pt x="82867" y="157861"/>
                  </a:moveTo>
                  <a:lnTo>
                    <a:pt x="65722" y="157861"/>
                  </a:lnTo>
                  <a:lnTo>
                    <a:pt x="65722" y="169849"/>
                  </a:lnTo>
                  <a:lnTo>
                    <a:pt x="82867" y="169849"/>
                  </a:lnTo>
                  <a:lnTo>
                    <a:pt x="82867" y="157861"/>
                  </a:lnTo>
                  <a:close/>
                </a:path>
                <a:path w="3726179" h="219710">
                  <a:moveTo>
                    <a:pt x="120078" y="157861"/>
                  </a:moveTo>
                  <a:lnTo>
                    <a:pt x="97980" y="157861"/>
                  </a:lnTo>
                  <a:lnTo>
                    <a:pt x="97980" y="143852"/>
                  </a:lnTo>
                  <a:lnTo>
                    <a:pt x="82867" y="143852"/>
                  </a:lnTo>
                  <a:lnTo>
                    <a:pt x="82981" y="205587"/>
                  </a:lnTo>
                  <a:lnTo>
                    <a:pt x="84455" y="209943"/>
                  </a:lnTo>
                  <a:lnTo>
                    <a:pt x="90766" y="216052"/>
                  </a:lnTo>
                  <a:lnTo>
                    <a:pt x="95694" y="217576"/>
                  </a:lnTo>
                  <a:lnTo>
                    <a:pt x="120078" y="217576"/>
                  </a:lnTo>
                  <a:lnTo>
                    <a:pt x="120078" y="205587"/>
                  </a:lnTo>
                  <a:lnTo>
                    <a:pt x="103314" y="205587"/>
                  </a:lnTo>
                  <a:lnTo>
                    <a:pt x="101295" y="204914"/>
                  </a:lnTo>
                  <a:lnTo>
                    <a:pt x="98640" y="202222"/>
                  </a:lnTo>
                  <a:lnTo>
                    <a:pt x="97980" y="200177"/>
                  </a:lnTo>
                  <a:lnTo>
                    <a:pt x="97980" y="169849"/>
                  </a:lnTo>
                  <a:lnTo>
                    <a:pt x="120078" y="169849"/>
                  </a:lnTo>
                  <a:lnTo>
                    <a:pt x="120078" y="157861"/>
                  </a:lnTo>
                  <a:close/>
                </a:path>
                <a:path w="3726179" h="219710">
                  <a:moveTo>
                    <a:pt x="172313" y="137375"/>
                  </a:moveTo>
                  <a:lnTo>
                    <a:pt x="156946" y="137375"/>
                  </a:lnTo>
                  <a:lnTo>
                    <a:pt x="156946" y="150520"/>
                  </a:lnTo>
                  <a:lnTo>
                    <a:pt x="172313" y="150520"/>
                  </a:lnTo>
                  <a:lnTo>
                    <a:pt x="172313" y="137375"/>
                  </a:lnTo>
                  <a:close/>
                </a:path>
                <a:path w="3726179" h="219710">
                  <a:moveTo>
                    <a:pt x="191363" y="205536"/>
                  </a:moveTo>
                  <a:lnTo>
                    <a:pt x="172542" y="205536"/>
                  </a:lnTo>
                  <a:lnTo>
                    <a:pt x="172542" y="169900"/>
                  </a:lnTo>
                  <a:lnTo>
                    <a:pt x="172542" y="163436"/>
                  </a:lnTo>
                  <a:lnTo>
                    <a:pt x="172542" y="157861"/>
                  </a:lnTo>
                  <a:lnTo>
                    <a:pt x="136334" y="157861"/>
                  </a:lnTo>
                  <a:lnTo>
                    <a:pt x="136334" y="169900"/>
                  </a:lnTo>
                  <a:lnTo>
                    <a:pt x="157391" y="169900"/>
                  </a:lnTo>
                  <a:lnTo>
                    <a:pt x="157391" y="205536"/>
                  </a:lnTo>
                  <a:lnTo>
                    <a:pt x="135229" y="205536"/>
                  </a:lnTo>
                  <a:lnTo>
                    <a:pt x="135229" y="217576"/>
                  </a:lnTo>
                  <a:lnTo>
                    <a:pt x="191363" y="217576"/>
                  </a:lnTo>
                  <a:lnTo>
                    <a:pt x="191363" y="205536"/>
                  </a:lnTo>
                  <a:close/>
                </a:path>
                <a:path w="3726179" h="219710">
                  <a:moveTo>
                    <a:pt x="255968" y="205587"/>
                  </a:moveTo>
                  <a:lnTo>
                    <a:pt x="236994" y="205587"/>
                  </a:lnTo>
                  <a:lnTo>
                    <a:pt x="236994" y="213563"/>
                  </a:lnTo>
                  <a:lnTo>
                    <a:pt x="236880" y="151066"/>
                  </a:lnTo>
                  <a:lnTo>
                    <a:pt x="235369" y="146558"/>
                  </a:lnTo>
                  <a:lnTo>
                    <a:pt x="228917" y="140106"/>
                  </a:lnTo>
                  <a:lnTo>
                    <a:pt x="224104" y="138480"/>
                  </a:lnTo>
                  <a:lnTo>
                    <a:pt x="202057" y="138480"/>
                  </a:lnTo>
                  <a:lnTo>
                    <a:pt x="202057" y="150469"/>
                  </a:lnTo>
                  <a:lnTo>
                    <a:pt x="217220" y="150469"/>
                  </a:lnTo>
                  <a:lnTo>
                    <a:pt x="218935" y="151066"/>
                  </a:lnTo>
                  <a:lnTo>
                    <a:pt x="221297" y="153428"/>
                  </a:lnTo>
                  <a:lnTo>
                    <a:pt x="221881" y="155130"/>
                  </a:lnTo>
                  <a:lnTo>
                    <a:pt x="221881" y="205587"/>
                  </a:lnTo>
                  <a:lnTo>
                    <a:pt x="199834" y="205587"/>
                  </a:lnTo>
                  <a:lnTo>
                    <a:pt x="199834" y="217576"/>
                  </a:lnTo>
                  <a:lnTo>
                    <a:pt x="255968" y="217576"/>
                  </a:lnTo>
                  <a:lnTo>
                    <a:pt x="255968" y="213563"/>
                  </a:lnTo>
                  <a:lnTo>
                    <a:pt x="255968" y="205587"/>
                  </a:lnTo>
                  <a:close/>
                </a:path>
                <a:path w="3726179" h="219710">
                  <a:moveTo>
                    <a:pt x="305981" y="137375"/>
                  </a:moveTo>
                  <a:lnTo>
                    <a:pt x="290614" y="137375"/>
                  </a:lnTo>
                  <a:lnTo>
                    <a:pt x="290614" y="150520"/>
                  </a:lnTo>
                  <a:lnTo>
                    <a:pt x="305981" y="150520"/>
                  </a:lnTo>
                  <a:lnTo>
                    <a:pt x="305981" y="137375"/>
                  </a:lnTo>
                  <a:close/>
                </a:path>
                <a:path w="3726179" h="219710">
                  <a:moveTo>
                    <a:pt x="325031" y="205536"/>
                  </a:moveTo>
                  <a:lnTo>
                    <a:pt x="306209" y="205536"/>
                  </a:lnTo>
                  <a:lnTo>
                    <a:pt x="306209" y="169900"/>
                  </a:lnTo>
                  <a:lnTo>
                    <a:pt x="306209" y="163436"/>
                  </a:lnTo>
                  <a:lnTo>
                    <a:pt x="306209" y="157861"/>
                  </a:lnTo>
                  <a:lnTo>
                    <a:pt x="270002" y="157861"/>
                  </a:lnTo>
                  <a:lnTo>
                    <a:pt x="270002" y="169900"/>
                  </a:lnTo>
                  <a:lnTo>
                    <a:pt x="291058" y="169900"/>
                  </a:lnTo>
                  <a:lnTo>
                    <a:pt x="291058" y="205536"/>
                  </a:lnTo>
                  <a:lnTo>
                    <a:pt x="268897" y="205536"/>
                  </a:lnTo>
                  <a:lnTo>
                    <a:pt x="268897" y="217576"/>
                  </a:lnTo>
                  <a:lnTo>
                    <a:pt x="325031" y="217576"/>
                  </a:lnTo>
                  <a:lnTo>
                    <a:pt x="325031" y="205536"/>
                  </a:lnTo>
                  <a:close/>
                </a:path>
                <a:path w="3726179" h="219710">
                  <a:moveTo>
                    <a:pt x="387324" y="205587"/>
                  </a:moveTo>
                  <a:lnTo>
                    <a:pt x="353275" y="205587"/>
                  </a:lnTo>
                  <a:lnTo>
                    <a:pt x="386295" y="170827"/>
                  </a:lnTo>
                  <a:lnTo>
                    <a:pt x="386295" y="157861"/>
                  </a:lnTo>
                  <a:lnTo>
                    <a:pt x="336931" y="157861"/>
                  </a:lnTo>
                  <a:lnTo>
                    <a:pt x="336931" y="169849"/>
                  </a:lnTo>
                  <a:lnTo>
                    <a:pt x="368833" y="169849"/>
                  </a:lnTo>
                  <a:lnTo>
                    <a:pt x="335813" y="204609"/>
                  </a:lnTo>
                  <a:lnTo>
                    <a:pt x="335813" y="217576"/>
                  </a:lnTo>
                  <a:lnTo>
                    <a:pt x="387324" y="217576"/>
                  </a:lnTo>
                  <a:lnTo>
                    <a:pt x="387324" y="205587"/>
                  </a:lnTo>
                  <a:close/>
                </a:path>
                <a:path w="3726179" h="219710">
                  <a:moveTo>
                    <a:pt x="456920" y="206260"/>
                  </a:moveTo>
                  <a:lnTo>
                    <a:pt x="453453" y="206260"/>
                  </a:lnTo>
                  <a:lnTo>
                    <a:pt x="452678" y="205968"/>
                  </a:lnTo>
                  <a:lnTo>
                    <a:pt x="451573" y="204838"/>
                  </a:lnTo>
                  <a:lnTo>
                    <a:pt x="451510" y="204609"/>
                  </a:lnTo>
                  <a:lnTo>
                    <a:pt x="451307" y="203809"/>
                  </a:lnTo>
                  <a:lnTo>
                    <a:pt x="451307" y="191058"/>
                  </a:lnTo>
                  <a:lnTo>
                    <a:pt x="451307" y="173443"/>
                  </a:lnTo>
                  <a:lnTo>
                    <a:pt x="449707" y="168643"/>
                  </a:lnTo>
                  <a:lnTo>
                    <a:pt x="449275" y="167373"/>
                  </a:lnTo>
                  <a:lnTo>
                    <a:pt x="441185" y="158699"/>
                  </a:lnTo>
                  <a:lnTo>
                    <a:pt x="434860" y="156527"/>
                  </a:lnTo>
                  <a:lnTo>
                    <a:pt x="419404" y="156527"/>
                  </a:lnTo>
                  <a:lnTo>
                    <a:pt x="413715" y="158305"/>
                  </a:lnTo>
                  <a:lnTo>
                    <a:pt x="404698" y="165392"/>
                  </a:lnTo>
                  <a:lnTo>
                    <a:pt x="401891" y="170078"/>
                  </a:lnTo>
                  <a:lnTo>
                    <a:pt x="400773" y="175907"/>
                  </a:lnTo>
                  <a:lnTo>
                    <a:pt x="416369" y="176758"/>
                  </a:lnTo>
                  <a:lnTo>
                    <a:pt x="416864" y="174371"/>
                  </a:lnTo>
                  <a:lnTo>
                    <a:pt x="417918" y="172415"/>
                  </a:lnTo>
                  <a:lnTo>
                    <a:pt x="421182" y="169405"/>
                  </a:lnTo>
                  <a:lnTo>
                    <a:pt x="423519" y="168643"/>
                  </a:lnTo>
                  <a:lnTo>
                    <a:pt x="429958" y="168643"/>
                  </a:lnTo>
                  <a:lnTo>
                    <a:pt x="432435" y="169659"/>
                  </a:lnTo>
                  <a:lnTo>
                    <a:pt x="435444" y="173723"/>
                  </a:lnTo>
                  <a:lnTo>
                    <a:pt x="436194" y="176606"/>
                  </a:lnTo>
                  <a:lnTo>
                    <a:pt x="436194" y="180365"/>
                  </a:lnTo>
                  <a:lnTo>
                    <a:pt x="436194" y="191058"/>
                  </a:lnTo>
                  <a:lnTo>
                    <a:pt x="425843" y="207594"/>
                  </a:lnTo>
                  <a:lnTo>
                    <a:pt x="420624" y="207594"/>
                  </a:lnTo>
                  <a:lnTo>
                    <a:pt x="415607" y="203250"/>
                  </a:lnTo>
                  <a:lnTo>
                    <a:pt x="415607" y="199263"/>
                  </a:lnTo>
                  <a:lnTo>
                    <a:pt x="416153" y="197662"/>
                  </a:lnTo>
                  <a:lnTo>
                    <a:pt x="418338" y="195376"/>
                  </a:lnTo>
                  <a:lnTo>
                    <a:pt x="420243" y="194525"/>
                  </a:lnTo>
                  <a:lnTo>
                    <a:pt x="422960" y="193954"/>
                  </a:lnTo>
                  <a:lnTo>
                    <a:pt x="436194" y="191058"/>
                  </a:lnTo>
                  <a:lnTo>
                    <a:pt x="436194" y="180365"/>
                  </a:lnTo>
                  <a:lnTo>
                    <a:pt x="412584" y="185458"/>
                  </a:lnTo>
                  <a:lnTo>
                    <a:pt x="408139" y="187477"/>
                  </a:lnTo>
                  <a:lnTo>
                    <a:pt x="401675" y="193090"/>
                  </a:lnTo>
                  <a:lnTo>
                    <a:pt x="400062" y="197015"/>
                  </a:lnTo>
                  <a:lnTo>
                    <a:pt x="400177" y="205968"/>
                  </a:lnTo>
                  <a:lnTo>
                    <a:pt x="400951" y="208584"/>
                  </a:lnTo>
                  <a:lnTo>
                    <a:pt x="404495" y="213639"/>
                  </a:lnTo>
                  <a:lnTo>
                    <a:pt x="406895" y="215569"/>
                  </a:lnTo>
                  <a:lnTo>
                    <a:pt x="413029" y="218287"/>
                  </a:lnTo>
                  <a:lnTo>
                    <a:pt x="413169" y="218287"/>
                  </a:lnTo>
                  <a:lnTo>
                    <a:pt x="416267" y="218909"/>
                  </a:lnTo>
                  <a:lnTo>
                    <a:pt x="423532" y="218909"/>
                  </a:lnTo>
                  <a:lnTo>
                    <a:pt x="426694" y="218287"/>
                  </a:lnTo>
                  <a:lnTo>
                    <a:pt x="432142" y="215811"/>
                  </a:lnTo>
                  <a:lnTo>
                    <a:pt x="434327" y="214096"/>
                  </a:lnTo>
                  <a:lnTo>
                    <a:pt x="437527" y="209892"/>
                  </a:lnTo>
                  <a:lnTo>
                    <a:pt x="437642" y="209753"/>
                  </a:lnTo>
                  <a:lnTo>
                    <a:pt x="437883" y="209169"/>
                  </a:lnTo>
                  <a:lnTo>
                    <a:pt x="438023" y="209753"/>
                  </a:lnTo>
                  <a:lnTo>
                    <a:pt x="438061" y="209892"/>
                  </a:lnTo>
                  <a:lnTo>
                    <a:pt x="440245" y="213931"/>
                  </a:lnTo>
                  <a:lnTo>
                    <a:pt x="442036" y="215569"/>
                  </a:lnTo>
                  <a:lnTo>
                    <a:pt x="446189" y="217652"/>
                  </a:lnTo>
                  <a:lnTo>
                    <a:pt x="446493" y="217652"/>
                  </a:lnTo>
                  <a:lnTo>
                    <a:pt x="448513" y="218059"/>
                  </a:lnTo>
                  <a:lnTo>
                    <a:pt x="453161" y="218059"/>
                  </a:lnTo>
                  <a:lnTo>
                    <a:pt x="456476" y="217652"/>
                  </a:lnTo>
                  <a:lnTo>
                    <a:pt x="456920" y="217652"/>
                  </a:lnTo>
                  <a:lnTo>
                    <a:pt x="456920" y="206260"/>
                  </a:lnTo>
                  <a:close/>
                </a:path>
                <a:path w="3726179" h="219710">
                  <a:moveTo>
                    <a:pt x="483870" y="157861"/>
                  </a:moveTo>
                  <a:lnTo>
                    <a:pt x="466712" y="157861"/>
                  </a:lnTo>
                  <a:lnTo>
                    <a:pt x="466712" y="169849"/>
                  </a:lnTo>
                  <a:lnTo>
                    <a:pt x="483870" y="169849"/>
                  </a:lnTo>
                  <a:lnTo>
                    <a:pt x="483870" y="157861"/>
                  </a:lnTo>
                  <a:close/>
                </a:path>
                <a:path w="3726179" h="219710">
                  <a:moveTo>
                    <a:pt x="521081" y="157861"/>
                  </a:moveTo>
                  <a:lnTo>
                    <a:pt x="498970" y="157861"/>
                  </a:lnTo>
                  <a:lnTo>
                    <a:pt x="498970" y="143852"/>
                  </a:lnTo>
                  <a:lnTo>
                    <a:pt x="483870" y="143852"/>
                  </a:lnTo>
                  <a:lnTo>
                    <a:pt x="483984" y="205587"/>
                  </a:lnTo>
                  <a:lnTo>
                    <a:pt x="485444" y="209943"/>
                  </a:lnTo>
                  <a:lnTo>
                    <a:pt x="491756" y="216052"/>
                  </a:lnTo>
                  <a:lnTo>
                    <a:pt x="496684" y="217576"/>
                  </a:lnTo>
                  <a:lnTo>
                    <a:pt x="521081" y="217576"/>
                  </a:lnTo>
                  <a:lnTo>
                    <a:pt x="521081" y="205587"/>
                  </a:lnTo>
                  <a:lnTo>
                    <a:pt x="504304" y="205587"/>
                  </a:lnTo>
                  <a:lnTo>
                    <a:pt x="502297" y="204914"/>
                  </a:lnTo>
                  <a:lnTo>
                    <a:pt x="499643" y="202222"/>
                  </a:lnTo>
                  <a:lnTo>
                    <a:pt x="498970" y="200177"/>
                  </a:lnTo>
                  <a:lnTo>
                    <a:pt x="498970" y="169849"/>
                  </a:lnTo>
                  <a:lnTo>
                    <a:pt x="521081" y="169849"/>
                  </a:lnTo>
                  <a:lnTo>
                    <a:pt x="521081" y="157861"/>
                  </a:lnTo>
                  <a:close/>
                </a:path>
                <a:path w="3726179" h="219710">
                  <a:moveTo>
                    <a:pt x="573316" y="137375"/>
                  </a:moveTo>
                  <a:lnTo>
                    <a:pt x="557949" y="137375"/>
                  </a:lnTo>
                  <a:lnTo>
                    <a:pt x="557949" y="150520"/>
                  </a:lnTo>
                  <a:lnTo>
                    <a:pt x="573316" y="150520"/>
                  </a:lnTo>
                  <a:lnTo>
                    <a:pt x="573316" y="137375"/>
                  </a:lnTo>
                  <a:close/>
                </a:path>
                <a:path w="3726179" h="219710">
                  <a:moveTo>
                    <a:pt x="592366" y="205536"/>
                  </a:moveTo>
                  <a:lnTo>
                    <a:pt x="573544" y="205536"/>
                  </a:lnTo>
                  <a:lnTo>
                    <a:pt x="573544" y="169900"/>
                  </a:lnTo>
                  <a:lnTo>
                    <a:pt x="573544" y="163436"/>
                  </a:lnTo>
                  <a:lnTo>
                    <a:pt x="573544" y="157861"/>
                  </a:lnTo>
                  <a:lnTo>
                    <a:pt x="537337" y="157861"/>
                  </a:lnTo>
                  <a:lnTo>
                    <a:pt x="537337" y="169900"/>
                  </a:lnTo>
                  <a:lnTo>
                    <a:pt x="558393" y="169900"/>
                  </a:lnTo>
                  <a:lnTo>
                    <a:pt x="558393" y="205536"/>
                  </a:lnTo>
                  <a:lnTo>
                    <a:pt x="536219" y="205536"/>
                  </a:lnTo>
                  <a:lnTo>
                    <a:pt x="536219" y="217576"/>
                  </a:lnTo>
                  <a:lnTo>
                    <a:pt x="592366" y="217576"/>
                  </a:lnTo>
                  <a:lnTo>
                    <a:pt x="592366" y="205536"/>
                  </a:lnTo>
                  <a:close/>
                </a:path>
                <a:path w="3726179" h="219710">
                  <a:moveTo>
                    <a:pt x="657186" y="181368"/>
                  </a:moveTo>
                  <a:lnTo>
                    <a:pt x="656018" y="175844"/>
                  </a:lnTo>
                  <a:lnTo>
                    <a:pt x="652983" y="169849"/>
                  </a:lnTo>
                  <a:lnTo>
                    <a:pt x="651294" y="166509"/>
                  </a:lnTo>
                  <a:lnTo>
                    <a:pt x="647979" y="162902"/>
                  </a:lnTo>
                  <a:lnTo>
                    <a:pt x="641515" y="159016"/>
                  </a:lnTo>
                  <a:lnTo>
                    <a:pt x="641515" y="181940"/>
                  </a:lnTo>
                  <a:lnTo>
                    <a:pt x="641515" y="193421"/>
                  </a:lnTo>
                  <a:lnTo>
                    <a:pt x="640422" y="197840"/>
                  </a:lnTo>
                  <a:lnTo>
                    <a:pt x="636054" y="204038"/>
                  </a:lnTo>
                  <a:lnTo>
                    <a:pt x="632942" y="205587"/>
                  </a:lnTo>
                  <a:lnTo>
                    <a:pt x="624865" y="205587"/>
                  </a:lnTo>
                  <a:lnTo>
                    <a:pt x="621753" y="204038"/>
                  </a:lnTo>
                  <a:lnTo>
                    <a:pt x="617385" y="197840"/>
                  </a:lnTo>
                  <a:lnTo>
                    <a:pt x="616292" y="193421"/>
                  </a:lnTo>
                  <a:lnTo>
                    <a:pt x="616292" y="181940"/>
                  </a:lnTo>
                  <a:lnTo>
                    <a:pt x="617385" y="177533"/>
                  </a:lnTo>
                  <a:lnTo>
                    <a:pt x="621753" y="171386"/>
                  </a:lnTo>
                  <a:lnTo>
                    <a:pt x="624865" y="169849"/>
                  </a:lnTo>
                  <a:lnTo>
                    <a:pt x="632942" y="169849"/>
                  </a:lnTo>
                  <a:lnTo>
                    <a:pt x="636054" y="171386"/>
                  </a:lnTo>
                  <a:lnTo>
                    <a:pt x="640422" y="177533"/>
                  </a:lnTo>
                  <a:lnTo>
                    <a:pt x="641515" y="181940"/>
                  </a:lnTo>
                  <a:lnTo>
                    <a:pt x="641515" y="159016"/>
                  </a:lnTo>
                  <a:lnTo>
                    <a:pt x="639495" y="157797"/>
                  </a:lnTo>
                  <a:lnTo>
                    <a:pt x="634542" y="156527"/>
                  </a:lnTo>
                  <a:lnTo>
                    <a:pt x="623252" y="156527"/>
                  </a:lnTo>
                  <a:lnTo>
                    <a:pt x="600608" y="181368"/>
                  </a:lnTo>
                  <a:lnTo>
                    <a:pt x="600608" y="194056"/>
                  </a:lnTo>
                  <a:lnTo>
                    <a:pt x="623252" y="218909"/>
                  </a:lnTo>
                  <a:lnTo>
                    <a:pt x="634542" y="218909"/>
                  </a:lnTo>
                  <a:lnTo>
                    <a:pt x="639495" y="217639"/>
                  </a:lnTo>
                  <a:lnTo>
                    <a:pt x="647979" y="212547"/>
                  </a:lnTo>
                  <a:lnTo>
                    <a:pt x="651294" y="208927"/>
                  </a:lnTo>
                  <a:lnTo>
                    <a:pt x="652970" y="205587"/>
                  </a:lnTo>
                  <a:lnTo>
                    <a:pt x="656018" y="199555"/>
                  </a:lnTo>
                  <a:lnTo>
                    <a:pt x="657186" y="194056"/>
                  </a:lnTo>
                  <a:lnTo>
                    <a:pt x="657186" y="181368"/>
                  </a:lnTo>
                  <a:close/>
                </a:path>
                <a:path w="3726179" h="219710">
                  <a:moveTo>
                    <a:pt x="721131" y="217576"/>
                  </a:moveTo>
                  <a:lnTo>
                    <a:pt x="721067" y="174180"/>
                  </a:lnTo>
                  <a:lnTo>
                    <a:pt x="720458" y="170675"/>
                  </a:lnTo>
                  <a:lnTo>
                    <a:pt x="720128" y="169837"/>
                  </a:lnTo>
                  <a:lnTo>
                    <a:pt x="720039" y="169621"/>
                  </a:lnTo>
                  <a:lnTo>
                    <a:pt x="719924" y="169316"/>
                  </a:lnTo>
                  <a:lnTo>
                    <a:pt x="706818" y="156527"/>
                  </a:lnTo>
                  <a:lnTo>
                    <a:pt x="699236" y="156527"/>
                  </a:lnTo>
                  <a:lnTo>
                    <a:pt x="684415" y="167982"/>
                  </a:lnTo>
                  <a:lnTo>
                    <a:pt x="684301" y="163957"/>
                  </a:lnTo>
                  <a:lnTo>
                    <a:pt x="684174" y="159537"/>
                  </a:lnTo>
                  <a:lnTo>
                    <a:pt x="684123" y="157861"/>
                  </a:lnTo>
                  <a:lnTo>
                    <a:pt x="670331" y="157861"/>
                  </a:lnTo>
                  <a:lnTo>
                    <a:pt x="670331" y="217576"/>
                  </a:lnTo>
                  <a:lnTo>
                    <a:pt x="685444" y="217576"/>
                  </a:lnTo>
                  <a:lnTo>
                    <a:pt x="685444" y="179984"/>
                  </a:lnTo>
                  <a:lnTo>
                    <a:pt x="685876" y="177863"/>
                  </a:lnTo>
                  <a:lnTo>
                    <a:pt x="685965" y="177469"/>
                  </a:lnTo>
                  <a:lnTo>
                    <a:pt x="687666" y="174180"/>
                  </a:lnTo>
                  <a:lnTo>
                    <a:pt x="688009" y="173507"/>
                  </a:lnTo>
                  <a:lnTo>
                    <a:pt x="689444" y="171894"/>
                  </a:lnTo>
                  <a:lnTo>
                    <a:pt x="692873" y="169837"/>
                  </a:lnTo>
                  <a:lnTo>
                    <a:pt x="694766" y="169316"/>
                  </a:lnTo>
                  <a:lnTo>
                    <a:pt x="699897" y="169316"/>
                  </a:lnTo>
                  <a:lnTo>
                    <a:pt x="702195" y="170370"/>
                  </a:lnTo>
                  <a:lnTo>
                    <a:pt x="705256" y="174574"/>
                  </a:lnTo>
                  <a:lnTo>
                    <a:pt x="705929" y="177469"/>
                  </a:lnTo>
                  <a:lnTo>
                    <a:pt x="706031" y="217576"/>
                  </a:lnTo>
                  <a:lnTo>
                    <a:pt x="721131" y="217576"/>
                  </a:lnTo>
                  <a:close/>
                </a:path>
                <a:path w="3726179" h="219710">
                  <a:moveTo>
                    <a:pt x="3726167" y="0"/>
                  </a:moveTo>
                  <a:lnTo>
                    <a:pt x="3680269" y="0"/>
                  </a:lnTo>
                  <a:lnTo>
                    <a:pt x="3680269" y="13639"/>
                  </a:lnTo>
                  <a:lnTo>
                    <a:pt x="3726167" y="13639"/>
                  </a:lnTo>
                  <a:lnTo>
                    <a:pt x="3726167" y="0"/>
                  </a:lnTo>
                  <a:close/>
                </a:path>
              </a:pathLst>
            </a:custGeom>
            <a:solidFill>
              <a:srgbClr val="4C1D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91946" y="3332389"/>
              <a:ext cx="522635" cy="8042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096117" y="3331276"/>
              <a:ext cx="118073" cy="802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294388" y="3332389"/>
              <a:ext cx="323472" cy="9713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693234" y="3331276"/>
              <a:ext cx="457464" cy="8153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182512" y="3394679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4C1D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296478" y="3330608"/>
              <a:ext cx="656756" cy="8265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031207" y="3330608"/>
              <a:ext cx="255083" cy="8265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365461" y="3332278"/>
              <a:ext cx="656003" cy="9724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93960" y="3510502"/>
              <a:ext cx="115845" cy="8053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95576" y="3510502"/>
              <a:ext cx="514622" cy="9590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446734" y="357611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4C1D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556950" y="3784632"/>
            <a:ext cx="4678680" cy="690880"/>
            <a:chOff x="556950" y="3784632"/>
            <a:chExt cx="4678680" cy="690880"/>
          </a:xfrm>
        </p:grpSpPr>
        <p:sp>
          <p:nvSpPr>
            <p:cNvPr id="75" name="object 75"/>
            <p:cNvSpPr/>
            <p:nvPr/>
          </p:nvSpPr>
          <p:spPr>
            <a:xfrm>
              <a:off x="570874" y="3784632"/>
              <a:ext cx="4664710" cy="690880"/>
            </a:xfrm>
            <a:custGeom>
              <a:avLst/>
              <a:gdLst/>
              <a:ahLst/>
              <a:cxnLst/>
              <a:rect l="l" t="t" r="r" b="b"/>
              <a:pathLst>
                <a:path w="4664710" h="690879">
                  <a:moveTo>
                    <a:pt x="4625812" y="0"/>
                  </a:moveTo>
                  <a:lnTo>
                    <a:pt x="0" y="0"/>
                  </a:lnTo>
                  <a:lnTo>
                    <a:pt x="0" y="690619"/>
                  </a:lnTo>
                  <a:lnTo>
                    <a:pt x="4625812" y="690608"/>
                  </a:lnTo>
                  <a:lnTo>
                    <a:pt x="4658806" y="668558"/>
                  </a:lnTo>
                  <a:lnTo>
                    <a:pt x="4664460" y="651972"/>
                  </a:lnTo>
                  <a:lnTo>
                    <a:pt x="4664460" y="38638"/>
                  </a:lnTo>
                  <a:lnTo>
                    <a:pt x="4642413" y="5646"/>
                  </a:lnTo>
                  <a:lnTo>
                    <a:pt x="4625812" y="0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56950" y="3784632"/>
              <a:ext cx="27940" cy="690880"/>
            </a:xfrm>
            <a:custGeom>
              <a:avLst/>
              <a:gdLst/>
              <a:ahLst/>
              <a:cxnLst/>
              <a:rect l="l" t="t" r="r" b="b"/>
              <a:pathLst>
                <a:path w="27940" h="690879">
                  <a:moveTo>
                    <a:pt x="27847" y="0"/>
                  </a:moveTo>
                  <a:lnTo>
                    <a:pt x="0" y="0"/>
                  </a:lnTo>
                  <a:lnTo>
                    <a:pt x="0" y="690619"/>
                  </a:lnTo>
                  <a:lnTo>
                    <a:pt x="27847" y="690619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0596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92668" y="3910503"/>
              <a:ext cx="385359" cy="8153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57959" y="3916987"/>
              <a:ext cx="592766" cy="9042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828784" y="3910503"/>
              <a:ext cx="118918" cy="8153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029730" y="3911617"/>
              <a:ext cx="253965" cy="80424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2313682" y="3973907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3" y="0"/>
                  </a:moveTo>
                  <a:lnTo>
                    <a:pt x="0" y="0"/>
                  </a:lnTo>
                  <a:lnTo>
                    <a:pt x="0" y="16798"/>
                  </a:lnTo>
                  <a:lnTo>
                    <a:pt x="17553" y="16798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426967" y="3909835"/>
              <a:ext cx="454694" cy="98913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963973" y="3911507"/>
              <a:ext cx="454588" cy="9590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499877" y="3911617"/>
              <a:ext cx="186020" cy="8042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763871" y="3911507"/>
              <a:ext cx="383181" cy="80534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171558" y="3911617"/>
              <a:ext cx="183794" cy="95796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445571" y="3907167"/>
              <a:ext cx="633095" cy="100330"/>
            </a:xfrm>
            <a:custGeom>
              <a:avLst/>
              <a:gdLst/>
              <a:ahLst/>
              <a:cxnLst/>
              <a:rect l="l" t="t" r="r" b="b"/>
              <a:pathLst>
                <a:path w="633095" h="100329">
                  <a:moveTo>
                    <a:pt x="31191" y="0"/>
                  </a:moveTo>
                  <a:lnTo>
                    <a:pt x="21831" y="0"/>
                  </a:lnTo>
                  <a:lnTo>
                    <a:pt x="16040" y="5130"/>
                  </a:lnTo>
                  <a:lnTo>
                    <a:pt x="0" y="42481"/>
                  </a:lnTo>
                  <a:lnTo>
                    <a:pt x="0" y="53314"/>
                  </a:lnTo>
                  <a:lnTo>
                    <a:pt x="16040" y="90678"/>
                  </a:lnTo>
                  <a:lnTo>
                    <a:pt x="21831" y="95796"/>
                  </a:lnTo>
                  <a:lnTo>
                    <a:pt x="31191" y="95796"/>
                  </a:lnTo>
                  <a:lnTo>
                    <a:pt x="25615" y="90449"/>
                  </a:lnTo>
                  <a:lnTo>
                    <a:pt x="21272" y="85115"/>
                  </a:lnTo>
                  <a:lnTo>
                    <a:pt x="15036" y="74498"/>
                  </a:lnTo>
                  <a:lnTo>
                    <a:pt x="12852" y="69189"/>
                  </a:lnTo>
                  <a:lnTo>
                    <a:pt x="10325" y="58572"/>
                  </a:lnTo>
                  <a:lnTo>
                    <a:pt x="9690" y="53251"/>
                  </a:lnTo>
                  <a:lnTo>
                    <a:pt x="9690" y="42557"/>
                  </a:lnTo>
                  <a:lnTo>
                    <a:pt x="25615" y="5270"/>
                  </a:lnTo>
                  <a:lnTo>
                    <a:pt x="31191" y="0"/>
                  </a:lnTo>
                  <a:close/>
                </a:path>
                <a:path w="633095" h="100329">
                  <a:moveTo>
                    <a:pt x="109169" y="4457"/>
                  </a:moveTo>
                  <a:lnTo>
                    <a:pt x="99580" y="4457"/>
                  </a:lnTo>
                  <a:lnTo>
                    <a:pt x="99580" y="39103"/>
                  </a:lnTo>
                  <a:lnTo>
                    <a:pt x="65278" y="39103"/>
                  </a:lnTo>
                  <a:lnTo>
                    <a:pt x="65278" y="4457"/>
                  </a:lnTo>
                  <a:lnTo>
                    <a:pt x="55702" y="4457"/>
                  </a:lnTo>
                  <a:lnTo>
                    <a:pt x="55702" y="83540"/>
                  </a:lnTo>
                  <a:lnTo>
                    <a:pt x="65278" y="83540"/>
                  </a:lnTo>
                  <a:lnTo>
                    <a:pt x="65278" y="48450"/>
                  </a:lnTo>
                  <a:lnTo>
                    <a:pt x="99580" y="48450"/>
                  </a:lnTo>
                  <a:lnTo>
                    <a:pt x="99580" y="83540"/>
                  </a:lnTo>
                  <a:lnTo>
                    <a:pt x="109169" y="83540"/>
                  </a:lnTo>
                  <a:lnTo>
                    <a:pt x="109169" y="48450"/>
                  </a:lnTo>
                  <a:lnTo>
                    <a:pt x="109169" y="44665"/>
                  </a:lnTo>
                  <a:lnTo>
                    <a:pt x="109169" y="42887"/>
                  </a:lnTo>
                  <a:lnTo>
                    <a:pt x="109169" y="39103"/>
                  </a:lnTo>
                  <a:lnTo>
                    <a:pt x="109169" y="4457"/>
                  </a:lnTo>
                  <a:close/>
                </a:path>
                <a:path w="633095" h="100329">
                  <a:moveTo>
                    <a:pt x="176110" y="47193"/>
                  </a:moveTo>
                  <a:lnTo>
                    <a:pt x="175107" y="42252"/>
                  </a:lnTo>
                  <a:lnTo>
                    <a:pt x="170649" y="33045"/>
                  </a:lnTo>
                  <a:lnTo>
                    <a:pt x="169799" y="32080"/>
                  </a:lnTo>
                  <a:lnTo>
                    <a:pt x="167513" y="29476"/>
                  </a:lnTo>
                  <a:lnTo>
                    <a:pt x="166420" y="28803"/>
                  </a:lnTo>
                  <a:lnTo>
                    <a:pt x="166420" y="47193"/>
                  </a:lnTo>
                  <a:lnTo>
                    <a:pt x="166420" y="60858"/>
                  </a:lnTo>
                  <a:lnTo>
                    <a:pt x="164909" y="66217"/>
                  </a:lnTo>
                  <a:lnTo>
                    <a:pt x="158902" y="74015"/>
                  </a:lnTo>
                  <a:lnTo>
                    <a:pt x="154686" y="75971"/>
                  </a:lnTo>
                  <a:lnTo>
                    <a:pt x="143840" y="75971"/>
                  </a:lnTo>
                  <a:lnTo>
                    <a:pt x="139623" y="74015"/>
                  </a:lnTo>
                  <a:lnTo>
                    <a:pt x="133616" y="66217"/>
                  </a:lnTo>
                  <a:lnTo>
                    <a:pt x="132105" y="60858"/>
                  </a:lnTo>
                  <a:lnTo>
                    <a:pt x="132105" y="47193"/>
                  </a:lnTo>
                  <a:lnTo>
                    <a:pt x="133489" y="42252"/>
                  </a:lnTo>
                  <a:lnTo>
                    <a:pt x="133616" y="41833"/>
                  </a:lnTo>
                  <a:lnTo>
                    <a:pt x="139623" y="34036"/>
                  </a:lnTo>
                  <a:lnTo>
                    <a:pt x="143840" y="32080"/>
                  </a:lnTo>
                  <a:lnTo>
                    <a:pt x="154686" y="32080"/>
                  </a:lnTo>
                  <a:lnTo>
                    <a:pt x="158902" y="34036"/>
                  </a:lnTo>
                  <a:lnTo>
                    <a:pt x="164909" y="41833"/>
                  </a:lnTo>
                  <a:lnTo>
                    <a:pt x="166420" y="47193"/>
                  </a:lnTo>
                  <a:lnTo>
                    <a:pt x="166420" y="28803"/>
                  </a:lnTo>
                  <a:lnTo>
                    <a:pt x="159423" y="24434"/>
                  </a:lnTo>
                  <a:lnTo>
                    <a:pt x="154686" y="23164"/>
                  </a:lnTo>
                  <a:lnTo>
                    <a:pt x="143840" y="23164"/>
                  </a:lnTo>
                  <a:lnTo>
                    <a:pt x="122415" y="47193"/>
                  </a:lnTo>
                  <a:lnTo>
                    <a:pt x="122428" y="60858"/>
                  </a:lnTo>
                  <a:lnTo>
                    <a:pt x="143840" y="84874"/>
                  </a:lnTo>
                  <a:lnTo>
                    <a:pt x="154686" y="84874"/>
                  </a:lnTo>
                  <a:lnTo>
                    <a:pt x="176098" y="60858"/>
                  </a:lnTo>
                  <a:lnTo>
                    <a:pt x="176110" y="47193"/>
                  </a:lnTo>
                  <a:close/>
                </a:path>
                <a:path w="633095" h="100329">
                  <a:moveTo>
                    <a:pt x="240601" y="24511"/>
                  </a:moveTo>
                  <a:lnTo>
                    <a:pt x="217106" y="24511"/>
                  </a:lnTo>
                  <a:lnTo>
                    <a:pt x="217106" y="10693"/>
                  </a:lnTo>
                  <a:lnTo>
                    <a:pt x="207746" y="10693"/>
                  </a:lnTo>
                  <a:lnTo>
                    <a:pt x="207746" y="24511"/>
                  </a:lnTo>
                  <a:lnTo>
                    <a:pt x="188252" y="24511"/>
                  </a:lnTo>
                  <a:lnTo>
                    <a:pt x="188252" y="32753"/>
                  </a:lnTo>
                  <a:lnTo>
                    <a:pt x="207746" y="32753"/>
                  </a:lnTo>
                  <a:lnTo>
                    <a:pt x="207746" y="72771"/>
                  </a:lnTo>
                  <a:lnTo>
                    <a:pt x="209156" y="76860"/>
                  </a:lnTo>
                  <a:lnTo>
                    <a:pt x="214795" y="82207"/>
                  </a:lnTo>
                  <a:lnTo>
                    <a:pt x="219075" y="83540"/>
                  </a:lnTo>
                  <a:lnTo>
                    <a:pt x="240601" y="83540"/>
                  </a:lnTo>
                  <a:lnTo>
                    <a:pt x="240601" y="75298"/>
                  </a:lnTo>
                  <a:lnTo>
                    <a:pt x="222186" y="75298"/>
                  </a:lnTo>
                  <a:lnTo>
                    <a:pt x="220256" y="74650"/>
                  </a:lnTo>
                  <a:lnTo>
                    <a:pt x="217728" y="72047"/>
                  </a:lnTo>
                  <a:lnTo>
                    <a:pt x="217106" y="70027"/>
                  </a:lnTo>
                  <a:lnTo>
                    <a:pt x="217106" y="32753"/>
                  </a:lnTo>
                  <a:lnTo>
                    <a:pt x="240601" y="32753"/>
                  </a:lnTo>
                  <a:lnTo>
                    <a:pt x="240601" y="24511"/>
                  </a:lnTo>
                  <a:close/>
                </a:path>
                <a:path w="633095" h="100329">
                  <a:moveTo>
                    <a:pt x="310781" y="48602"/>
                  </a:moveTo>
                  <a:lnTo>
                    <a:pt x="300977" y="28422"/>
                  </a:lnTo>
                  <a:lnTo>
                    <a:pt x="300977" y="47117"/>
                  </a:lnTo>
                  <a:lnTo>
                    <a:pt x="300977" y="60934"/>
                  </a:lnTo>
                  <a:lnTo>
                    <a:pt x="299516" y="66319"/>
                  </a:lnTo>
                  <a:lnTo>
                    <a:pt x="293649" y="74041"/>
                  </a:lnTo>
                  <a:lnTo>
                    <a:pt x="289610" y="75971"/>
                  </a:lnTo>
                  <a:lnTo>
                    <a:pt x="281076" y="75971"/>
                  </a:lnTo>
                  <a:lnTo>
                    <a:pt x="278104" y="75145"/>
                  </a:lnTo>
                  <a:lnTo>
                    <a:pt x="273050" y="71882"/>
                  </a:lnTo>
                  <a:lnTo>
                    <a:pt x="272237" y="70840"/>
                  </a:lnTo>
                  <a:lnTo>
                    <a:pt x="271119" y="69430"/>
                  </a:lnTo>
                  <a:lnTo>
                    <a:pt x="268452" y="62903"/>
                  </a:lnTo>
                  <a:lnTo>
                    <a:pt x="267881" y="59448"/>
                  </a:lnTo>
                  <a:lnTo>
                    <a:pt x="267881" y="48602"/>
                  </a:lnTo>
                  <a:lnTo>
                    <a:pt x="281076" y="32080"/>
                  </a:lnTo>
                  <a:lnTo>
                    <a:pt x="289610" y="32080"/>
                  </a:lnTo>
                  <a:lnTo>
                    <a:pt x="293649" y="34010"/>
                  </a:lnTo>
                  <a:lnTo>
                    <a:pt x="299516" y="41732"/>
                  </a:lnTo>
                  <a:lnTo>
                    <a:pt x="300977" y="47117"/>
                  </a:lnTo>
                  <a:lnTo>
                    <a:pt x="300977" y="28422"/>
                  </a:lnTo>
                  <a:lnTo>
                    <a:pt x="296062" y="24612"/>
                  </a:lnTo>
                  <a:lnTo>
                    <a:pt x="291249" y="23164"/>
                  </a:lnTo>
                  <a:lnTo>
                    <a:pt x="280847" y="23164"/>
                  </a:lnTo>
                  <a:lnTo>
                    <a:pt x="267335" y="37871"/>
                  </a:lnTo>
                  <a:lnTo>
                    <a:pt x="267258" y="33299"/>
                  </a:lnTo>
                  <a:lnTo>
                    <a:pt x="267195" y="29108"/>
                  </a:lnTo>
                  <a:lnTo>
                    <a:pt x="267119" y="24612"/>
                  </a:lnTo>
                  <a:lnTo>
                    <a:pt x="258432" y="24612"/>
                  </a:lnTo>
                  <a:lnTo>
                    <a:pt x="258432" y="100253"/>
                  </a:lnTo>
                  <a:lnTo>
                    <a:pt x="267779" y="100253"/>
                  </a:lnTo>
                  <a:lnTo>
                    <a:pt x="267703" y="75971"/>
                  </a:lnTo>
                  <a:lnTo>
                    <a:pt x="267779" y="70840"/>
                  </a:lnTo>
                  <a:lnTo>
                    <a:pt x="267779" y="76111"/>
                  </a:lnTo>
                  <a:lnTo>
                    <a:pt x="268363" y="77114"/>
                  </a:lnTo>
                  <a:lnTo>
                    <a:pt x="271995" y="80835"/>
                  </a:lnTo>
                  <a:lnTo>
                    <a:pt x="274231" y="82283"/>
                  </a:lnTo>
                  <a:lnTo>
                    <a:pt x="279501" y="84366"/>
                  </a:lnTo>
                  <a:lnTo>
                    <a:pt x="282333" y="84874"/>
                  </a:lnTo>
                  <a:lnTo>
                    <a:pt x="291249" y="84874"/>
                  </a:lnTo>
                  <a:lnTo>
                    <a:pt x="296062" y="83426"/>
                  </a:lnTo>
                  <a:lnTo>
                    <a:pt x="303555" y="77635"/>
                  </a:lnTo>
                  <a:lnTo>
                    <a:pt x="304673" y="76111"/>
                  </a:lnTo>
                  <a:lnTo>
                    <a:pt x="304774" y="75971"/>
                  </a:lnTo>
                  <a:lnTo>
                    <a:pt x="306324" y="73850"/>
                  </a:lnTo>
                  <a:lnTo>
                    <a:pt x="309892" y="64490"/>
                  </a:lnTo>
                  <a:lnTo>
                    <a:pt x="310781" y="59448"/>
                  </a:lnTo>
                  <a:lnTo>
                    <a:pt x="310781" y="48602"/>
                  </a:lnTo>
                  <a:close/>
                </a:path>
                <a:path w="633095" h="100329">
                  <a:moveTo>
                    <a:pt x="376618" y="47193"/>
                  </a:moveTo>
                  <a:lnTo>
                    <a:pt x="375615" y="42252"/>
                  </a:lnTo>
                  <a:lnTo>
                    <a:pt x="371157" y="33045"/>
                  </a:lnTo>
                  <a:lnTo>
                    <a:pt x="370306" y="32080"/>
                  </a:lnTo>
                  <a:lnTo>
                    <a:pt x="368020" y="29476"/>
                  </a:lnTo>
                  <a:lnTo>
                    <a:pt x="366915" y="28790"/>
                  </a:lnTo>
                  <a:lnTo>
                    <a:pt x="366915" y="47193"/>
                  </a:lnTo>
                  <a:lnTo>
                    <a:pt x="366915" y="60858"/>
                  </a:lnTo>
                  <a:lnTo>
                    <a:pt x="365417" y="66217"/>
                  </a:lnTo>
                  <a:lnTo>
                    <a:pt x="359397" y="74015"/>
                  </a:lnTo>
                  <a:lnTo>
                    <a:pt x="355193" y="75971"/>
                  </a:lnTo>
                  <a:lnTo>
                    <a:pt x="344347" y="75971"/>
                  </a:lnTo>
                  <a:lnTo>
                    <a:pt x="340131" y="74015"/>
                  </a:lnTo>
                  <a:lnTo>
                    <a:pt x="334111" y="66217"/>
                  </a:lnTo>
                  <a:lnTo>
                    <a:pt x="332613" y="60858"/>
                  </a:lnTo>
                  <a:lnTo>
                    <a:pt x="332613" y="47193"/>
                  </a:lnTo>
                  <a:lnTo>
                    <a:pt x="333997" y="42252"/>
                  </a:lnTo>
                  <a:lnTo>
                    <a:pt x="334111" y="41833"/>
                  </a:lnTo>
                  <a:lnTo>
                    <a:pt x="340131" y="34036"/>
                  </a:lnTo>
                  <a:lnTo>
                    <a:pt x="344347" y="32080"/>
                  </a:lnTo>
                  <a:lnTo>
                    <a:pt x="355193" y="32080"/>
                  </a:lnTo>
                  <a:lnTo>
                    <a:pt x="359397" y="34036"/>
                  </a:lnTo>
                  <a:lnTo>
                    <a:pt x="365417" y="41833"/>
                  </a:lnTo>
                  <a:lnTo>
                    <a:pt x="366915" y="47193"/>
                  </a:lnTo>
                  <a:lnTo>
                    <a:pt x="366915" y="28790"/>
                  </a:lnTo>
                  <a:lnTo>
                    <a:pt x="359918" y="24434"/>
                  </a:lnTo>
                  <a:lnTo>
                    <a:pt x="355193" y="23164"/>
                  </a:lnTo>
                  <a:lnTo>
                    <a:pt x="344347" y="23164"/>
                  </a:lnTo>
                  <a:lnTo>
                    <a:pt x="322910" y="47193"/>
                  </a:lnTo>
                  <a:lnTo>
                    <a:pt x="322935" y="60858"/>
                  </a:lnTo>
                  <a:lnTo>
                    <a:pt x="344347" y="84874"/>
                  </a:lnTo>
                  <a:lnTo>
                    <a:pt x="355193" y="84874"/>
                  </a:lnTo>
                  <a:lnTo>
                    <a:pt x="376605" y="60858"/>
                  </a:lnTo>
                  <a:lnTo>
                    <a:pt x="376618" y="47193"/>
                  </a:lnTo>
                  <a:close/>
                </a:path>
                <a:path w="633095" h="100329">
                  <a:moveTo>
                    <a:pt x="441109" y="24511"/>
                  </a:moveTo>
                  <a:lnTo>
                    <a:pt x="417601" y="24511"/>
                  </a:lnTo>
                  <a:lnTo>
                    <a:pt x="417601" y="10693"/>
                  </a:lnTo>
                  <a:lnTo>
                    <a:pt x="408241" y="10693"/>
                  </a:lnTo>
                  <a:lnTo>
                    <a:pt x="408241" y="24511"/>
                  </a:lnTo>
                  <a:lnTo>
                    <a:pt x="388747" y="24511"/>
                  </a:lnTo>
                  <a:lnTo>
                    <a:pt x="388747" y="32753"/>
                  </a:lnTo>
                  <a:lnTo>
                    <a:pt x="408241" y="32753"/>
                  </a:lnTo>
                  <a:lnTo>
                    <a:pt x="408241" y="72771"/>
                  </a:lnTo>
                  <a:lnTo>
                    <a:pt x="409651" y="76860"/>
                  </a:lnTo>
                  <a:lnTo>
                    <a:pt x="415302" y="82207"/>
                  </a:lnTo>
                  <a:lnTo>
                    <a:pt x="419569" y="83540"/>
                  </a:lnTo>
                  <a:lnTo>
                    <a:pt x="441109" y="83540"/>
                  </a:lnTo>
                  <a:lnTo>
                    <a:pt x="441109" y="75298"/>
                  </a:lnTo>
                  <a:lnTo>
                    <a:pt x="422694" y="75298"/>
                  </a:lnTo>
                  <a:lnTo>
                    <a:pt x="420763" y="74650"/>
                  </a:lnTo>
                  <a:lnTo>
                    <a:pt x="418236" y="72047"/>
                  </a:lnTo>
                  <a:lnTo>
                    <a:pt x="417601" y="70027"/>
                  </a:lnTo>
                  <a:lnTo>
                    <a:pt x="417601" y="32753"/>
                  </a:lnTo>
                  <a:lnTo>
                    <a:pt x="441109" y="32753"/>
                  </a:lnTo>
                  <a:lnTo>
                    <a:pt x="441109" y="24511"/>
                  </a:lnTo>
                  <a:close/>
                </a:path>
                <a:path w="633095" h="100329">
                  <a:moveTo>
                    <a:pt x="512622" y="35204"/>
                  </a:moveTo>
                  <a:lnTo>
                    <a:pt x="511492" y="27660"/>
                  </a:lnTo>
                  <a:lnTo>
                    <a:pt x="506958" y="15341"/>
                  </a:lnTo>
                  <a:lnTo>
                    <a:pt x="504621" y="12026"/>
                  </a:lnTo>
                  <a:lnTo>
                    <a:pt x="503656" y="10655"/>
                  </a:lnTo>
                  <a:lnTo>
                    <a:pt x="502589" y="9880"/>
                  </a:lnTo>
                  <a:lnTo>
                    <a:pt x="502589" y="37211"/>
                  </a:lnTo>
                  <a:lnTo>
                    <a:pt x="502589" y="49314"/>
                  </a:lnTo>
                  <a:lnTo>
                    <a:pt x="502259" y="52870"/>
                  </a:lnTo>
                  <a:lnTo>
                    <a:pt x="502170" y="53873"/>
                  </a:lnTo>
                  <a:lnTo>
                    <a:pt x="500456" y="61747"/>
                  </a:lnTo>
                  <a:lnTo>
                    <a:pt x="499211" y="65074"/>
                  </a:lnTo>
                  <a:lnTo>
                    <a:pt x="495947" y="70497"/>
                  </a:lnTo>
                  <a:lnTo>
                    <a:pt x="493941" y="72529"/>
                  </a:lnTo>
                  <a:lnTo>
                    <a:pt x="492810" y="73190"/>
                  </a:lnTo>
                  <a:lnTo>
                    <a:pt x="487438" y="59258"/>
                  </a:lnTo>
                  <a:lnTo>
                    <a:pt x="477862" y="59258"/>
                  </a:lnTo>
                  <a:lnTo>
                    <a:pt x="484301" y="75971"/>
                  </a:lnTo>
                  <a:lnTo>
                    <a:pt x="479348" y="75971"/>
                  </a:lnTo>
                  <a:lnTo>
                    <a:pt x="464273" y="51015"/>
                  </a:lnTo>
                  <a:lnTo>
                    <a:pt x="464273" y="37211"/>
                  </a:lnTo>
                  <a:lnTo>
                    <a:pt x="479348" y="12026"/>
                  </a:lnTo>
                  <a:lnTo>
                    <a:pt x="487514" y="12026"/>
                  </a:lnTo>
                  <a:lnTo>
                    <a:pt x="502589" y="37211"/>
                  </a:lnTo>
                  <a:lnTo>
                    <a:pt x="502589" y="9880"/>
                  </a:lnTo>
                  <a:lnTo>
                    <a:pt x="494969" y="4267"/>
                  </a:lnTo>
                  <a:lnTo>
                    <a:pt x="489673" y="2679"/>
                  </a:lnTo>
                  <a:lnTo>
                    <a:pt x="477202" y="2679"/>
                  </a:lnTo>
                  <a:lnTo>
                    <a:pt x="454253" y="35204"/>
                  </a:lnTo>
                  <a:lnTo>
                    <a:pt x="454253" y="52870"/>
                  </a:lnTo>
                  <a:lnTo>
                    <a:pt x="455383" y="60337"/>
                  </a:lnTo>
                  <a:lnTo>
                    <a:pt x="459867" y="72529"/>
                  </a:lnTo>
                  <a:lnTo>
                    <a:pt x="459917" y="72669"/>
                  </a:lnTo>
                  <a:lnTo>
                    <a:pt x="463219" y="77343"/>
                  </a:lnTo>
                  <a:lnTo>
                    <a:pt x="471906" y="83731"/>
                  </a:lnTo>
                  <a:lnTo>
                    <a:pt x="477202" y="85331"/>
                  </a:lnTo>
                  <a:lnTo>
                    <a:pt x="487908" y="85331"/>
                  </a:lnTo>
                  <a:lnTo>
                    <a:pt x="492340" y="96799"/>
                  </a:lnTo>
                  <a:lnTo>
                    <a:pt x="501929" y="96799"/>
                  </a:lnTo>
                  <a:lnTo>
                    <a:pt x="497497" y="85331"/>
                  </a:lnTo>
                  <a:lnTo>
                    <a:pt x="496455" y="82626"/>
                  </a:lnTo>
                  <a:lnTo>
                    <a:pt x="503656" y="77343"/>
                  </a:lnTo>
                  <a:lnTo>
                    <a:pt x="506958" y="72669"/>
                  </a:lnTo>
                  <a:lnTo>
                    <a:pt x="511492" y="60337"/>
                  </a:lnTo>
                  <a:lnTo>
                    <a:pt x="512622" y="52870"/>
                  </a:lnTo>
                  <a:lnTo>
                    <a:pt x="512622" y="35204"/>
                  </a:lnTo>
                  <a:close/>
                </a:path>
                <a:path w="633095" h="100329">
                  <a:moveTo>
                    <a:pt x="580783" y="83540"/>
                  </a:moveTo>
                  <a:lnTo>
                    <a:pt x="573938" y="61036"/>
                  </a:lnTo>
                  <a:lnTo>
                    <a:pt x="571093" y="51689"/>
                  </a:lnTo>
                  <a:lnTo>
                    <a:pt x="561365" y="19710"/>
                  </a:lnTo>
                  <a:lnTo>
                    <a:pt x="561365" y="51689"/>
                  </a:lnTo>
                  <a:lnTo>
                    <a:pt x="539165" y="51689"/>
                  </a:lnTo>
                  <a:lnTo>
                    <a:pt x="550265" y="13144"/>
                  </a:lnTo>
                  <a:lnTo>
                    <a:pt x="561365" y="51689"/>
                  </a:lnTo>
                  <a:lnTo>
                    <a:pt x="561365" y="19710"/>
                  </a:lnTo>
                  <a:lnTo>
                    <a:pt x="559371" y="13144"/>
                  </a:lnTo>
                  <a:lnTo>
                    <a:pt x="556729" y="4457"/>
                  </a:lnTo>
                  <a:lnTo>
                    <a:pt x="543814" y="4457"/>
                  </a:lnTo>
                  <a:lnTo>
                    <a:pt x="519747" y="83540"/>
                  </a:lnTo>
                  <a:lnTo>
                    <a:pt x="529996" y="83540"/>
                  </a:lnTo>
                  <a:lnTo>
                    <a:pt x="536473" y="61036"/>
                  </a:lnTo>
                  <a:lnTo>
                    <a:pt x="564057" y="61036"/>
                  </a:lnTo>
                  <a:lnTo>
                    <a:pt x="570547" y="83540"/>
                  </a:lnTo>
                  <a:lnTo>
                    <a:pt x="580783" y="83540"/>
                  </a:lnTo>
                  <a:close/>
                </a:path>
                <a:path w="633095" h="100329">
                  <a:moveTo>
                    <a:pt x="632701" y="42481"/>
                  </a:moveTo>
                  <a:lnTo>
                    <a:pt x="616661" y="5130"/>
                  </a:lnTo>
                  <a:lnTo>
                    <a:pt x="610870" y="0"/>
                  </a:lnTo>
                  <a:lnTo>
                    <a:pt x="601510" y="0"/>
                  </a:lnTo>
                  <a:lnTo>
                    <a:pt x="607072" y="5270"/>
                  </a:lnTo>
                  <a:lnTo>
                    <a:pt x="611416" y="10579"/>
                  </a:lnTo>
                  <a:lnTo>
                    <a:pt x="617664" y="21272"/>
                  </a:lnTo>
                  <a:lnTo>
                    <a:pt x="619848" y="26606"/>
                  </a:lnTo>
                  <a:lnTo>
                    <a:pt x="622376" y="37223"/>
                  </a:lnTo>
                  <a:lnTo>
                    <a:pt x="623011" y="42557"/>
                  </a:lnTo>
                  <a:lnTo>
                    <a:pt x="623011" y="53251"/>
                  </a:lnTo>
                  <a:lnTo>
                    <a:pt x="607072" y="90449"/>
                  </a:lnTo>
                  <a:lnTo>
                    <a:pt x="601510" y="95796"/>
                  </a:lnTo>
                  <a:lnTo>
                    <a:pt x="610870" y="95796"/>
                  </a:lnTo>
                  <a:lnTo>
                    <a:pt x="632079" y="58724"/>
                  </a:lnTo>
                  <a:lnTo>
                    <a:pt x="632701" y="53314"/>
                  </a:lnTo>
                  <a:lnTo>
                    <a:pt x="632701" y="42481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92846" y="4089731"/>
              <a:ext cx="788419" cy="9590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565031" y="4089841"/>
              <a:ext cx="251741" cy="8042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895859" y="4089731"/>
              <a:ext cx="450015" cy="80534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2440557" y="4085386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31188" y="0"/>
                  </a:moveTo>
                  <a:lnTo>
                    <a:pt x="21831" y="0"/>
                  </a:lnTo>
                  <a:lnTo>
                    <a:pt x="16040" y="5124"/>
                  </a:lnTo>
                  <a:lnTo>
                    <a:pt x="0" y="42476"/>
                  </a:lnTo>
                  <a:lnTo>
                    <a:pt x="0" y="53318"/>
                  </a:lnTo>
                  <a:lnTo>
                    <a:pt x="16040" y="90671"/>
                  </a:lnTo>
                  <a:lnTo>
                    <a:pt x="21831" y="95796"/>
                  </a:lnTo>
                  <a:lnTo>
                    <a:pt x="31188" y="95796"/>
                  </a:lnTo>
                  <a:lnTo>
                    <a:pt x="25619" y="90449"/>
                  </a:lnTo>
                  <a:lnTo>
                    <a:pt x="21275" y="85120"/>
                  </a:lnTo>
                  <a:lnTo>
                    <a:pt x="15036" y="74502"/>
                  </a:lnTo>
                  <a:lnTo>
                    <a:pt x="12846" y="69192"/>
                  </a:lnTo>
                  <a:lnTo>
                    <a:pt x="10321" y="58572"/>
                  </a:lnTo>
                  <a:lnTo>
                    <a:pt x="9690" y="53244"/>
                  </a:lnTo>
                  <a:lnTo>
                    <a:pt x="9690" y="42551"/>
                  </a:lnTo>
                  <a:lnTo>
                    <a:pt x="25619" y="5273"/>
                  </a:lnTo>
                  <a:lnTo>
                    <a:pt x="31188" y="0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495138" y="4088060"/>
              <a:ext cx="458035" cy="82651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2975229" y="4085386"/>
              <a:ext cx="180975" cy="95885"/>
            </a:xfrm>
            <a:custGeom>
              <a:avLst/>
              <a:gdLst/>
              <a:ahLst/>
              <a:cxnLst/>
              <a:rect l="l" t="t" r="r" b="b"/>
              <a:pathLst>
                <a:path w="180975" h="95885">
                  <a:moveTo>
                    <a:pt x="31178" y="42481"/>
                  </a:moveTo>
                  <a:lnTo>
                    <a:pt x="15138" y="5130"/>
                  </a:lnTo>
                  <a:lnTo>
                    <a:pt x="9347" y="0"/>
                  </a:lnTo>
                  <a:lnTo>
                    <a:pt x="0" y="0"/>
                  </a:lnTo>
                  <a:lnTo>
                    <a:pt x="5562" y="5283"/>
                  </a:lnTo>
                  <a:lnTo>
                    <a:pt x="9906" y="10591"/>
                  </a:lnTo>
                  <a:lnTo>
                    <a:pt x="16141" y="21285"/>
                  </a:lnTo>
                  <a:lnTo>
                    <a:pt x="18338" y="26606"/>
                  </a:lnTo>
                  <a:lnTo>
                    <a:pt x="20866" y="37223"/>
                  </a:lnTo>
                  <a:lnTo>
                    <a:pt x="21488" y="42557"/>
                  </a:lnTo>
                  <a:lnTo>
                    <a:pt x="21488" y="53251"/>
                  </a:lnTo>
                  <a:lnTo>
                    <a:pt x="5562" y="90449"/>
                  </a:lnTo>
                  <a:lnTo>
                    <a:pt x="0" y="95796"/>
                  </a:lnTo>
                  <a:lnTo>
                    <a:pt x="9347" y="95796"/>
                  </a:lnTo>
                  <a:lnTo>
                    <a:pt x="30568" y="58724"/>
                  </a:lnTo>
                  <a:lnTo>
                    <a:pt x="31178" y="53327"/>
                  </a:lnTo>
                  <a:lnTo>
                    <a:pt x="31178" y="42481"/>
                  </a:lnTo>
                  <a:close/>
                </a:path>
                <a:path w="180975" h="95885">
                  <a:moveTo>
                    <a:pt x="180441" y="46672"/>
                  </a:moveTo>
                  <a:lnTo>
                    <a:pt x="118071" y="46672"/>
                  </a:lnTo>
                  <a:lnTo>
                    <a:pt x="118071" y="55372"/>
                  </a:lnTo>
                  <a:lnTo>
                    <a:pt x="180441" y="55372"/>
                  </a:lnTo>
                  <a:lnTo>
                    <a:pt x="180441" y="46672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231761" y="4089731"/>
              <a:ext cx="651965" cy="8053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3964368" y="4108564"/>
              <a:ext cx="118745" cy="62230"/>
            </a:xfrm>
            <a:custGeom>
              <a:avLst/>
              <a:gdLst/>
              <a:ahLst/>
              <a:cxnLst/>
              <a:rect l="l" t="t" r="r" b="b"/>
              <a:pathLst>
                <a:path w="118745" h="62229">
                  <a:moveTo>
                    <a:pt x="57924" y="13589"/>
                  </a:moveTo>
                  <a:lnTo>
                    <a:pt x="57353" y="10744"/>
                  </a:lnTo>
                  <a:lnTo>
                    <a:pt x="57302" y="10477"/>
                  </a:lnTo>
                  <a:lnTo>
                    <a:pt x="57188" y="9867"/>
                  </a:lnTo>
                  <a:lnTo>
                    <a:pt x="57086" y="9359"/>
                  </a:lnTo>
                  <a:lnTo>
                    <a:pt x="56959" y="8737"/>
                  </a:lnTo>
                  <a:lnTo>
                    <a:pt x="56857" y="8242"/>
                  </a:lnTo>
                  <a:lnTo>
                    <a:pt x="52539" y="1625"/>
                  </a:lnTo>
                  <a:lnTo>
                    <a:pt x="49085" y="0"/>
                  </a:lnTo>
                  <a:lnTo>
                    <a:pt x="40767" y="0"/>
                  </a:lnTo>
                  <a:lnTo>
                    <a:pt x="37820" y="1333"/>
                  </a:lnTo>
                  <a:lnTo>
                    <a:pt x="33134" y="6680"/>
                  </a:lnTo>
                  <a:lnTo>
                    <a:pt x="31851" y="9867"/>
                  </a:lnTo>
                  <a:lnTo>
                    <a:pt x="31902" y="12319"/>
                  </a:lnTo>
                  <a:lnTo>
                    <a:pt x="31788" y="10744"/>
                  </a:lnTo>
                  <a:lnTo>
                    <a:pt x="31762" y="10477"/>
                  </a:lnTo>
                  <a:lnTo>
                    <a:pt x="31699" y="10248"/>
                  </a:lnTo>
                  <a:lnTo>
                    <a:pt x="31762" y="10096"/>
                  </a:lnTo>
                  <a:lnTo>
                    <a:pt x="31584" y="9867"/>
                  </a:lnTo>
                  <a:lnTo>
                    <a:pt x="31102" y="8331"/>
                  </a:lnTo>
                  <a:lnTo>
                    <a:pt x="31102" y="13957"/>
                  </a:lnTo>
                  <a:lnTo>
                    <a:pt x="31064" y="14249"/>
                  </a:lnTo>
                  <a:lnTo>
                    <a:pt x="30962" y="14922"/>
                  </a:lnTo>
                  <a:lnTo>
                    <a:pt x="31102" y="13957"/>
                  </a:lnTo>
                  <a:lnTo>
                    <a:pt x="31102" y="8331"/>
                  </a:lnTo>
                  <a:lnTo>
                    <a:pt x="23990" y="0"/>
                  </a:lnTo>
                  <a:lnTo>
                    <a:pt x="17081" y="0"/>
                  </a:lnTo>
                  <a:lnTo>
                    <a:pt x="14224" y="1333"/>
                  </a:lnTo>
                  <a:lnTo>
                    <a:pt x="9893" y="6400"/>
                  </a:lnTo>
                  <a:lnTo>
                    <a:pt x="8775" y="9118"/>
                  </a:lnTo>
                  <a:lnTo>
                    <a:pt x="8775" y="9359"/>
                  </a:lnTo>
                  <a:lnTo>
                    <a:pt x="8470" y="9867"/>
                  </a:lnTo>
                  <a:lnTo>
                    <a:pt x="8572" y="1333"/>
                  </a:lnTo>
                  <a:lnTo>
                    <a:pt x="0" y="1333"/>
                  </a:lnTo>
                  <a:lnTo>
                    <a:pt x="0" y="60375"/>
                  </a:lnTo>
                  <a:lnTo>
                    <a:pt x="9359" y="60375"/>
                  </a:lnTo>
                  <a:lnTo>
                    <a:pt x="9359" y="19380"/>
                  </a:lnTo>
                  <a:lnTo>
                    <a:pt x="9601" y="17449"/>
                  </a:lnTo>
                  <a:lnTo>
                    <a:pt x="9702" y="16637"/>
                  </a:lnTo>
                  <a:lnTo>
                    <a:pt x="10414" y="14478"/>
                  </a:lnTo>
                  <a:lnTo>
                    <a:pt x="11125" y="12319"/>
                  </a:lnTo>
                  <a:lnTo>
                    <a:pt x="12065" y="10744"/>
                  </a:lnTo>
                  <a:lnTo>
                    <a:pt x="14439" y="8737"/>
                  </a:lnTo>
                  <a:lnTo>
                    <a:pt x="15811" y="8242"/>
                  </a:lnTo>
                  <a:lnTo>
                    <a:pt x="19824" y="8242"/>
                  </a:lnTo>
                  <a:lnTo>
                    <a:pt x="21590" y="9359"/>
                  </a:lnTo>
                  <a:lnTo>
                    <a:pt x="23634" y="13589"/>
                  </a:lnTo>
                  <a:lnTo>
                    <a:pt x="23749" y="13804"/>
                  </a:lnTo>
                  <a:lnTo>
                    <a:pt x="24155" y="16637"/>
                  </a:lnTo>
                  <a:lnTo>
                    <a:pt x="24282" y="60375"/>
                  </a:lnTo>
                  <a:lnTo>
                    <a:pt x="33642" y="60375"/>
                  </a:lnTo>
                  <a:lnTo>
                    <a:pt x="33642" y="19380"/>
                  </a:lnTo>
                  <a:lnTo>
                    <a:pt x="33883" y="17449"/>
                  </a:lnTo>
                  <a:lnTo>
                    <a:pt x="40093" y="8242"/>
                  </a:lnTo>
                  <a:lnTo>
                    <a:pt x="44030" y="8242"/>
                  </a:lnTo>
                  <a:lnTo>
                    <a:pt x="48564" y="60375"/>
                  </a:lnTo>
                  <a:lnTo>
                    <a:pt x="57924" y="60375"/>
                  </a:lnTo>
                  <a:lnTo>
                    <a:pt x="57924" y="13589"/>
                  </a:lnTo>
                  <a:close/>
                </a:path>
                <a:path w="118745" h="62229">
                  <a:moveTo>
                    <a:pt x="118516" y="1333"/>
                  </a:moveTo>
                  <a:lnTo>
                    <a:pt x="109156" y="1333"/>
                  </a:lnTo>
                  <a:lnTo>
                    <a:pt x="109156" y="41808"/>
                  </a:lnTo>
                  <a:lnTo>
                    <a:pt x="107873" y="45783"/>
                  </a:lnTo>
                  <a:lnTo>
                    <a:pt x="107823" y="45948"/>
                  </a:lnTo>
                  <a:lnTo>
                    <a:pt x="102476" y="51955"/>
                  </a:lnTo>
                  <a:lnTo>
                    <a:pt x="98844" y="53467"/>
                  </a:lnTo>
                  <a:lnTo>
                    <a:pt x="90004" y="53467"/>
                  </a:lnTo>
                  <a:lnTo>
                    <a:pt x="86868" y="52108"/>
                  </a:lnTo>
                  <a:lnTo>
                    <a:pt x="82778" y="46685"/>
                  </a:lnTo>
                  <a:lnTo>
                    <a:pt x="81762" y="42468"/>
                  </a:lnTo>
                  <a:lnTo>
                    <a:pt x="81762" y="1333"/>
                  </a:lnTo>
                  <a:lnTo>
                    <a:pt x="72402" y="1333"/>
                  </a:lnTo>
                  <a:lnTo>
                    <a:pt x="72529" y="46685"/>
                  </a:lnTo>
                  <a:lnTo>
                    <a:pt x="85801" y="61709"/>
                  </a:lnTo>
                  <a:lnTo>
                    <a:pt x="96723" y="61709"/>
                  </a:lnTo>
                  <a:lnTo>
                    <a:pt x="109613" y="45783"/>
                  </a:lnTo>
                  <a:lnTo>
                    <a:pt x="109613" y="51816"/>
                  </a:lnTo>
                  <a:lnTo>
                    <a:pt x="109613" y="60388"/>
                  </a:lnTo>
                  <a:lnTo>
                    <a:pt x="118516" y="60388"/>
                  </a:lnTo>
                  <a:lnTo>
                    <a:pt x="118516" y="45783"/>
                  </a:lnTo>
                  <a:lnTo>
                    <a:pt x="118516" y="1333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102497" y="4096080"/>
              <a:ext cx="115845" cy="74185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304113" y="4089841"/>
              <a:ext cx="116625" cy="8042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499129" y="4089731"/>
              <a:ext cx="387109" cy="8053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693953" y="4132059"/>
              <a:ext cx="4255135" cy="232410"/>
            </a:xfrm>
            <a:custGeom>
              <a:avLst/>
              <a:gdLst/>
              <a:ahLst/>
              <a:cxnLst/>
              <a:rect l="l" t="t" r="r" b="b"/>
              <a:pathLst>
                <a:path w="4255135" h="232410">
                  <a:moveTo>
                    <a:pt x="49009" y="196456"/>
                  </a:moveTo>
                  <a:lnTo>
                    <a:pt x="22275" y="181533"/>
                  </a:lnTo>
                  <a:lnTo>
                    <a:pt x="19418" y="180886"/>
                  </a:lnTo>
                  <a:lnTo>
                    <a:pt x="15113" y="179476"/>
                  </a:lnTo>
                  <a:lnTo>
                    <a:pt x="13550" y="178523"/>
                  </a:lnTo>
                  <a:lnTo>
                    <a:pt x="11620" y="176149"/>
                  </a:lnTo>
                  <a:lnTo>
                    <a:pt x="11137" y="174548"/>
                  </a:lnTo>
                  <a:lnTo>
                    <a:pt x="11137" y="170027"/>
                  </a:lnTo>
                  <a:lnTo>
                    <a:pt x="12179" y="167906"/>
                  </a:lnTo>
                  <a:lnTo>
                    <a:pt x="16332" y="164490"/>
                  </a:lnTo>
                  <a:lnTo>
                    <a:pt x="19532" y="163639"/>
                  </a:lnTo>
                  <a:lnTo>
                    <a:pt x="26517" y="163639"/>
                  </a:lnTo>
                  <a:lnTo>
                    <a:pt x="38100" y="174332"/>
                  </a:lnTo>
                  <a:lnTo>
                    <a:pt x="47904" y="173659"/>
                  </a:lnTo>
                  <a:lnTo>
                    <a:pt x="28854" y="154724"/>
                  </a:lnTo>
                  <a:lnTo>
                    <a:pt x="19126" y="154724"/>
                  </a:lnTo>
                  <a:lnTo>
                    <a:pt x="1562" y="169138"/>
                  </a:lnTo>
                  <a:lnTo>
                    <a:pt x="1562" y="175742"/>
                  </a:lnTo>
                  <a:lnTo>
                    <a:pt x="28143" y="191109"/>
                  </a:lnTo>
                  <a:lnTo>
                    <a:pt x="31407" y="191871"/>
                  </a:lnTo>
                  <a:lnTo>
                    <a:pt x="35864" y="193433"/>
                  </a:lnTo>
                  <a:lnTo>
                    <a:pt x="37388" y="194386"/>
                  </a:lnTo>
                  <a:lnTo>
                    <a:pt x="39027" y="196608"/>
                  </a:lnTo>
                  <a:lnTo>
                    <a:pt x="39433" y="198018"/>
                  </a:lnTo>
                  <a:lnTo>
                    <a:pt x="39433" y="202399"/>
                  </a:lnTo>
                  <a:lnTo>
                    <a:pt x="38227" y="204368"/>
                  </a:lnTo>
                  <a:lnTo>
                    <a:pt x="33401" y="206895"/>
                  </a:lnTo>
                  <a:lnTo>
                    <a:pt x="29997" y="207530"/>
                  </a:lnTo>
                  <a:lnTo>
                    <a:pt x="20942" y="207530"/>
                  </a:lnTo>
                  <a:lnTo>
                    <a:pt x="17284" y="206489"/>
                  </a:lnTo>
                  <a:lnTo>
                    <a:pt x="12014" y="202323"/>
                  </a:lnTo>
                  <a:lnTo>
                    <a:pt x="10401" y="199466"/>
                  </a:lnTo>
                  <a:lnTo>
                    <a:pt x="9804" y="195834"/>
                  </a:lnTo>
                  <a:lnTo>
                    <a:pt x="0" y="196494"/>
                  </a:lnTo>
                  <a:lnTo>
                    <a:pt x="20497" y="216433"/>
                  </a:lnTo>
                  <a:lnTo>
                    <a:pt x="25615" y="216433"/>
                  </a:lnTo>
                  <a:lnTo>
                    <a:pt x="30073" y="216433"/>
                  </a:lnTo>
                  <a:lnTo>
                    <a:pt x="49009" y="203212"/>
                  </a:lnTo>
                  <a:lnTo>
                    <a:pt x="49009" y="196456"/>
                  </a:lnTo>
                  <a:close/>
                </a:path>
                <a:path w="4255135" h="232410">
                  <a:moveTo>
                    <a:pt x="119189" y="180162"/>
                  </a:moveTo>
                  <a:lnTo>
                    <a:pt x="118300" y="175107"/>
                  </a:lnTo>
                  <a:lnTo>
                    <a:pt x="114731" y="165760"/>
                  </a:lnTo>
                  <a:lnTo>
                    <a:pt x="113182" y="163639"/>
                  </a:lnTo>
                  <a:lnTo>
                    <a:pt x="111963" y="161963"/>
                  </a:lnTo>
                  <a:lnTo>
                    <a:pt x="109385" y="159981"/>
                  </a:lnTo>
                  <a:lnTo>
                    <a:pt x="109385" y="178676"/>
                  </a:lnTo>
                  <a:lnTo>
                    <a:pt x="109385" y="192493"/>
                  </a:lnTo>
                  <a:lnTo>
                    <a:pt x="107924" y="197866"/>
                  </a:lnTo>
                  <a:lnTo>
                    <a:pt x="102057" y="205600"/>
                  </a:lnTo>
                  <a:lnTo>
                    <a:pt x="98018" y="207530"/>
                  </a:lnTo>
                  <a:lnTo>
                    <a:pt x="89484" y="207530"/>
                  </a:lnTo>
                  <a:lnTo>
                    <a:pt x="86512" y="206705"/>
                  </a:lnTo>
                  <a:lnTo>
                    <a:pt x="81457" y="203441"/>
                  </a:lnTo>
                  <a:lnTo>
                    <a:pt x="80645" y="202399"/>
                  </a:lnTo>
                  <a:lnTo>
                    <a:pt x="79527" y="200990"/>
                  </a:lnTo>
                  <a:lnTo>
                    <a:pt x="76860" y="194449"/>
                  </a:lnTo>
                  <a:lnTo>
                    <a:pt x="76288" y="191008"/>
                  </a:lnTo>
                  <a:lnTo>
                    <a:pt x="76288" y="180162"/>
                  </a:lnTo>
                  <a:lnTo>
                    <a:pt x="76873" y="176707"/>
                  </a:lnTo>
                  <a:lnTo>
                    <a:pt x="79629" y="170167"/>
                  </a:lnTo>
                  <a:lnTo>
                    <a:pt x="80213" y="169430"/>
                  </a:lnTo>
                  <a:lnTo>
                    <a:pt x="81559" y="167716"/>
                  </a:lnTo>
                  <a:lnTo>
                    <a:pt x="86537" y="164452"/>
                  </a:lnTo>
                  <a:lnTo>
                    <a:pt x="89484" y="163639"/>
                  </a:lnTo>
                  <a:lnTo>
                    <a:pt x="98018" y="163639"/>
                  </a:lnTo>
                  <a:lnTo>
                    <a:pt x="102057" y="165569"/>
                  </a:lnTo>
                  <a:lnTo>
                    <a:pt x="107924" y="173291"/>
                  </a:lnTo>
                  <a:lnTo>
                    <a:pt x="109385" y="178676"/>
                  </a:lnTo>
                  <a:lnTo>
                    <a:pt x="109385" y="159981"/>
                  </a:lnTo>
                  <a:lnTo>
                    <a:pt x="104470" y="156171"/>
                  </a:lnTo>
                  <a:lnTo>
                    <a:pt x="99656" y="154724"/>
                  </a:lnTo>
                  <a:lnTo>
                    <a:pt x="89255" y="154724"/>
                  </a:lnTo>
                  <a:lnTo>
                    <a:pt x="75742" y="169430"/>
                  </a:lnTo>
                  <a:lnTo>
                    <a:pt x="75666" y="164858"/>
                  </a:lnTo>
                  <a:lnTo>
                    <a:pt x="75603" y="160667"/>
                  </a:lnTo>
                  <a:lnTo>
                    <a:pt x="75526" y="156171"/>
                  </a:lnTo>
                  <a:lnTo>
                    <a:pt x="66840" y="156171"/>
                  </a:lnTo>
                  <a:lnTo>
                    <a:pt x="66840" y="231813"/>
                  </a:lnTo>
                  <a:lnTo>
                    <a:pt x="76187" y="231813"/>
                  </a:lnTo>
                  <a:lnTo>
                    <a:pt x="76111" y="207530"/>
                  </a:lnTo>
                  <a:lnTo>
                    <a:pt x="76187" y="202399"/>
                  </a:lnTo>
                  <a:lnTo>
                    <a:pt x="76187" y="207657"/>
                  </a:lnTo>
                  <a:lnTo>
                    <a:pt x="76771" y="208673"/>
                  </a:lnTo>
                  <a:lnTo>
                    <a:pt x="80403" y="212394"/>
                  </a:lnTo>
                  <a:lnTo>
                    <a:pt x="82638" y="213842"/>
                  </a:lnTo>
                  <a:lnTo>
                    <a:pt x="87909" y="215912"/>
                  </a:lnTo>
                  <a:lnTo>
                    <a:pt x="90741" y="216433"/>
                  </a:lnTo>
                  <a:lnTo>
                    <a:pt x="99656" y="216433"/>
                  </a:lnTo>
                  <a:lnTo>
                    <a:pt x="104470" y="214985"/>
                  </a:lnTo>
                  <a:lnTo>
                    <a:pt x="111963" y="209194"/>
                  </a:lnTo>
                  <a:lnTo>
                    <a:pt x="113080" y="207657"/>
                  </a:lnTo>
                  <a:lnTo>
                    <a:pt x="113182" y="207530"/>
                  </a:lnTo>
                  <a:lnTo>
                    <a:pt x="114731" y="205409"/>
                  </a:lnTo>
                  <a:lnTo>
                    <a:pt x="118300" y="196049"/>
                  </a:lnTo>
                  <a:lnTo>
                    <a:pt x="119189" y="191008"/>
                  </a:lnTo>
                  <a:lnTo>
                    <a:pt x="119189" y="180162"/>
                  </a:lnTo>
                  <a:close/>
                </a:path>
                <a:path w="4255135" h="232410">
                  <a:moveTo>
                    <a:pt x="184569" y="179082"/>
                  </a:moveTo>
                  <a:lnTo>
                    <a:pt x="183705" y="174739"/>
                  </a:lnTo>
                  <a:lnTo>
                    <a:pt x="183667" y="174510"/>
                  </a:lnTo>
                  <a:lnTo>
                    <a:pt x="183553" y="173926"/>
                  </a:lnTo>
                  <a:lnTo>
                    <a:pt x="183464" y="173482"/>
                  </a:lnTo>
                  <a:lnTo>
                    <a:pt x="179006" y="164274"/>
                  </a:lnTo>
                  <a:lnTo>
                    <a:pt x="178447" y="163639"/>
                  </a:lnTo>
                  <a:lnTo>
                    <a:pt x="175920" y="160756"/>
                  </a:lnTo>
                  <a:lnTo>
                    <a:pt x="174320" y="159778"/>
                  </a:lnTo>
                  <a:lnTo>
                    <a:pt x="174320" y="180238"/>
                  </a:lnTo>
                  <a:lnTo>
                    <a:pt x="141579" y="180238"/>
                  </a:lnTo>
                  <a:lnTo>
                    <a:pt x="142392" y="174739"/>
                  </a:lnTo>
                  <a:lnTo>
                    <a:pt x="144272" y="170599"/>
                  </a:lnTo>
                  <a:lnTo>
                    <a:pt x="150139" y="165036"/>
                  </a:lnTo>
                  <a:lnTo>
                    <a:pt x="153873" y="163639"/>
                  </a:lnTo>
                  <a:lnTo>
                    <a:pt x="162775" y="163639"/>
                  </a:lnTo>
                  <a:lnTo>
                    <a:pt x="174320" y="180238"/>
                  </a:lnTo>
                  <a:lnTo>
                    <a:pt x="174320" y="159778"/>
                  </a:lnTo>
                  <a:lnTo>
                    <a:pt x="168173" y="156006"/>
                  </a:lnTo>
                  <a:lnTo>
                    <a:pt x="168325" y="156006"/>
                  </a:lnTo>
                  <a:lnTo>
                    <a:pt x="163525" y="154724"/>
                  </a:lnTo>
                  <a:lnTo>
                    <a:pt x="152971" y="154724"/>
                  </a:lnTo>
                  <a:lnTo>
                    <a:pt x="148285" y="156006"/>
                  </a:lnTo>
                  <a:lnTo>
                    <a:pt x="131775" y="191820"/>
                  </a:lnTo>
                  <a:lnTo>
                    <a:pt x="132867" y="197256"/>
                  </a:lnTo>
                  <a:lnTo>
                    <a:pt x="153276" y="216433"/>
                  </a:lnTo>
                  <a:lnTo>
                    <a:pt x="165074" y="216433"/>
                  </a:lnTo>
                  <a:lnTo>
                    <a:pt x="183565" y="198386"/>
                  </a:lnTo>
                  <a:lnTo>
                    <a:pt x="173545" y="197612"/>
                  </a:lnTo>
                  <a:lnTo>
                    <a:pt x="172580" y="200583"/>
                  </a:lnTo>
                  <a:lnTo>
                    <a:pt x="170853" y="202971"/>
                  </a:lnTo>
                  <a:lnTo>
                    <a:pt x="165874" y="206616"/>
                  </a:lnTo>
                  <a:lnTo>
                    <a:pt x="162699" y="207530"/>
                  </a:lnTo>
                  <a:lnTo>
                    <a:pt x="153720" y="207530"/>
                  </a:lnTo>
                  <a:lnTo>
                    <a:pt x="149656" y="205930"/>
                  </a:lnTo>
                  <a:lnTo>
                    <a:pt x="143637" y="199542"/>
                  </a:lnTo>
                  <a:lnTo>
                    <a:pt x="141947" y="194792"/>
                  </a:lnTo>
                  <a:lnTo>
                    <a:pt x="141579" y="188480"/>
                  </a:lnTo>
                  <a:lnTo>
                    <a:pt x="184569" y="188480"/>
                  </a:lnTo>
                  <a:lnTo>
                    <a:pt x="184569" y="180238"/>
                  </a:lnTo>
                  <a:lnTo>
                    <a:pt x="184569" y="179082"/>
                  </a:lnTo>
                  <a:close/>
                </a:path>
                <a:path w="4255135" h="232410">
                  <a:moveTo>
                    <a:pt x="251739" y="194830"/>
                  </a:moveTo>
                  <a:lnTo>
                    <a:pt x="241935" y="194157"/>
                  </a:lnTo>
                  <a:lnTo>
                    <a:pt x="241046" y="198615"/>
                  </a:lnTo>
                  <a:lnTo>
                    <a:pt x="239217" y="201955"/>
                  </a:lnTo>
                  <a:lnTo>
                    <a:pt x="233641" y="206413"/>
                  </a:lnTo>
                  <a:lnTo>
                    <a:pt x="230352" y="207530"/>
                  </a:lnTo>
                  <a:lnTo>
                    <a:pt x="221145" y="207530"/>
                  </a:lnTo>
                  <a:lnTo>
                    <a:pt x="216890" y="205574"/>
                  </a:lnTo>
                  <a:lnTo>
                    <a:pt x="210731" y="197777"/>
                  </a:lnTo>
                  <a:lnTo>
                    <a:pt x="209194" y="192417"/>
                  </a:lnTo>
                  <a:lnTo>
                    <a:pt x="209194" y="178752"/>
                  </a:lnTo>
                  <a:lnTo>
                    <a:pt x="210731" y="173380"/>
                  </a:lnTo>
                  <a:lnTo>
                    <a:pt x="216890" y="165582"/>
                  </a:lnTo>
                  <a:lnTo>
                    <a:pt x="221145" y="163639"/>
                  </a:lnTo>
                  <a:lnTo>
                    <a:pt x="230352" y="163639"/>
                  </a:lnTo>
                  <a:lnTo>
                    <a:pt x="233565" y="164693"/>
                  </a:lnTo>
                  <a:lnTo>
                    <a:pt x="238836" y="168935"/>
                  </a:lnTo>
                  <a:lnTo>
                    <a:pt x="240601" y="171958"/>
                  </a:lnTo>
                  <a:lnTo>
                    <a:pt x="241490" y="175895"/>
                  </a:lnTo>
                  <a:lnTo>
                    <a:pt x="251294" y="175221"/>
                  </a:lnTo>
                  <a:lnTo>
                    <a:pt x="230949" y="154724"/>
                  </a:lnTo>
                  <a:lnTo>
                    <a:pt x="221068" y="154724"/>
                  </a:lnTo>
                  <a:lnTo>
                    <a:pt x="199390" y="179349"/>
                  </a:lnTo>
                  <a:lnTo>
                    <a:pt x="199390" y="191820"/>
                  </a:lnTo>
                  <a:lnTo>
                    <a:pt x="221068" y="216433"/>
                  </a:lnTo>
                  <a:lnTo>
                    <a:pt x="226568" y="216433"/>
                  </a:lnTo>
                  <a:lnTo>
                    <a:pt x="230949" y="216433"/>
                  </a:lnTo>
                  <a:lnTo>
                    <a:pt x="250926" y="199212"/>
                  </a:lnTo>
                  <a:lnTo>
                    <a:pt x="251739" y="194830"/>
                  </a:lnTo>
                  <a:close/>
                </a:path>
                <a:path w="4255135" h="232410">
                  <a:moveTo>
                    <a:pt x="299974" y="135902"/>
                  </a:moveTo>
                  <a:lnTo>
                    <a:pt x="290169" y="135902"/>
                  </a:lnTo>
                  <a:lnTo>
                    <a:pt x="290169" y="146812"/>
                  </a:lnTo>
                  <a:lnTo>
                    <a:pt x="299974" y="146812"/>
                  </a:lnTo>
                  <a:lnTo>
                    <a:pt x="299974" y="135902"/>
                  </a:lnTo>
                  <a:close/>
                </a:path>
                <a:path w="4255135" h="232410">
                  <a:moveTo>
                    <a:pt x="320802" y="206857"/>
                  </a:moveTo>
                  <a:lnTo>
                    <a:pt x="300418" y="206857"/>
                  </a:lnTo>
                  <a:lnTo>
                    <a:pt x="300418" y="164299"/>
                  </a:lnTo>
                  <a:lnTo>
                    <a:pt x="300418" y="159740"/>
                  </a:lnTo>
                  <a:lnTo>
                    <a:pt x="300418" y="156057"/>
                  </a:lnTo>
                  <a:lnTo>
                    <a:pt x="268452" y="156057"/>
                  </a:lnTo>
                  <a:lnTo>
                    <a:pt x="268452" y="164299"/>
                  </a:lnTo>
                  <a:lnTo>
                    <a:pt x="291058" y="164299"/>
                  </a:lnTo>
                  <a:lnTo>
                    <a:pt x="291058" y="206857"/>
                  </a:lnTo>
                  <a:lnTo>
                    <a:pt x="267335" y="206857"/>
                  </a:lnTo>
                  <a:lnTo>
                    <a:pt x="267335" y="215099"/>
                  </a:lnTo>
                  <a:lnTo>
                    <a:pt x="320802" y="215099"/>
                  </a:lnTo>
                  <a:lnTo>
                    <a:pt x="320802" y="206857"/>
                  </a:lnTo>
                  <a:close/>
                </a:path>
                <a:path w="4255135" h="232410">
                  <a:moveTo>
                    <a:pt x="384302" y="136017"/>
                  </a:moveTo>
                  <a:lnTo>
                    <a:pt x="359791" y="136017"/>
                  </a:lnTo>
                  <a:lnTo>
                    <a:pt x="355650" y="137401"/>
                  </a:lnTo>
                  <a:lnTo>
                    <a:pt x="350227" y="142976"/>
                  </a:lnTo>
                  <a:lnTo>
                    <a:pt x="348869" y="147002"/>
                  </a:lnTo>
                  <a:lnTo>
                    <a:pt x="348869" y="156057"/>
                  </a:lnTo>
                  <a:lnTo>
                    <a:pt x="333057" y="156057"/>
                  </a:lnTo>
                  <a:lnTo>
                    <a:pt x="333057" y="164299"/>
                  </a:lnTo>
                  <a:lnTo>
                    <a:pt x="348869" y="164299"/>
                  </a:lnTo>
                  <a:lnTo>
                    <a:pt x="348869" y="215099"/>
                  </a:lnTo>
                  <a:lnTo>
                    <a:pt x="358228" y="215099"/>
                  </a:lnTo>
                  <a:lnTo>
                    <a:pt x="358228" y="164299"/>
                  </a:lnTo>
                  <a:lnTo>
                    <a:pt x="383184" y="164299"/>
                  </a:lnTo>
                  <a:lnTo>
                    <a:pt x="383184" y="156057"/>
                  </a:lnTo>
                  <a:lnTo>
                    <a:pt x="358228" y="156057"/>
                  </a:lnTo>
                  <a:lnTo>
                    <a:pt x="358228" y="149821"/>
                  </a:lnTo>
                  <a:lnTo>
                    <a:pt x="358838" y="147878"/>
                  </a:lnTo>
                  <a:lnTo>
                    <a:pt x="361289" y="144983"/>
                  </a:lnTo>
                  <a:lnTo>
                    <a:pt x="363054" y="144259"/>
                  </a:lnTo>
                  <a:lnTo>
                    <a:pt x="384302" y="144259"/>
                  </a:lnTo>
                  <a:lnTo>
                    <a:pt x="384302" y="136017"/>
                  </a:lnTo>
                  <a:close/>
                </a:path>
                <a:path w="4255135" h="232410">
                  <a:moveTo>
                    <a:pt x="433641" y="135902"/>
                  </a:moveTo>
                  <a:lnTo>
                    <a:pt x="423837" y="135902"/>
                  </a:lnTo>
                  <a:lnTo>
                    <a:pt x="423837" y="146812"/>
                  </a:lnTo>
                  <a:lnTo>
                    <a:pt x="433641" y="146812"/>
                  </a:lnTo>
                  <a:lnTo>
                    <a:pt x="433641" y="135902"/>
                  </a:lnTo>
                  <a:close/>
                </a:path>
                <a:path w="4255135" h="232410">
                  <a:moveTo>
                    <a:pt x="454469" y="206857"/>
                  </a:moveTo>
                  <a:lnTo>
                    <a:pt x="434086" y="206857"/>
                  </a:lnTo>
                  <a:lnTo>
                    <a:pt x="434086" y="164299"/>
                  </a:lnTo>
                  <a:lnTo>
                    <a:pt x="434086" y="159740"/>
                  </a:lnTo>
                  <a:lnTo>
                    <a:pt x="434086" y="156057"/>
                  </a:lnTo>
                  <a:lnTo>
                    <a:pt x="402120" y="156057"/>
                  </a:lnTo>
                  <a:lnTo>
                    <a:pt x="402120" y="164299"/>
                  </a:lnTo>
                  <a:lnTo>
                    <a:pt x="424726" y="164299"/>
                  </a:lnTo>
                  <a:lnTo>
                    <a:pt x="424726" y="206857"/>
                  </a:lnTo>
                  <a:lnTo>
                    <a:pt x="401002" y="206857"/>
                  </a:lnTo>
                  <a:lnTo>
                    <a:pt x="401002" y="215099"/>
                  </a:lnTo>
                  <a:lnTo>
                    <a:pt x="454469" y="215099"/>
                  </a:lnTo>
                  <a:lnTo>
                    <a:pt x="454469" y="206857"/>
                  </a:lnTo>
                  <a:close/>
                </a:path>
                <a:path w="4255135" h="232410">
                  <a:moveTo>
                    <a:pt x="519074" y="194830"/>
                  </a:moveTo>
                  <a:lnTo>
                    <a:pt x="509270" y="194157"/>
                  </a:lnTo>
                  <a:lnTo>
                    <a:pt x="508381" y="198615"/>
                  </a:lnTo>
                  <a:lnTo>
                    <a:pt x="506552" y="201955"/>
                  </a:lnTo>
                  <a:lnTo>
                    <a:pt x="500976" y="206413"/>
                  </a:lnTo>
                  <a:lnTo>
                    <a:pt x="497687" y="207530"/>
                  </a:lnTo>
                  <a:lnTo>
                    <a:pt x="488480" y="207530"/>
                  </a:lnTo>
                  <a:lnTo>
                    <a:pt x="484238" y="205574"/>
                  </a:lnTo>
                  <a:lnTo>
                    <a:pt x="478066" y="197777"/>
                  </a:lnTo>
                  <a:lnTo>
                    <a:pt x="476529" y="192417"/>
                  </a:lnTo>
                  <a:lnTo>
                    <a:pt x="476529" y="178752"/>
                  </a:lnTo>
                  <a:lnTo>
                    <a:pt x="478066" y="173380"/>
                  </a:lnTo>
                  <a:lnTo>
                    <a:pt x="484238" y="165582"/>
                  </a:lnTo>
                  <a:lnTo>
                    <a:pt x="488480" y="163639"/>
                  </a:lnTo>
                  <a:lnTo>
                    <a:pt x="497687" y="163639"/>
                  </a:lnTo>
                  <a:lnTo>
                    <a:pt x="500900" y="164693"/>
                  </a:lnTo>
                  <a:lnTo>
                    <a:pt x="506171" y="168935"/>
                  </a:lnTo>
                  <a:lnTo>
                    <a:pt x="507936" y="171958"/>
                  </a:lnTo>
                  <a:lnTo>
                    <a:pt x="508825" y="175895"/>
                  </a:lnTo>
                  <a:lnTo>
                    <a:pt x="518629" y="175221"/>
                  </a:lnTo>
                  <a:lnTo>
                    <a:pt x="498284" y="154724"/>
                  </a:lnTo>
                  <a:lnTo>
                    <a:pt x="488403" y="154724"/>
                  </a:lnTo>
                  <a:lnTo>
                    <a:pt x="466725" y="179349"/>
                  </a:lnTo>
                  <a:lnTo>
                    <a:pt x="466725" y="191820"/>
                  </a:lnTo>
                  <a:lnTo>
                    <a:pt x="488403" y="216433"/>
                  </a:lnTo>
                  <a:lnTo>
                    <a:pt x="493903" y="216433"/>
                  </a:lnTo>
                  <a:lnTo>
                    <a:pt x="498284" y="216433"/>
                  </a:lnTo>
                  <a:lnTo>
                    <a:pt x="518261" y="199212"/>
                  </a:lnTo>
                  <a:lnTo>
                    <a:pt x="519074" y="194830"/>
                  </a:lnTo>
                  <a:close/>
                </a:path>
                <a:path w="4255135" h="232410">
                  <a:moveTo>
                    <a:pt x="566089" y="201510"/>
                  </a:moveTo>
                  <a:lnTo>
                    <a:pt x="552272" y="201510"/>
                  </a:lnTo>
                  <a:lnTo>
                    <a:pt x="552272" y="215099"/>
                  </a:lnTo>
                  <a:lnTo>
                    <a:pt x="566089" y="215099"/>
                  </a:lnTo>
                  <a:lnTo>
                    <a:pt x="566089" y="201510"/>
                  </a:lnTo>
                  <a:close/>
                </a:path>
                <a:path w="4255135" h="232410">
                  <a:moveTo>
                    <a:pt x="4255109" y="0"/>
                  </a:moveTo>
                  <a:lnTo>
                    <a:pt x="4215003" y="0"/>
                  </a:lnTo>
                  <a:lnTo>
                    <a:pt x="4215003" y="8801"/>
                  </a:lnTo>
                  <a:lnTo>
                    <a:pt x="4255109" y="8801"/>
                  </a:lnTo>
                  <a:lnTo>
                    <a:pt x="4255109" y="0"/>
                  </a:lnTo>
                  <a:close/>
                </a:path>
              </a:pathLst>
            </a:custGeom>
            <a:solidFill>
              <a:srgbClr val="065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556950" y="4542086"/>
            <a:ext cx="4678680" cy="690880"/>
            <a:chOff x="556950" y="4542086"/>
            <a:chExt cx="4678680" cy="690880"/>
          </a:xfrm>
        </p:grpSpPr>
        <p:sp>
          <p:nvSpPr>
            <p:cNvPr id="101" name="object 101"/>
            <p:cNvSpPr/>
            <p:nvPr/>
          </p:nvSpPr>
          <p:spPr>
            <a:xfrm>
              <a:off x="570874" y="4542086"/>
              <a:ext cx="4664710" cy="690880"/>
            </a:xfrm>
            <a:custGeom>
              <a:avLst/>
              <a:gdLst/>
              <a:ahLst/>
              <a:cxnLst/>
              <a:rect l="l" t="t" r="r" b="b"/>
              <a:pathLst>
                <a:path w="4664710" h="690879">
                  <a:moveTo>
                    <a:pt x="4625812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4625812" y="690606"/>
                  </a:lnTo>
                  <a:lnTo>
                    <a:pt x="4658806" y="668557"/>
                  </a:lnTo>
                  <a:lnTo>
                    <a:pt x="4664460" y="651972"/>
                  </a:lnTo>
                  <a:lnTo>
                    <a:pt x="4664460" y="38641"/>
                  </a:lnTo>
                  <a:lnTo>
                    <a:pt x="4642413" y="5647"/>
                  </a:lnTo>
                  <a:lnTo>
                    <a:pt x="4625812" y="0"/>
                  </a:lnTo>
                  <a:close/>
                </a:path>
              </a:pathLst>
            </a:custGeom>
            <a:solidFill>
              <a:srgbClr val="FFF0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56950" y="4542086"/>
              <a:ext cx="27940" cy="690880"/>
            </a:xfrm>
            <a:custGeom>
              <a:avLst/>
              <a:gdLst/>
              <a:ahLst/>
              <a:cxnLst/>
              <a:rect l="l" t="t" r="r" b="b"/>
              <a:pathLst>
                <a:path w="27940" h="690879">
                  <a:moveTo>
                    <a:pt x="27847" y="0"/>
                  </a:moveTo>
                  <a:lnTo>
                    <a:pt x="0" y="0"/>
                  </a:lnTo>
                  <a:lnTo>
                    <a:pt x="0" y="690618"/>
                  </a:lnTo>
                  <a:lnTo>
                    <a:pt x="27847" y="690618"/>
                  </a:lnTo>
                  <a:lnTo>
                    <a:pt x="27847" y="0"/>
                  </a:lnTo>
                  <a:close/>
                </a:path>
              </a:pathLst>
            </a:custGeom>
            <a:solidFill>
              <a:srgbClr val="E11D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89682" y="4667289"/>
              <a:ext cx="257353" cy="8265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027234" y="4667957"/>
              <a:ext cx="521298" cy="81537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1626057" y="4687125"/>
              <a:ext cx="324485" cy="62865"/>
            </a:xfrm>
            <a:custGeom>
              <a:avLst/>
              <a:gdLst/>
              <a:ahLst/>
              <a:cxnLst/>
              <a:rect l="l" t="t" r="r" b="b"/>
              <a:pathLst>
                <a:path w="324485" h="62864">
                  <a:moveTo>
                    <a:pt x="56134" y="25107"/>
                  </a:moveTo>
                  <a:lnTo>
                    <a:pt x="39954" y="2209"/>
                  </a:lnTo>
                  <a:lnTo>
                    <a:pt x="39954" y="25107"/>
                  </a:lnTo>
                  <a:lnTo>
                    <a:pt x="15722" y="25107"/>
                  </a:lnTo>
                  <a:lnTo>
                    <a:pt x="16294" y="21170"/>
                  </a:lnTo>
                  <a:lnTo>
                    <a:pt x="17640" y="18275"/>
                  </a:lnTo>
                  <a:lnTo>
                    <a:pt x="21894" y="14312"/>
                  </a:lnTo>
                  <a:lnTo>
                    <a:pt x="24650" y="13322"/>
                  </a:lnTo>
                  <a:lnTo>
                    <a:pt x="31330" y="13322"/>
                  </a:lnTo>
                  <a:lnTo>
                    <a:pt x="34086" y="14312"/>
                  </a:lnTo>
                  <a:lnTo>
                    <a:pt x="38379" y="18275"/>
                  </a:lnTo>
                  <a:lnTo>
                    <a:pt x="39585" y="21170"/>
                  </a:lnTo>
                  <a:lnTo>
                    <a:pt x="39954" y="25107"/>
                  </a:lnTo>
                  <a:lnTo>
                    <a:pt x="39954" y="2209"/>
                  </a:lnTo>
                  <a:lnTo>
                    <a:pt x="38506" y="1308"/>
                  </a:lnTo>
                  <a:lnTo>
                    <a:pt x="33629" y="0"/>
                  </a:lnTo>
                  <a:lnTo>
                    <a:pt x="22555" y="0"/>
                  </a:lnTo>
                  <a:lnTo>
                    <a:pt x="0" y="25107"/>
                  </a:lnTo>
                  <a:lnTo>
                    <a:pt x="0" y="37515"/>
                  </a:lnTo>
                  <a:lnTo>
                    <a:pt x="22758" y="62369"/>
                  </a:lnTo>
                  <a:lnTo>
                    <a:pt x="35064" y="62369"/>
                  </a:lnTo>
                  <a:lnTo>
                    <a:pt x="54927" y="42799"/>
                  </a:lnTo>
                  <a:lnTo>
                    <a:pt x="39763" y="41744"/>
                  </a:lnTo>
                  <a:lnTo>
                    <a:pt x="39014" y="43954"/>
                  </a:lnTo>
                  <a:lnTo>
                    <a:pt x="37680" y="45732"/>
                  </a:lnTo>
                  <a:lnTo>
                    <a:pt x="33820" y="48387"/>
                  </a:lnTo>
                  <a:lnTo>
                    <a:pt x="31457" y="49047"/>
                  </a:lnTo>
                  <a:lnTo>
                    <a:pt x="24968" y="49047"/>
                  </a:lnTo>
                  <a:lnTo>
                    <a:pt x="21945" y="47866"/>
                  </a:lnTo>
                  <a:lnTo>
                    <a:pt x="17272" y="43129"/>
                  </a:lnTo>
                  <a:lnTo>
                    <a:pt x="15913" y="39725"/>
                  </a:lnTo>
                  <a:lnTo>
                    <a:pt x="15544" y="35280"/>
                  </a:lnTo>
                  <a:lnTo>
                    <a:pt x="56134" y="35280"/>
                  </a:lnTo>
                  <a:lnTo>
                    <a:pt x="56134" y="25107"/>
                  </a:lnTo>
                  <a:close/>
                </a:path>
                <a:path w="324485" h="62864">
                  <a:moveTo>
                    <a:pt x="123634" y="1333"/>
                  </a:moveTo>
                  <a:lnTo>
                    <a:pt x="105371" y="1333"/>
                  </a:lnTo>
                  <a:lnTo>
                    <a:pt x="101739" y="2768"/>
                  </a:lnTo>
                  <a:lnTo>
                    <a:pt x="96913" y="8496"/>
                  </a:lnTo>
                  <a:lnTo>
                    <a:pt x="96088" y="10909"/>
                  </a:lnTo>
                  <a:lnTo>
                    <a:pt x="96088" y="16611"/>
                  </a:lnTo>
                  <a:lnTo>
                    <a:pt x="95910" y="14160"/>
                  </a:lnTo>
                  <a:lnTo>
                    <a:pt x="96062" y="16103"/>
                  </a:lnTo>
                  <a:lnTo>
                    <a:pt x="96088" y="16611"/>
                  </a:lnTo>
                  <a:lnTo>
                    <a:pt x="96088" y="10909"/>
                  </a:lnTo>
                  <a:lnTo>
                    <a:pt x="95745" y="11899"/>
                  </a:lnTo>
                  <a:lnTo>
                    <a:pt x="95491" y="8496"/>
                  </a:lnTo>
                  <a:lnTo>
                    <a:pt x="95364" y="6883"/>
                  </a:lnTo>
                  <a:lnTo>
                    <a:pt x="95046" y="2768"/>
                  </a:lnTo>
                  <a:lnTo>
                    <a:pt x="94945" y="1333"/>
                  </a:lnTo>
                  <a:lnTo>
                    <a:pt x="69507" y="1333"/>
                  </a:lnTo>
                  <a:lnTo>
                    <a:pt x="69507" y="13322"/>
                  </a:lnTo>
                  <a:lnTo>
                    <a:pt x="83807" y="13322"/>
                  </a:lnTo>
                  <a:lnTo>
                    <a:pt x="83807" y="49047"/>
                  </a:lnTo>
                  <a:lnTo>
                    <a:pt x="69507" y="49047"/>
                  </a:lnTo>
                  <a:lnTo>
                    <a:pt x="69507" y="61036"/>
                  </a:lnTo>
                  <a:lnTo>
                    <a:pt x="117094" y="61036"/>
                  </a:lnTo>
                  <a:lnTo>
                    <a:pt x="117094" y="55448"/>
                  </a:lnTo>
                  <a:lnTo>
                    <a:pt x="117094" y="49047"/>
                  </a:lnTo>
                  <a:lnTo>
                    <a:pt x="98907" y="49047"/>
                  </a:lnTo>
                  <a:lnTo>
                    <a:pt x="98907" y="23812"/>
                  </a:lnTo>
                  <a:lnTo>
                    <a:pt x="99364" y="21399"/>
                  </a:lnTo>
                  <a:lnTo>
                    <a:pt x="100355" y="19291"/>
                  </a:lnTo>
                  <a:lnTo>
                    <a:pt x="101168" y="17551"/>
                  </a:lnTo>
                  <a:lnTo>
                    <a:pt x="102539" y="16103"/>
                  </a:lnTo>
                  <a:lnTo>
                    <a:pt x="106210" y="14160"/>
                  </a:lnTo>
                  <a:lnTo>
                    <a:pt x="108534" y="13677"/>
                  </a:lnTo>
                  <a:lnTo>
                    <a:pt x="123634" y="13677"/>
                  </a:lnTo>
                  <a:lnTo>
                    <a:pt x="123634" y="1333"/>
                  </a:lnTo>
                  <a:close/>
                </a:path>
                <a:path w="324485" h="62864">
                  <a:moveTo>
                    <a:pt x="190474" y="1333"/>
                  </a:moveTo>
                  <a:lnTo>
                    <a:pt x="172199" y="1333"/>
                  </a:lnTo>
                  <a:lnTo>
                    <a:pt x="168567" y="2768"/>
                  </a:lnTo>
                  <a:lnTo>
                    <a:pt x="163741" y="8496"/>
                  </a:lnTo>
                  <a:lnTo>
                    <a:pt x="163131" y="10274"/>
                  </a:lnTo>
                  <a:lnTo>
                    <a:pt x="163131" y="19291"/>
                  </a:lnTo>
                  <a:lnTo>
                    <a:pt x="162966" y="17094"/>
                  </a:lnTo>
                  <a:lnTo>
                    <a:pt x="163004" y="17551"/>
                  </a:lnTo>
                  <a:lnTo>
                    <a:pt x="163055" y="18224"/>
                  </a:lnTo>
                  <a:lnTo>
                    <a:pt x="163131" y="19291"/>
                  </a:lnTo>
                  <a:lnTo>
                    <a:pt x="163131" y="10274"/>
                  </a:lnTo>
                  <a:lnTo>
                    <a:pt x="162572" y="11899"/>
                  </a:lnTo>
                  <a:lnTo>
                    <a:pt x="162318" y="8496"/>
                  </a:lnTo>
                  <a:lnTo>
                    <a:pt x="162191" y="6883"/>
                  </a:lnTo>
                  <a:lnTo>
                    <a:pt x="161886" y="2768"/>
                  </a:lnTo>
                  <a:lnTo>
                    <a:pt x="161772" y="1333"/>
                  </a:lnTo>
                  <a:lnTo>
                    <a:pt x="136334" y="1333"/>
                  </a:lnTo>
                  <a:lnTo>
                    <a:pt x="136334" y="13322"/>
                  </a:lnTo>
                  <a:lnTo>
                    <a:pt x="150634" y="13322"/>
                  </a:lnTo>
                  <a:lnTo>
                    <a:pt x="150634" y="49047"/>
                  </a:lnTo>
                  <a:lnTo>
                    <a:pt x="136334" y="49047"/>
                  </a:lnTo>
                  <a:lnTo>
                    <a:pt x="136334" y="61036"/>
                  </a:lnTo>
                  <a:lnTo>
                    <a:pt x="183921" y="61036"/>
                  </a:lnTo>
                  <a:lnTo>
                    <a:pt x="183921" y="55448"/>
                  </a:lnTo>
                  <a:lnTo>
                    <a:pt x="183921" y="49047"/>
                  </a:lnTo>
                  <a:lnTo>
                    <a:pt x="165747" y="49047"/>
                  </a:lnTo>
                  <a:lnTo>
                    <a:pt x="165747" y="23812"/>
                  </a:lnTo>
                  <a:lnTo>
                    <a:pt x="166192" y="21399"/>
                  </a:lnTo>
                  <a:lnTo>
                    <a:pt x="167195" y="19291"/>
                  </a:lnTo>
                  <a:lnTo>
                    <a:pt x="168008" y="17551"/>
                  </a:lnTo>
                  <a:lnTo>
                    <a:pt x="169379" y="16103"/>
                  </a:lnTo>
                  <a:lnTo>
                    <a:pt x="173050" y="14160"/>
                  </a:lnTo>
                  <a:lnTo>
                    <a:pt x="175361" y="13677"/>
                  </a:lnTo>
                  <a:lnTo>
                    <a:pt x="190474" y="13677"/>
                  </a:lnTo>
                  <a:lnTo>
                    <a:pt x="190474" y="1333"/>
                  </a:lnTo>
                  <a:close/>
                </a:path>
                <a:path w="324485" h="62864">
                  <a:moveTo>
                    <a:pt x="256857" y="24841"/>
                  </a:moveTo>
                  <a:lnTo>
                    <a:pt x="241173" y="2489"/>
                  </a:lnTo>
                  <a:lnTo>
                    <a:pt x="241173" y="25412"/>
                  </a:lnTo>
                  <a:lnTo>
                    <a:pt x="241173" y="36893"/>
                  </a:lnTo>
                  <a:lnTo>
                    <a:pt x="240080" y="41313"/>
                  </a:lnTo>
                  <a:lnTo>
                    <a:pt x="235712" y="47510"/>
                  </a:lnTo>
                  <a:lnTo>
                    <a:pt x="232600" y="49047"/>
                  </a:lnTo>
                  <a:lnTo>
                    <a:pt x="224523" y="49047"/>
                  </a:lnTo>
                  <a:lnTo>
                    <a:pt x="221411" y="47510"/>
                  </a:lnTo>
                  <a:lnTo>
                    <a:pt x="217043" y="41313"/>
                  </a:lnTo>
                  <a:lnTo>
                    <a:pt x="215950" y="36893"/>
                  </a:lnTo>
                  <a:lnTo>
                    <a:pt x="215950" y="25412"/>
                  </a:lnTo>
                  <a:lnTo>
                    <a:pt x="217043" y="21005"/>
                  </a:lnTo>
                  <a:lnTo>
                    <a:pt x="221411" y="14859"/>
                  </a:lnTo>
                  <a:lnTo>
                    <a:pt x="224523" y="13322"/>
                  </a:lnTo>
                  <a:lnTo>
                    <a:pt x="232600" y="13322"/>
                  </a:lnTo>
                  <a:lnTo>
                    <a:pt x="235712" y="14859"/>
                  </a:lnTo>
                  <a:lnTo>
                    <a:pt x="240080" y="21005"/>
                  </a:lnTo>
                  <a:lnTo>
                    <a:pt x="241173" y="25412"/>
                  </a:lnTo>
                  <a:lnTo>
                    <a:pt x="241173" y="2489"/>
                  </a:lnTo>
                  <a:lnTo>
                    <a:pt x="239153" y="1270"/>
                  </a:lnTo>
                  <a:lnTo>
                    <a:pt x="234213" y="0"/>
                  </a:lnTo>
                  <a:lnTo>
                    <a:pt x="222923" y="0"/>
                  </a:lnTo>
                  <a:lnTo>
                    <a:pt x="200266" y="24841"/>
                  </a:lnTo>
                  <a:lnTo>
                    <a:pt x="200266" y="37515"/>
                  </a:lnTo>
                  <a:lnTo>
                    <a:pt x="222923" y="62369"/>
                  </a:lnTo>
                  <a:lnTo>
                    <a:pt x="234213" y="62369"/>
                  </a:lnTo>
                  <a:lnTo>
                    <a:pt x="256857" y="37515"/>
                  </a:lnTo>
                  <a:lnTo>
                    <a:pt x="256857" y="24841"/>
                  </a:lnTo>
                  <a:close/>
                </a:path>
                <a:path w="324485" h="62864">
                  <a:moveTo>
                    <a:pt x="324142" y="1333"/>
                  </a:moveTo>
                  <a:lnTo>
                    <a:pt x="305866" y="1333"/>
                  </a:lnTo>
                  <a:lnTo>
                    <a:pt x="302234" y="2768"/>
                  </a:lnTo>
                  <a:lnTo>
                    <a:pt x="297408" y="8496"/>
                  </a:lnTo>
                  <a:lnTo>
                    <a:pt x="296799" y="10274"/>
                  </a:lnTo>
                  <a:lnTo>
                    <a:pt x="296799" y="19291"/>
                  </a:lnTo>
                  <a:lnTo>
                    <a:pt x="296633" y="17094"/>
                  </a:lnTo>
                  <a:lnTo>
                    <a:pt x="296672" y="17551"/>
                  </a:lnTo>
                  <a:lnTo>
                    <a:pt x="296722" y="18224"/>
                  </a:lnTo>
                  <a:lnTo>
                    <a:pt x="296799" y="19291"/>
                  </a:lnTo>
                  <a:lnTo>
                    <a:pt x="296799" y="10274"/>
                  </a:lnTo>
                  <a:lnTo>
                    <a:pt x="296240" y="11899"/>
                  </a:lnTo>
                  <a:lnTo>
                    <a:pt x="295986" y="8496"/>
                  </a:lnTo>
                  <a:lnTo>
                    <a:pt x="295859" y="6883"/>
                  </a:lnTo>
                  <a:lnTo>
                    <a:pt x="295656" y="4140"/>
                  </a:lnTo>
                  <a:lnTo>
                    <a:pt x="295656" y="16319"/>
                  </a:lnTo>
                  <a:lnTo>
                    <a:pt x="295567" y="17551"/>
                  </a:lnTo>
                  <a:lnTo>
                    <a:pt x="295503" y="18224"/>
                  </a:lnTo>
                  <a:lnTo>
                    <a:pt x="295656" y="16319"/>
                  </a:lnTo>
                  <a:lnTo>
                    <a:pt x="295656" y="4140"/>
                  </a:lnTo>
                  <a:lnTo>
                    <a:pt x="295554" y="2768"/>
                  </a:lnTo>
                  <a:lnTo>
                    <a:pt x="295440" y="1333"/>
                  </a:lnTo>
                  <a:lnTo>
                    <a:pt x="270002" y="1333"/>
                  </a:lnTo>
                  <a:lnTo>
                    <a:pt x="270002" y="13322"/>
                  </a:lnTo>
                  <a:lnTo>
                    <a:pt x="284302" y="13322"/>
                  </a:lnTo>
                  <a:lnTo>
                    <a:pt x="284302" y="49047"/>
                  </a:lnTo>
                  <a:lnTo>
                    <a:pt x="270002" y="49047"/>
                  </a:lnTo>
                  <a:lnTo>
                    <a:pt x="270002" y="61036"/>
                  </a:lnTo>
                  <a:lnTo>
                    <a:pt x="317588" y="61036"/>
                  </a:lnTo>
                  <a:lnTo>
                    <a:pt x="317588" y="55448"/>
                  </a:lnTo>
                  <a:lnTo>
                    <a:pt x="317588" y="49047"/>
                  </a:lnTo>
                  <a:lnTo>
                    <a:pt x="299402" y="49047"/>
                  </a:lnTo>
                  <a:lnTo>
                    <a:pt x="299402" y="23812"/>
                  </a:lnTo>
                  <a:lnTo>
                    <a:pt x="309029" y="13677"/>
                  </a:lnTo>
                  <a:lnTo>
                    <a:pt x="324142" y="13677"/>
                  </a:lnTo>
                  <a:lnTo>
                    <a:pt x="324142" y="1333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029284" y="4667957"/>
              <a:ext cx="118917" cy="81537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229383" y="4669071"/>
              <a:ext cx="655810" cy="80424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2915179" y="4731360"/>
              <a:ext cx="17780" cy="17145"/>
            </a:xfrm>
            <a:custGeom>
              <a:avLst/>
              <a:gdLst/>
              <a:ahLst/>
              <a:cxnLst/>
              <a:rect l="l" t="t" r="r" b="b"/>
              <a:pathLst>
                <a:path w="17780" h="17145">
                  <a:moveTo>
                    <a:pt x="17553" y="0"/>
                  </a:moveTo>
                  <a:lnTo>
                    <a:pt x="0" y="0"/>
                  </a:lnTo>
                  <a:lnTo>
                    <a:pt x="0" y="16797"/>
                  </a:lnTo>
                  <a:lnTo>
                    <a:pt x="17553" y="16797"/>
                  </a:lnTo>
                  <a:lnTo>
                    <a:pt x="17553" y="0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032038" y="4667289"/>
              <a:ext cx="517964" cy="8265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635772" y="4669071"/>
              <a:ext cx="584464" cy="80424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304113" y="4687784"/>
              <a:ext cx="582570" cy="77081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692835" y="4866017"/>
              <a:ext cx="183515" cy="62230"/>
            </a:xfrm>
            <a:custGeom>
              <a:avLst/>
              <a:gdLst/>
              <a:ahLst/>
              <a:cxnLst/>
              <a:rect l="l" t="t" r="r" b="b"/>
              <a:pathLst>
                <a:path w="183515" h="62229">
                  <a:moveTo>
                    <a:pt x="52362" y="40093"/>
                  </a:moveTo>
                  <a:lnTo>
                    <a:pt x="42557" y="39433"/>
                  </a:lnTo>
                  <a:lnTo>
                    <a:pt x="41668" y="43878"/>
                  </a:lnTo>
                  <a:lnTo>
                    <a:pt x="39827" y="47231"/>
                  </a:lnTo>
                  <a:lnTo>
                    <a:pt x="34251" y="51676"/>
                  </a:lnTo>
                  <a:lnTo>
                    <a:pt x="30975" y="52793"/>
                  </a:lnTo>
                  <a:lnTo>
                    <a:pt x="21767" y="52793"/>
                  </a:lnTo>
                  <a:lnTo>
                    <a:pt x="17513" y="50850"/>
                  </a:lnTo>
                  <a:lnTo>
                    <a:pt x="11353" y="43053"/>
                  </a:lnTo>
                  <a:lnTo>
                    <a:pt x="9804" y="37680"/>
                  </a:lnTo>
                  <a:lnTo>
                    <a:pt x="9804" y="24015"/>
                  </a:lnTo>
                  <a:lnTo>
                    <a:pt x="11353" y="18656"/>
                  </a:lnTo>
                  <a:lnTo>
                    <a:pt x="17513" y="10858"/>
                  </a:lnTo>
                  <a:lnTo>
                    <a:pt x="21767" y="8902"/>
                  </a:lnTo>
                  <a:lnTo>
                    <a:pt x="30975" y="8902"/>
                  </a:lnTo>
                  <a:lnTo>
                    <a:pt x="34188" y="9969"/>
                  </a:lnTo>
                  <a:lnTo>
                    <a:pt x="39458" y="14198"/>
                  </a:lnTo>
                  <a:lnTo>
                    <a:pt x="41224" y="17221"/>
                  </a:lnTo>
                  <a:lnTo>
                    <a:pt x="42113" y="21158"/>
                  </a:lnTo>
                  <a:lnTo>
                    <a:pt x="51917" y="20497"/>
                  </a:lnTo>
                  <a:lnTo>
                    <a:pt x="31559" y="0"/>
                  </a:lnTo>
                  <a:lnTo>
                    <a:pt x="21691" y="0"/>
                  </a:lnTo>
                  <a:lnTo>
                    <a:pt x="0" y="24612"/>
                  </a:lnTo>
                  <a:lnTo>
                    <a:pt x="0" y="37084"/>
                  </a:lnTo>
                  <a:lnTo>
                    <a:pt x="21691" y="61709"/>
                  </a:lnTo>
                  <a:lnTo>
                    <a:pt x="27178" y="61709"/>
                  </a:lnTo>
                  <a:lnTo>
                    <a:pt x="31559" y="61709"/>
                  </a:lnTo>
                  <a:lnTo>
                    <a:pt x="51536" y="44475"/>
                  </a:lnTo>
                  <a:lnTo>
                    <a:pt x="52362" y="40093"/>
                  </a:lnTo>
                  <a:close/>
                </a:path>
                <a:path w="183515" h="62229">
                  <a:moveTo>
                    <a:pt x="121412" y="60185"/>
                  </a:moveTo>
                  <a:lnTo>
                    <a:pt x="120307" y="60185"/>
                  </a:lnTo>
                  <a:lnTo>
                    <a:pt x="120307" y="52133"/>
                  </a:lnTo>
                  <a:lnTo>
                    <a:pt x="115328" y="52133"/>
                  </a:lnTo>
                  <a:lnTo>
                    <a:pt x="114439" y="51866"/>
                  </a:lnTo>
                  <a:lnTo>
                    <a:pt x="113296" y="50863"/>
                  </a:lnTo>
                  <a:lnTo>
                    <a:pt x="112991" y="50025"/>
                  </a:lnTo>
                  <a:lnTo>
                    <a:pt x="112953" y="48336"/>
                  </a:lnTo>
                  <a:lnTo>
                    <a:pt x="112953" y="31851"/>
                  </a:lnTo>
                  <a:lnTo>
                    <a:pt x="112953" y="16560"/>
                  </a:lnTo>
                  <a:lnTo>
                    <a:pt x="110985" y="10668"/>
                  </a:lnTo>
                  <a:lnTo>
                    <a:pt x="109359" y="8902"/>
                  </a:lnTo>
                  <a:lnTo>
                    <a:pt x="103111" y="2133"/>
                  </a:lnTo>
                  <a:lnTo>
                    <a:pt x="97586" y="0"/>
                  </a:lnTo>
                  <a:lnTo>
                    <a:pt x="83769" y="0"/>
                  </a:lnTo>
                  <a:lnTo>
                    <a:pt x="78333" y="1727"/>
                  </a:lnTo>
                  <a:lnTo>
                    <a:pt x="69938" y="8623"/>
                  </a:lnTo>
                  <a:lnTo>
                    <a:pt x="67284" y="13144"/>
                  </a:lnTo>
                  <a:lnTo>
                    <a:pt x="66154" y="18783"/>
                  </a:lnTo>
                  <a:lnTo>
                    <a:pt x="67106" y="18783"/>
                  </a:lnTo>
                  <a:lnTo>
                    <a:pt x="76085" y="19494"/>
                  </a:lnTo>
                  <a:lnTo>
                    <a:pt x="86372" y="8902"/>
                  </a:lnTo>
                  <a:lnTo>
                    <a:pt x="94691" y="8902"/>
                  </a:lnTo>
                  <a:lnTo>
                    <a:pt x="97929" y="10134"/>
                  </a:lnTo>
                  <a:lnTo>
                    <a:pt x="102463" y="15036"/>
                  </a:lnTo>
                  <a:lnTo>
                    <a:pt x="103593" y="18783"/>
                  </a:lnTo>
                  <a:lnTo>
                    <a:pt x="103593" y="23837"/>
                  </a:lnTo>
                  <a:lnTo>
                    <a:pt x="103593" y="31851"/>
                  </a:lnTo>
                  <a:lnTo>
                    <a:pt x="89560" y="53467"/>
                  </a:lnTo>
                  <a:lnTo>
                    <a:pt x="82207" y="53467"/>
                  </a:lnTo>
                  <a:lnTo>
                    <a:pt x="79844" y="52781"/>
                  </a:lnTo>
                  <a:lnTo>
                    <a:pt x="79679" y="52781"/>
                  </a:lnTo>
                  <a:lnTo>
                    <a:pt x="75806" y="49657"/>
                  </a:lnTo>
                  <a:lnTo>
                    <a:pt x="74853" y="47523"/>
                  </a:lnTo>
                  <a:lnTo>
                    <a:pt x="74853" y="42329"/>
                  </a:lnTo>
                  <a:lnTo>
                    <a:pt x="85547" y="35420"/>
                  </a:lnTo>
                  <a:lnTo>
                    <a:pt x="103593" y="31851"/>
                  </a:lnTo>
                  <a:lnTo>
                    <a:pt x="103593" y="23837"/>
                  </a:lnTo>
                  <a:lnTo>
                    <a:pt x="77304" y="29108"/>
                  </a:lnTo>
                  <a:lnTo>
                    <a:pt x="72580" y="31127"/>
                  </a:lnTo>
                  <a:lnTo>
                    <a:pt x="66560" y="36703"/>
                  </a:lnTo>
                  <a:lnTo>
                    <a:pt x="65163" y="40335"/>
                  </a:lnTo>
                  <a:lnTo>
                    <a:pt x="65062" y="48856"/>
                  </a:lnTo>
                  <a:lnTo>
                    <a:pt x="65913" y="51663"/>
                  </a:lnTo>
                  <a:lnTo>
                    <a:pt x="69329" y="56489"/>
                  </a:lnTo>
                  <a:lnTo>
                    <a:pt x="71666" y="58369"/>
                  </a:lnTo>
                  <a:lnTo>
                    <a:pt x="77812" y="61125"/>
                  </a:lnTo>
                  <a:lnTo>
                    <a:pt x="78066" y="61125"/>
                  </a:lnTo>
                  <a:lnTo>
                    <a:pt x="80949" y="61709"/>
                  </a:lnTo>
                  <a:lnTo>
                    <a:pt x="88074" y="61709"/>
                  </a:lnTo>
                  <a:lnTo>
                    <a:pt x="91274" y="61125"/>
                  </a:lnTo>
                  <a:lnTo>
                    <a:pt x="97205" y="58826"/>
                  </a:lnTo>
                  <a:lnTo>
                    <a:pt x="99682" y="57238"/>
                  </a:lnTo>
                  <a:lnTo>
                    <a:pt x="103187" y="53594"/>
                  </a:lnTo>
                  <a:lnTo>
                    <a:pt x="103314" y="53467"/>
                  </a:lnTo>
                  <a:lnTo>
                    <a:pt x="103619" y="53149"/>
                  </a:lnTo>
                  <a:lnTo>
                    <a:pt x="103822" y="52781"/>
                  </a:lnTo>
                  <a:lnTo>
                    <a:pt x="103759" y="51663"/>
                  </a:lnTo>
                  <a:lnTo>
                    <a:pt x="103847" y="52133"/>
                  </a:lnTo>
                  <a:lnTo>
                    <a:pt x="103936" y="52552"/>
                  </a:lnTo>
                  <a:lnTo>
                    <a:pt x="104863" y="50863"/>
                  </a:lnTo>
                  <a:lnTo>
                    <a:pt x="104178" y="52133"/>
                  </a:lnTo>
                  <a:lnTo>
                    <a:pt x="112877" y="60591"/>
                  </a:lnTo>
                  <a:lnTo>
                    <a:pt x="118986" y="60591"/>
                  </a:lnTo>
                  <a:lnTo>
                    <a:pt x="121412" y="60185"/>
                  </a:lnTo>
                  <a:close/>
                </a:path>
                <a:path w="183515" h="62229">
                  <a:moveTo>
                    <a:pt x="183349" y="18224"/>
                  </a:moveTo>
                  <a:lnTo>
                    <a:pt x="167386" y="0"/>
                  </a:lnTo>
                  <a:lnTo>
                    <a:pt x="159816" y="0"/>
                  </a:lnTo>
                  <a:lnTo>
                    <a:pt x="144030" y="11328"/>
                  </a:lnTo>
                  <a:lnTo>
                    <a:pt x="144030" y="11493"/>
                  </a:lnTo>
                  <a:lnTo>
                    <a:pt x="143776" y="11874"/>
                  </a:lnTo>
                  <a:lnTo>
                    <a:pt x="143814" y="1333"/>
                  </a:lnTo>
                  <a:lnTo>
                    <a:pt x="135229" y="1333"/>
                  </a:lnTo>
                  <a:lnTo>
                    <a:pt x="135229" y="60375"/>
                  </a:lnTo>
                  <a:lnTo>
                    <a:pt x="144589" y="60375"/>
                  </a:lnTo>
                  <a:lnTo>
                    <a:pt x="144589" y="21424"/>
                  </a:lnTo>
                  <a:lnTo>
                    <a:pt x="145313" y="18351"/>
                  </a:lnTo>
                  <a:lnTo>
                    <a:pt x="146469" y="16370"/>
                  </a:lnTo>
                  <a:lnTo>
                    <a:pt x="148209" y="13385"/>
                  </a:lnTo>
                  <a:lnTo>
                    <a:pt x="150152" y="11493"/>
                  </a:lnTo>
                  <a:lnTo>
                    <a:pt x="154851" y="9004"/>
                  </a:lnTo>
                  <a:lnTo>
                    <a:pt x="154584" y="9004"/>
                  </a:lnTo>
                  <a:lnTo>
                    <a:pt x="157810" y="8242"/>
                  </a:lnTo>
                  <a:lnTo>
                    <a:pt x="165303" y="8242"/>
                  </a:lnTo>
                  <a:lnTo>
                    <a:pt x="168617" y="9664"/>
                  </a:lnTo>
                  <a:lnTo>
                    <a:pt x="172923" y="15392"/>
                  </a:lnTo>
                  <a:lnTo>
                    <a:pt x="173990" y="19558"/>
                  </a:lnTo>
                  <a:lnTo>
                    <a:pt x="173990" y="60375"/>
                  </a:lnTo>
                  <a:lnTo>
                    <a:pt x="183349" y="60375"/>
                  </a:lnTo>
                  <a:lnTo>
                    <a:pt x="183349" y="18224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960182" y="4847183"/>
              <a:ext cx="450684" cy="80535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497083" y="4847295"/>
              <a:ext cx="250626" cy="8042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827243" y="4847183"/>
              <a:ext cx="655642" cy="8053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2563418" y="4866017"/>
              <a:ext cx="434340" cy="78740"/>
            </a:xfrm>
            <a:custGeom>
              <a:avLst/>
              <a:gdLst/>
              <a:ahLst/>
              <a:cxnLst/>
              <a:rect l="l" t="t" r="r" b="b"/>
              <a:pathLst>
                <a:path w="434339" h="78739">
                  <a:moveTo>
                    <a:pt x="52793" y="24358"/>
                  </a:moveTo>
                  <a:lnTo>
                    <a:pt x="51930" y="20015"/>
                  </a:lnTo>
                  <a:lnTo>
                    <a:pt x="51892" y="19786"/>
                  </a:lnTo>
                  <a:lnTo>
                    <a:pt x="51765" y="19189"/>
                  </a:lnTo>
                  <a:lnTo>
                    <a:pt x="42545" y="5054"/>
                  </a:lnTo>
                  <a:lnTo>
                    <a:pt x="42545" y="25501"/>
                  </a:lnTo>
                  <a:lnTo>
                    <a:pt x="9804" y="25501"/>
                  </a:lnTo>
                  <a:lnTo>
                    <a:pt x="10617" y="20015"/>
                  </a:lnTo>
                  <a:lnTo>
                    <a:pt x="12484" y="15875"/>
                  </a:lnTo>
                  <a:lnTo>
                    <a:pt x="18351" y="10299"/>
                  </a:lnTo>
                  <a:lnTo>
                    <a:pt x="22085" y="8902"/>
                  </a:lnTo>
                  <a:lnTo>
                    <a:pt x="31000" y="8902"/>
                  </a:lnTo>
                  <a:lnTo>
                    <a:pt x="42456" y="24358"/>
                  </a:lnTo>
                  <a:lnTo>
                    <a:pt x="42545" y="25501"/>
                  </a:lnTo>
                  <a:lnTo>
                    <a:pt x="42545" y="5054"/>
                  </a:lnTo>
                  <a:lnTo>
                    <a:pt x="36398" y="1282"/>
                  </a:lnTo>
                  <a:lnTo>
                    <a:pt x="36550" y="1282"/>
                  </a:lnTo>
                  <a:lnTo>
                    <a:pt x="31737" y="0"/>
                  </a:lnTo>
                  <a:lnTo>
                    <a:pt x="21196" y="0"/>
                  </a:lnTo>
                  <a:lnTo>
                    <a:pt x="0" y="37084"/>
                  </a:lnTo>
                  <a:lnTo>
                    <a:pt x="1092" y="42532"/>
                  </a:lnTo>
                  <a:lnTo>
                    <a:pt x="21488" y="61709"/>
                  </a:lnTo>
                  <a:lnTo>
                    <a:pt x="33299" y="61709"/>
                  </a:lnTo>
                  <a:lnTo>
                    <a:pt x="38595" y="60020"/>
                  </a:lnTo>
                  <a:lnTo>
                    <a:pt x="47282" y="53263"/>
                  </a:lnTo>
                  <a:lnTo>
                    <a:pt x="47599" y="52793"/>
                  </a:lnTo>
                  <a:lnTo>
                    <a:pt x="50228" y="48933"/>
                  </a:lnTo>
                  <a:lnTo>
                    <a:pt x="51790" y="43662"/>
                  </a:lnTo>
                  <a:lnTo>
                    <a:pt x="41770" y="42887"/>
                  </a:lnTo>
                  <a:lnTo>
                    <a:pt x="40805" y="45847"/>
                  </a:lnTo>
                  <a:lnTo>
                    <a:pt x="39077" y="48247"/>
                  </a:lnTo>
                  <a:lnTo>
                    <a:pt x="34099" y="51892"/>
                  </a:lnTo>
                  <a:lnTo>
                    <a:pt x="30924" y="52793"/>
                  </a:lnTo>
                  <a:lnTo>
                    <a:pt x="21945" y="52793"/>
                  </a:lnTo>
                  <a:lnTo>
                    <a:pt x="17868" y="51193"/>
                  </a:lnTo>
                  <a:lnTo>
                    <a:pt x="11861" y="44818"/>
                  </a:lnTo>
                  <a:lnTo>
                    <a:pt x="10172" y="40055"/>
                  </a:lnTo>
                  <a:lnTo>
                    <a:pt x="9804" y="33743"/>
                  </a:lnTo>
                  <a:lnTo>
                    <a:pt x="52793" y="33743"/>
                  </a:lnTo>
                  <a:lnTo>
                    <a:pt x="52793" y="25501"/>
                  </a:lnTo>
                  <a:lnTo>
                    <a:pt x="52793" y="24358"/>
                  </a:lnTo>
                  <a:close/>
                </a:path>
                <a:path w="434339" h="78739">
                  <a:moveTo>
                    <a:pt x="119964" y="1333"/>
                  </a:moveTo>
                  <a:lnTo>
                    <a:pt x="103593" y="1333"/>
                  </a:lnTo>
                  <a:lnTo>
                    <a:pt x="100215" y="2578"/>
                  </a:lnTo>
                  <a:lnTo>
                    <a:pt x="95161" y="7556"/>
                  </a:lnTo>
                  <a:lnTo>
                    <a:pt x="93599" y="11353"/>
                  </a:lnTo>
                  <a:lnTo>
                    <a:pt x="93649" y="12674"/>
                  </a:lnTo>
                  <a:lnTo>
                    <a:pt x="93586" y="11531"/>
                  </a:lnTo>
                  <a:lnTo>
                    <a:pt x="93472" y="9575"/>
                  </a:lnTo>
                  <a:lnTo>
                    <a:pt x="93218" y="5003"/>
                  </a:lnTo>
                  <a:lnTo>
                    <a:pt x="93078" y="2578"/>
                  </a:lnTo>
                  <a:lnTo>
                    <a:pt x="93002" y="1333"/>
                  </a:lnTo>
                  <a:lnTo>
                    <a:pt x="69837" y="1333"/>
                  </a:lnTo>
                  <a:lnTo>
                    <a:pt x="69837" y="9575"/>
                  </a:lnTo>
                  <a:lnTo>
                    <a:pt x="85204" y="9575"/>
                  </a:lnTo>
                  <a:lnTo>
                    <a:pt x="85204" y="52133"/>
                  </a:lnTo>
                  <a:lnTo>
                    <a:pt x="69837" y="52133"/>
                  </a:lnTo>
                  <a:lnTo>
                    <a:pt x="69837" y="60375"/>
                  </a:lnTo>
                  <a:lnTo>
                    <a:pt x="113284" y="60375"/>
                  </a:lnTo>
                  <a:lnTo>
                    <a:pt x="113284" y="56578"/>
                  </a:lnTo>
                  <a:lnTo>
                    <a:pt x="113284" y="52133"/>
                  </a:lnTo>
                  <a:lnTo>
                    <a:pt x="94564" y="52133"/>
                  </a:lnTo>
                  <a:lnTo>
                    <a:pt x="94564" y="21463"/>
                  </a:lnTo>
                  <a:lnTo>
                    <a:pt x="105041" y="9804"/>
                  </a:lnTo>
                  <a:lnTo>
                    <a:pt x="119964" y="9804"/>
                  </a:lnTo>
                  <a:lnTo>
                    <a:pt x="119964" y="1333"/>
                  </a:lnTo>
                  <a:close/>
                </a:path>
                <a:path w="434339" h="78739">
                  <a:moveTo>
                    <a:pt x="186791" y="1333"/>
                  </a:moveTo>
                  <a:lnTo>
                    <a:pt x="170421" y="1333"/>
                  </a:lnTo>
                  <a:lnTo>
                    <a:pt x="167043" y="2578"/>
                  </a:lnTo>
                  <a:lnTo>
                    <a:pt x="161988" y="7556"/>
                  </a:lnTo>
                  <a:lnTo>
                    <a:pt x="160439" y="11353"/>
                  </a:lnTo>
                  <a:lnTo>
                    <a:pt x="160477" y="12674"/>
                  </a:lnTo>
                  <a:lnTo>
                    <a:pt x="160413" y="11531"/>
                  </a:lnTo>
                  <a:lnTo>
                    <a:pt x="160299" y="9575"/>
                  </a:lnTo>
                  <a:lnTo>
                    <a:pt x="160045" y="5003"/>
                  </a:lnTo>
                  <a:lnTo>
                    <a:pt x="159905" y="2578"/>
                  </a:lnTo>
                  <a:lnTo>
                    <a:pt x="159842" y="1333"/>
                  </a:lnTo>
                  <a:lnTo>
                    <a:pt x="136677" y="1333"/>
                  </a:lnTo>
                  <a:lnTo>
                    <a:pt x="136677" y="9575"/>
                  </a:lnTo>
                  <a:lnTo>
                    <a:pt x="152044" y="9575"/>
                  </a:lnTo>
                  <a:lnTo>
                    <a:pt x="152044" y="52133"/>
                  </a:lnTo>
                  <a:lnTo>
                    <a:pt x="136677" y="52133"/>
                  </a:lnTo>
                  <a:lnTo>
                    <a:pt x="136677" y="60375"/>
                  </a:lnTo>
                  <a:lnTo>
                    <a:pt x="180111" y="60375"/>
                  </a:lnTo>
                  <a:lnTo>
                    <a:pt x="180111" y="56578"/>
                  </a:lnTo>
                  <a:lnTo>
                    <a:pt x="180111" y="52133"/>
                  </a:lnTo>
                  <a:lnTo>
                    <a:pt x="161404" y="52133"/>
                  </a:lnTo>
                  <a:lnTo>
                    <a:pt x="161404" y="21463"/>
                  </a:lnTo>
                  <a:lnTo>
                    <a:pt x="171869" y="9804"/>
                  </a:lnTo>
                  <a:lnTo>
                    <a:pt x="186791" y="9804"/>
                  </a:lnTo>
                  <a:lnTo>
                    <a:pt x="186791" y="1333"/>
                  </a:lnTo>
                  <a:close/>
                </a:path>
                <a:path w="434339" h="78739">
                  <a:moveTo>
                    <a:pt x="253746" y="24015"/>
                  </a:moveTo>
                  <a:lnTo>
                    <a:pt x="244055" y="5638"/>
                  </a:lnTo>
                  <a:lnTo>
                    <a:pt x="244055" y="24015"/>
                  </a:lnTo>
                  <a:lnTo>
                    <a:pt x="244055" y="37680"/>
                  </a:lnTo>
                  <a:lnTo>
                    <a:pt x="242544" y="43053"/>
                  </a:lnTo>
                  <a:lnTo>
                    <a:pt x="236537" y="50850"/>
                  </a:lnTo>
                  <a:lnTo>
                    <a:pt x="232321" y="52793"/>
                  </a:lnTo>
                  <a:lnTo>
                    <a:pt x="221475" y="52793"/>
                  </a:lnTo>
                  <a:lnTo>
                    <a:pt x="217258" y="50850"/>
                  </a:lnTo>
                  <a:lnTo>
                    <a:pt x="211251" y="43053"/>
                  </a:lnTo>
                  <a:lnTo>
                    <a:pt x="209740" y="37680"/>
                  </a:lnTo>
                  <a:lnTo>
                    <a:pt x="209740" y="24015"/>
                  </a:lnTo>
                  <a:lnTo>
                    <a:pt x="211124" y="19075"/>
                  </a:lnTo>
                  <a:lnTo>
                    <a:pt x="211251" y="18656"/>
                  </a:lnTo>
                  <a:lnTo>
                    <a:pt x="217258" y="10858"/>
                  </a:lnTo>
                  <a:lnTo>
                    <a:pt x="221475" y="8902"/>
                  </a:lnTo>
                  <a:lnTo>
                    <a:pt x="232321" y="8902"/>
                  </a:lnTo>
                  <a:lnTo>
                    <a:pt x="236537" y="10858"/>
                  </a:lnTo>
                  <a:lnTo>
                    <a:pt x="242544" y="18656"/>
                  </a:lnTo>
                  <a:lnTo>
                    <a:pt x="244055" y="24015"/>
                  </a:lnTo>
                  <a:lnTo>
                    <a:pt x="244055" y="5638"/>
                  </a:lnTo>
                  <a:lnTo>
                    <a:pt x="237058" y="1257"/>
                  </a:lnTo>
                  <a:lnTo>
                    <a:pt x="232321" y="0"/>
                  </a:lnTo>
                  <a:lnTo>
                    <a:pt x="221475" y="0"/>
                  </a:lnTo>
                  <a:lnTo>
                    <a:pt x="200050" y="24015"/>
                  </a:lnTo>
                  <a:lnTo>
                    <a:pt x="200063" y="37680"/>
                  </a:lnTo>
                  <a:lnTo>
                    <a:pt x="221475" y="61709"/>
                  </a:lnTo>
                  <a:lnTo>
                    <a:pt x="232321" y="61709"/>
                  </a:lnTo>
                  <a:lnTo>
                    <a:pt x="237058" y="60439"/>
                  </a:lnTo>
                  <a:lnTo>
                    <a:pt x="245148" y="55397"/>
                  </a:lnTo>
                  <a:lnTo>
                    <a:pt x="247421" y="52793"/>
                  </a:lnTo>
                  <a:lnTo>
                    <a:pt x="248285" y="51816"/>
                  </a:lnTo>
                  <a:lnTo>
                    <a:pt x="252742" y="42532"/>
                  </a:lnTo>
                  <a:lnTo>
                    <a:pt x="253733" y="37680"/>
                  </a:lnTo>
                  <a:lnTo>
                    <a:pt x="253746" y="24015"/>
                  </a:lnTo>
                  <a:close/>
                </a:path>
                <a:path w="434339" h="78739">
                  <a:moveTo>
                    <a:pt x="320459" y="1333"/>
                  </a:moveTo>
                  <a:lnTo>
                    <a:pt x="304088" y="1333"/>
                  </a:lnTo>
                  <a:lnTo>
                    <a:pt x="300710" y="2578"/>
                  </a:lnTo>
                  <a:lnTo>
                    <a:pt x="295668" y="7556"/>
                  </a:lnTo>
                  <a:lnTo>
                    <a:pt x="294106" y="11353"/>
                  </a:lnTo>
                  <a:lnTo>
                    <a:pt x="294144" y="12674"/>
                  </a:lnTo>
                  <a:lnTo>
                    <a:pt x="294081" y="11531"/>
                  </a:lnTo>
                  <a:lnTo>
                    <a:pt x="293966" y="9575"/>
                  </a:lnTo>
                  <a:lnTo>
                    <a:pt x="293712" y="5003"/>
                  </a:lnTo>
                  <a:lnTo>
                    <a:pt x="293573" y="2578"/>
                  </a:lnTo>
                  <a:lnTo>
                    <a:pt x="293509" y="1333"/>
                  </a:lnTo>
                  <a:lnTo>
                    <a:pt x="270344" y="1333"/>
                  </a:lnTo>
                  <a:lnTo>
                    <a:pt x="270344" y="9575"/>
                  </a:lnTo>
                  <a:lnTo>
                    <a:pt x="285711" y="9575"/>
                  </a:lnTo>
                  <a:lnTo>
                    <a:pt x="285711" y="52133"/>
                  </a:lnTo>
                  <a:lnTo>
                    <a:pt x="270344" y="52133"/>
                  </a:lnTo>
                  <a:lnTo>
                    <a:pt x="270344" y="60375"/>
                  </a:lnTo>
                  <a:lnTo>
                    <a:pt x="313778" y="60375"/>
                  </a:lnTo>
                  <a:lnTo>
                    <a:pt x="313778" y="56578"/>
                  </a:lnTo>
                  <a:lnTo>
                    <a:pt x="313778" y="52133"/>
                  </a:lnTo>
                  <a:lnTo>
                    <a:pt x="295071" y="52133"/>
                  </a:lnTo>
                  <a:lnTo>
                    <a:pt x="295071" y="21463"/>
                  </a:lnTo>
                  <a:lnTo>
                    <a:pt x="305536" y="9804"/>
                  </a:lnTo>
                  <a:lnTo>
                    <a:pt x="320459" y="9804"/>
                  </a:lnTo>
                  <a:lnTo>
                    <a:pt x="320459" y="1333"/>
                  </a:lnTo>
                  <a:close/>
                </a:path>
                <a:path w="434339" h="78739">
                  <a:moveTo>
                    <a:pt x="385076" y="41732"/>
                  </a:moveTo>
                  <a:lnTo>
                    <a:pt x="358343" y="26809"/>
                  </a:lnTo>
                  <a:lnTo>
                    <a:pt x="355473" y="26149"/>
                  </a:lnTo>
                  <a:lnTo>
                    <a:pt x="351167" y="24739"/>
                  </a:lnTo>
                  <a:lnTo>
                    <a:pt x="349618" y="23799"/>
                  </a:lnTo>
                  <a:lnTo>
                    <a:pt x="347687" y="21424"/>
                  </a:lnTo>
                  <a:lnTo>
                    <a:pt x="347192" y="19824"/>
                  </a:lnTo>
                  <a:lnTo>
                    <a:pt x="347192" y="15290"/>
                  </a:lnTo>
                  <a:lnTo>
                    <a:pt x="348234" y="13182"/>
                  </a:lnTo>
                  <a:lnTo>
                    <a:pt x="352399" y="9766"/>
                  </a:lnTo>
                  <a:lnTo>
                    <a:pt x="355587" y="8902"/>
                  </a:lnTo>
                  <a:lnTo>
                    <a:pt x="362572" y="8902"/>
                  </a:lnTo>
                  <a:lnTo>
                    <a:pt x="374154" y="19596"/>
                  </a:lnTo>
                  <a:lnTo>
                    <a:pt x="383959" y="18935"/>
                  </a:lnTo>
                  <a:lnTo>
                    <a:pt x="364909" y="0"/>
                  </a:lnTo>
                  <a:lnTo>
                    <a:pt x="355180" y="0"/>
                  </a:lnTo>
                  <a:lnTo>
                    <a:pt x="337616" y="14401"/>
                  </a:lnTo>
                  <a:lnTo>
                    <a:pt x="337616" y="21018"/>
                  </a:lnTo>
                  <a:lnTo>
                    <a:pt x="364210" y="36385"/>
                  </a:lnTo>
                  <a:lnTo>
                    <a:pt x="367474" y="37147"/>
                  </a:lnTo>
                  <a:lnTo>
                    <a:pt x="371932" y="38709"/>
                  </a:lnTo>
                  <a:lnTo>
                    <a:pt x="373443" y="39649"/>
                  </a:lnTo>
                  <a:lnTo>
                    <a:pt x="375081" y="41884"/>
                  </a:lnTo>
                  <a:lnTo>
                    <a:pt x="375488" y="43294"/>
                  </a:lnTo>
                  <a:lnTo>
                    <a:pt x="375488" y="47675"/>
                  </a:lnTo>
                  <a:lnTo>
                    <a:pt x="374281" y="49644"/>
                  </a:lnTo>
                  <a:lnTo>
                    <a:pt x="369455" y="52158"/>
                  </a:lnTo>
                  <a:lnTo>
                    <a:pt x="366064" y="52793"/>
                  </a:lnTo>
                  <a:lnTo>
                    <a:pt x="356997" y="52793"/>
                  </a:lnTo>
                  <a:lnTo>
                    <a:pt x="353339" y="51752"/>
                  </a:lnTo>
                  <a:lnTo>
                    <a:pt x="348068" y="47599"/>
                  </a:lnTo>
                  <a:lnTo>
                    <a:pt x="346456" y="44742"/>
                  </a:lnTo>
                  <a:lnTo>
                    <a:pt x="345859" y="41097"/>
                  </a:lnTo>
                  <a:lnTo>
                    <a:pt x="336054" y="41770"/>
                  </a:lnTo>
                  <a:lnTo>
                    <a:pt x="356552" y="61709"/>
                  </a:lnTo>
                  <a:lnTo>
                    <a:pt x="361683" y="61709"/>
                  </a:lnTo>
                  <a:lnTo>
                    <a:pt x="366141" y="61709"/>
                  </a:lnTo>
                  <a:lnTo>
                    <a:pt x="385076" y="48488"/>
                  </a:lnTo>
                  <a:lnTo>
                    <a:pt x="385076" y="41732"/>
                  </a:lnTo>
                  <a:close/>
                </a:path>
                <a:path w="434339" h="78739">
                  <a:moveTo>
                    <a:pt x="434086" y="46786"/>
                  </a:moveTo>
                  <a:lnTo>
                    <a:pt x="420712" y="46786"/>
                  </a:lnTo>
                  <a:lnTo>
                    <a:pt x="420712" y="60375"/>
                  </a:lnTo>
                  <a:lnTo>
                    <a:pt x="426732" y="60375"/>
                  </a:lnTo>
                  <a:lnTo>
                    <a:pt x="420712" y="78409"/>
                  </a:lnTo>
                  <a:lnTo>
                    <a:pt x="427405" y="78409"/>
                  </a:lnTo>
                  <a:lnTo>
                    <a:pt x="434086" y="59258"/>
                  </a:lnTo>
                  <a:lnTo>
                    <a:pt x="434086" y="46786"/>
                  </a:lnTo>
                  <a:close/>
                </a:path>
                <a:path w="434339" h="78739">
                  <a:moveTo>
                    <a:pt x="434301" y="3784"/>
                  </a:moveTo>
                  <a:lnTo>
                    <a:pt x="420497" y="3784"/>
                  </a:lnTo>
                  <a:lnTo>
                    <a:pt x="420497" y="17373"/>
                  </a:lnTo>
                  <a:lnTo>
                    <a:pt x="434301" y="17373"/>
                  </a:lnTo>
                  <a:lnTo>
                    <a:pt x="434301" y="3784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097758" y="4847295"/>
              <a:ext cx="191590" cy="80424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361307" y="4845512"/>
              <a:ext cx="326373" cy="82651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765430" y="4853533"/>
              <a:ext cx="118742" cy="74185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968829" y="4847295"/>
              <a:ext cx="318575" cy="80424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4370279" y="4866008"/>
              <a:ext cx="48260" cy="60960"/>
            </a:xfrm>
            <a:custGeom>
              <a:avLst/>
              <a:gdLst/>
              <a:ahLst/>
              <a:cxnLst/>
              <a:rect l="l" t="t" r="r" b="b"/>
              <a:pathLst>
                <a:path w="48260" h="60960">
                  <a:moveTo>
                    <a:pt x="8576" y="1336"/>
                  </a:moveTo>
                  <a:lnTo>
                    <a:pt x="0" y="1336"/>
                  </a:lnTo>
                  <a:lnTo>
                    <a:pt x="0" y="60373"/>
                  </a:lnTo>
                  <a:lnTo>
                    <a:pt x="9356" y="60373"/>
                  </a:lnTo>
                  <a:lnTo>
                    <a:pt x="9356" y="21423"/>
                  </a:lnTo>
                  <a:lnTo>
                    <a:pt x="10081" y="18360"/>
                  </a:lnTo>
                  <a:lnTo>
                    <a:pt x="11237" y="16374"/>
                  </a:lnTo>
                  <a:lnTo>
                    <a:pt x="8911" y="16374"/>
                  </a:lnTo>
                  <a:lnTo>
                    <a:pt x="7816" y="15389"/>
                  </a:lnTo>
                  <a:lnTo>
                    <a:pt x="7990" y="14461"/>
                  </a:lnTo>
                  <a:lnTo>
                    <a:pt x="8539" y="11880"/>
                  </a:lnTo>
                  <a:lnTo>
                    <a:pt x="8576" y="1336"/>
                  </a:lnTo>
                  <a:close/>
                </a:path>
                <a:path w="48260" h="60960">
                  <a:moveTo>
                    <a:pt x="44469" y="8242"/>
                  </a:moveTo>
                  <a:lnTo>
                    <a:pt x="30074" y="8242"/>
                  </a:lnTo>
                  <a:lnTo>
                    <a:pt x="33379" y="9672"/>
                  </a:lnTo>
                  <a:lnTo>
                    <a:pt x="37687" y="15389"/>
                  </a:lnTo>
                  <a:lnTo>
                    <a:pt x="38764" y="19566"/>
                  </a:lnTo>
                  <a:lnTo>
                    <a:pt x="38764" y="60373"/>
                  </a:lnTo>
                  <a:lnTo>
                    <a:pt x="48120" y="60373"/>
                  </a:lnTo>
                  <a:lnTo>
                    <a:pt x="48120" y="18230"/>
                  </a:lnTo>
                  <a:lnTo>
                    <a:pt x="47340" y="14461"/>
                  </a:lnTo>
                  <a:lnTo>
                    <a:pt x="44469" y="8242"/>
                  </a:lnTo>
                  <a:close/>
                </a:path>
                <a:path w="48260" h="60960">
                  <a:moveTo>
                    <a:pt x="8802" y="11492"/>
                  </a:moveTo>
                  <a:lnTo>
                    <a:pt x="8539" y="11880"/>
                  </a:lnTo>
                  <a:lnTo>
                    <a:pt x="7990" y="14461"/>
                  </a:lnTo>
                  <a:lnTo>
                    <a:pt x="7816" y="15389"/>
                  </a:lnTo>
                  <a:lnTo>
                    <a:pt x="8911" y="16374"/>
                  </a:lnTo>
                  <a:lnTo>
                    <a:pt x="8802" y="11492"/>
                  </a:lnTo>
                  <a:close/>
                </a:path>
                <a:path w="48260" h="60960">
                  <a:moveTo>
                    <a:pt x="32153" y="0"/>
                  </a:moveTo>
                  <a:lnTo>
                    <a:pt x="24579" y="0"/>
                  </a:lnTo>
                  <a:lnTo>
                    <a:pt x="21683" y="556"/>
                  </a:lnTo>
                  <a:lnTo>
                    <a:pt x="16188" y="2785"/>
                  </a:lnTo>
                  <a:lnTo>
                    <a:pt x="13830" y="4474"/>
                  </a:lnTo>
                  <a:lnTo>
                    <a:pt x="9894" y="9004"/>
                  </a:lnTo>
                  <a:lnTo>
                    <a:pt x="8799" y="11329"/>
                  </a:lnTo>
                  <a:lnTo>
                    <a:pt x="8911" y="16374"/>
                  </a:lnTo>
                  <a:lnTo>
                    <a:pt x="11237" y="16374"/>
                  </a:lnTo>
                  <a:lnTo>
                    <a:pt x="12976" y="13385"/>
                  </a:lnTo>
                  <a:lnTo>
                    <a:pt x="14926" y="11492"/>
                  </a:lnTo>
                  <a:lnTo>
                    <a:pt x="19616" y="9004"/>
                  </a:lnTo>
                  <a:lnTo>
                    <a:pt x="19354" y="9004"/>
                  </a:lnTo>
                  <a:lnTo>
                    <a:pt x="22575" y="8242"/>
                  </a:lnTo>
                  <a:lnTo>
                    <a:pt x="44469" y="8242"/>
                  </a:lnTo>
                  <a:lnTo>
                    <a:pt x="44221" y="7703"/>
                  </a:lnTo>
                  <a:lnTo>
                    <a:pt x="41937" y="5012"/>
                  </a:lnTo>
                  <a:lnTo>
                    <a:pt x="35923" y="1002"/>
                  </a:lnTo>
                  <a:lnTo>
                    <a:pt x="32153" y="0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504616" y="4847183"/>
              <a:ext cx="515735" cy="95906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692835" y="5025415"/>
              <a:ext cx="652145" cy="97790"/>
            </a:xfrm>
            <a:custGeom>
              <a:avLst/>
              <a:gdLst/>
              <a:ahLst/>
              <a:cxnLst/>
              <a:rect l="l" t="t" r="r" b="b"/>
              <a:pathLst>
                <a:path w="652144" h="97789">
                  <a:moveTo>
                    <a:pt x="52362" y="58928"/>
                  </a:moveTo>
                  <a:lnTo>
                    <a:pt x="42557" y="58254"/>
                  </a:lnTo>
                  <a:lnTo>
                    <a:pt x="41668" y="62712"/>
                  </a:lnTo>
                  <a:lnTo>
                    <a:pt x="39827" y="66052"/>
                  </a:lnTo>
                  <a:lnTo>
                    <a:pt x="34251" y="70510"/>
                  </a:lnTo>
                  <a:lnTo>
                    <a:pt x="30975" y="71628"/>
                  </a:lnTo>
                  <a:lnTo>
                    <a:pt x="21767" y="71628"/>
                  </a:lnTo>
                  <a:lnTo>
                    <a:pt x="17513" y="69672"/>
                  </a:lnTo>
                  <a:lnTo>
                    <a:pt x="11353" y="61874"/>
                  </a:lnTo>
                  <a:lnTo>
                    <a:pt x="9804" y="56515"/>
                  </a:lnTo>
                  <a:lnTo>
                    <a:pt x="9804" y="42849"/>
                  </a:lnTo>
                  <a:lnTo>
                    <a:pt x="11353" y="37477"/>
                  </a:lnTo>
                  <a:lnTo>
                    <a:pt x="17513" y="29679"/>
                  </a:lnTo>
                  <a:lnTo>
                    <a:pt x="21767" y="27736"/>
                  </a:lnTo>
                  <a:lnTo>
                    <a:pt x="30975" y="27736"/>
                  </a:lnTo>
                  <a:lnTo>
                    <a:pt x="34188" y="28790"/>
                  </a:lnTo>
                  <a:lnTo>
                    <a:pt x="39458" y="33020"/>
                  </a:lnTo>
                  <a:lnTo>
                    <a:pt x="41224" y="36055"/>
                  </a:lnTo>
                  <a:lnTo>
                    <a:pt x="42113" y="39992"/>
                  </a:lnTo>
                  <a:lnTo>
                    <a:pt x="51917" y="39319"/>
                  </a:lnTo>
                  <a:lnTo>
                    <a:pt x="31559" y="18821"/>
                  </a:lnTo>
                  <a:lnTo>
                    <a:pt x="21691" y="18821"/>
                  </a:lnTo>
                  <a:lnTo>
                    <a:pt x="0" y="43446"/>
                  </a:lnTo>
                  <a:lnTo>
                    <a:pt x="0" y="55918"/>
                  </a:lnTo>
                  <a:lnTo>
                    <a:pt x="21691" y="80530"/>
                  </a:lnTo>
                  <a:lnTo>
                    <a:pt x="27178" y="80530"/>
                  </a:lnTo>
                  <a:lnTo>
                    <a:pt x="31559" y="80530"/>
                  </a:lnTo>
                  <a:lnTo>
                    <a:pt x="51536" y="63309"/>
                  </a:lnTo>
                  <a:lnTo>
                    <a:pt x="52362" y="58928"/>
                  </a:lnTo>
                  <a:close/>
                </a:path>
                <a:path w="652144" h="97789">
                  <a:moveTo>
                    <a:pt x="116967" y="36830"/>
                  </a:moveTo>
                  <a:lnTo>
                    <a:pt x="116255" y="33197"/>
                  </a:lnTo>
                  <a:lnTo>
                    <a:pt x="116205" y="32969"/>
                  </a:lnTo>
                  <a:lnTo>
                    <a:pt x="113550" y="27063"/>
                  </a:lnTo>
                  <a:lnTo>
                    <a:pt x="113157" y="26187"/>
                  </a:lnTo>
                  <a:lnTo>
                    <a:pt x="110934" y="23558"/>
                  </a:lnTo>
                  <a:lnTo>
                    <a:pt x="105067" y="19773"/>
                  </a:lnTo>
                  <a:lnTo>
                    <a:pt x="101485" y="18821"/>
                  </a:lnTo>
                  <a:lnTo>
                    <a:pt x="94208" y="18821"/>
                  </a:lnTo>
                  <a:lnTo>
                    <a:pt x="79540" y="28917"/>
                  </a:lnTo>
                  <a:lnTo>
                    <a:pt x="79540" y="114"/>
                  </a:lnTo>
                  <a:lnTo>
                    <a:pt x="70180" y="114"/>
                  </a:lnTo>
                  <a:lnTo>
                    <a:pt x="70180" y="79197"/>
                  </a:lnTo>
                  <a:lnTo>
                    <a:pt x="79540" y="79197"/>
                  </a:lnTo>
                  <a:lnTo>
                    <a:pt x="79654" y="38163"/>
                  </a:lnTo>
                  <a:lnTo>
                    <a:pt x="80962" y="34302"/>
                  </a:lnTo>
                  <a:lnTo>
                    <a:pt x="82067" y="33197"/>
                  </a:lnTo>
                  <a:lnTo>
                    <a:pt x="86690" y="28511"/>
                  </a:lnTo>
                  <a:lnTo>
                    <a:pt x="90487" y="27063"/>
                  </a:lnTo>
                  <a:lnTo>
                    <a:pt x="99402" y="27063"/>
                  </a:lnTo>
                  <a:lnTo>
                    <a:pt x="102552" y="28511"/>
                  </a:lnTo>
                  <a:lnTo>
                    <a:pt x="106591" y="33934"/>
                  </a:lnTo>
                  <a:lnTo>
                    <a:pt x="107607" y="38163"/>
                  </a:lnTo>
                  <a:lnTo>
                    <a:pt x="107607" y="79197"/>
                  </a:lnTo>
                  <a:lnTo>
                    <a:pt x="116967" y="79197"/>
                  </a:lnTo>
                  <a:lnTo>
                    <a:pt x="116967" y="36830"/>
                  </a:lnTo>
                  <a:close/>
                </a:path>
                <a:path w="652144" h="97789">
                  <a:moveTo>
                    <a:pt x="185686" y="43180"/>
                  </a:moveTo>
                  <a:lnTo>
                    <a:pt x="184823" y="38836"/>
                  </a:lnTo>
                  <a:lnTo>
                    <a:pt x="184785" y="38608"/>
                  </a:lnTo>
                  <a:lnTo>
                    <a:pt x="184670" y="38023"/>
                  </a:lnTo>
                  <a:lnTo>
                    <a:pt x="184581" y="37579"/>
                  </a:lnTo>
                  <a:lnTo>
                    <a:pt x="180124" y="28371"/>
                  </a:lnTo>
                  <a:lnTo>
                    <a:pt x="179565" y="27736"/>
                  </a:lnTo>
                  <a:lnTo>
                    <a:pt x="177038" y="24853"/>
                  </a:lnTo>
                  <a:lnTo>
                    <a:pt x="175437" y="23876"/>
                  </a:lnTo>
                  <a:lnTo>
                    <a:pt x="175437" y="44335"/>
                  </a:lnTo>
                  <a:lnTo>
                    <a:pt x="142697" y="44335"/>
                  </a:lnTo>
                  <a:lnTo>
                    <a:pt x="143510" y="38836"/>
                  </a:lnTo>
                  <a:lnTo>
                    <a:pt x="145389" y="34696"/>
                  </a:lnTo>
                  <a:lnTo>
                    <a:pt x="151257" y="29121"/>
                  </a:lnTo>
                  <a:lnTo>
                    <a:pt x="154990" y="27736"/>
                  </a:lnTo>
                  <a:lnTo>
                    <a:pt x="163893" y="27736"/>
                  </a:lnTo>
                  <a:lnTo>
                    <a:pt x="175437" y="44335"/>
                  </a:lnTo>
                  <a:lnTo>
                    <a:pt x="175437" y="23876"/>
                  </a:lnTo>
                  <a:lnTo>
                    <a:pt x="169291" y="20104"/>
                  </a:lnTo>
                  <a:lnTo>
                    <a:pt x="169456" y="20104"/>
                  </a:lnTo>
                  <a:lnTo>
                    <a:pt x="164642" y="18821"/>
                  </a:lnTo>
                  <a:lnTo>
                    <a:pt x="154089" y="18821"/>
                  </a:lnTo>
                  <a:lnTo>
                    <a:pt x="149402" y="20104"/>
                  </a:lnTo>
                  <a:lnTo>
                    <a:pt x="132892" y="55918"/>
                  </a:lnTo>
                  <a:lnTo>
                    <a:pt x="133985" y="61353"/>
                  </a:lnTo>
                  <a:lnTo>
                    <a:pt x="154393" y="80530"/>
                  </a:lnTo>
                  <a:lnTo>
                    <a:pt x="166192" y="80530"/>
                  </a:lnTo>
                  <a:lnTo>
                    <a:pt x="184683" y="62484"/>
                  </a:lnTo>
                  <a:lnTo>
                    <a:pt x="174663" y="61709"/>
                  </a:lnTo>
                  <a:lnTo>
                    <a:pt x="173697" y="64681"/>
                  </a:lnTo>
                  <a:lnTo>
                    <a:pt x="171970" y="67068"/>
                  </a:lnTo>
                  <a:lnTo>
                    <a:pt x="166992" y="70713"/>
                  </a:lnTo>
                  <a:lnTo>
                    <a:pt x="163817" y="71628"/>
                  </a:lnTo>
                  <a:lnTo>
                    <a:pt x="154838" y="71628"/>
                  </a:lnTo>
                  <a:lnTo>
                    <a:pt x="150774" y="70027"/>
                  </a:lnTo>
                  <a:lnTo>
                    <a:pt x="144754" y="63639"/>
                  </a:lnTo>
                  <a:lnTo>
                    <a:pt x="143065" y="58889"/>
                  </a:lnTo>
                  <a:lnTo>
                    <a:pt x="142697" y="52578"/>
                  </a:lnTo>
                  <a:lnTo>
                    <a:pt x="185686" y="52578"/>
                  </a:lnTo>
                  <a:lnTo>
                    <a:pt x="185686" y="44335"/>
                  </a:lnTo>
                  <a:lnTo>
                    <a:pt x="185686" y="43180"/>
                  </a:lnTo>
                  <a:close/>
                </a:path>
                <a:path w="652144" h="97789">
                  <a:moveTo>
                    <a:pt x="252857" y="58928"/>
                  </a:moveTo>
                  <a:lnTo>
                    <a:pt x="243052" y="58254"/>
                  </a:lnTo>
                  <a:lnTo>
                    <a:pt x="242163" y="62712"/>
                  </a:lnTo>
                  <a:lnTo>
                    <a:pt x="240334" y="66052"/>
                  </a:lnTo>
                  <a:lnTo>
                    <a:pt x="234759" y="70510"/>
                  </a:lnTo>
                  <a:lnTo>
                    <a:pt x="231470" y="71628"/>
                  </a:lnTo>
                  <a:lnTo>
                    <a:pt x="222262" y="71628"/>
                  </a:lnTo>
                  <a:lnTo>
                    <a:pt x="218008" y="69672"/>
                  </a:lnTo>
                  <a:lnTo>
                    <a:pt x="211848" y="61874"/>
                  </a:lnTo>
                  <a:lnTo>
                    <a:pt x="210312" y="56515"/>
                  </a:lnTo>
                  <a:lnTo>
                    <a:pt x="210312" y="42849"/>
                  </a:lnTo>
                  <a:lnTo>
                    <a:pt x="211848" y="37477"/>
                  </a:lnTo>
                  <a:lnTo>
                    <a:pt x="218008" y="29679"/>
                  </a:lnTo>
                  <a:lnTo>
                    <a:pt x="222262" y="27736"/>
                  </a:lnTo>
                  <a:lnTo>
                    <a:pt x="231470" y="27736"/>
                  </a:lnTo>
                  <a:lnTo>
                    <a:pt x="234683" y="28790"/>
                  </a:lnTo>
                  <a:lnTo>
                    <a:pt x="239953" y="33020"/>
                  </a:lnTo>
                  <a:lnTo>
                    <a:pt x="241719" y="36055"/>
                  </a:lnTo>
                  <a:lnTo>
                    <a:pt x="242608" y="39992"/>
                  </a:lnTo>
                  <a:lnTo>
                    <a:pt x="252412" y="39319"/>
                  </a:lnTo>
                  <a:lnTo>
                    <a:pt x="232067" y="18821"/>
                  </a:lnTo>
                  <a:lnTo>
                    <a:pt x="222186" y="18821"/>
                  </a:lnTo>
                  <a:lnTo>
                    <a:pt x="200507" y="43446"/>
                  </a:lnTo>
                  <a:lnTo>
                    <a:pt x="200507" y="55918"/>
                  </a:lnTo>
                  <a:lnTo>
                    <a:pt x="222186" y="80530"/>
                  </a:lnTo>
                  <a:lnTo>
                    <a:pt x="227685" y="80530"/>
                  </a:lnTo>
                  <a:lnTo>
                    <a:pt x="232067" y="80530"/>
                  </a:lnTo>
                  <a:lnTo>
                    <a:pt x="252044" y="63309"/>
                  </a:lnTo>
                  <a:lnTo>
                    <a:pt x="252857" y="58928"/>
                  </a:lnTo>
                  <a:close/>
                </a:path>
                <a:path w="652144" h="97789">
                  <a:moveTo>
                    <a:pt x="321259" y="79197"/>
                  </a:moveTo>
                  <a:lnTo>
                    <a:pt x="296862" y="45224"/>
                  </a:lnTo>
                  <a:lnTo>
                    <a:pt x="320141" y="20154"/>
                  </a:lnTo>
                  <a:lnTo>
                    <a:pt x="307657" y="20154"/>
                  </a:lnTo>
                  <a:lnTo>
                    <a:pt x="278930" y="51904"/>
                  </a:lnTo>
                  <a:lnTo>
                    <a:pt x="278930" y="114"/>
                  </a:lnTo>
                  <a:lnTo>
                    <a:pt x="269570" y="114"/>
                  </a:lnTo>
                  <a:lnTo>
                    <a:pt x="269570" y="79197"/>
                  </a:lnTo>
                  <a:lnTo>
                    <a:pt x="278930" y="79197"/>
                  </a:lnTo>
                  <a:lnTo>
                    <a:pt x="278930" y="63830"/>
                  </a:lnTo>
                  <a:lnTo>
                    <a:pt x="290512" y="51574"/>
                  </a:lnTo>
                  <a:lnTo>
                    <a:pt x="309892" y="79197"/>
                  </a:lnTo>
                  <a:lnTo>
                    <a:pt x="321259" y="79197"/>
                  </a:lnTo>
                  <a:close/>
                </a:path>
                <a:path w="652144" h="97789">
                  <a:moveTo>
                    <a:pt x="367931" y="0"/>
                  </a:moveTo>
                  <a:lnTo>
                    <a:pt x="358127" y="0"/>
                  </a:lnTo>
                  <a:lnTo>
                    <a:pt x="358127" y="10909"/>
                  </a:lnTo>
                  <a:lnTo>
                    <a:pt x="367931" y="10909"/>
                  </a:lnTo>
                  <a:lnTo>
                    <a:pt x="367931" y="0"/>
                  </a:lnTo>
                  <a:close/>
                </a:path>
                <a:path w="652144" h="97789">
                  <a:moveTo>
                    <a:pt x="388759" y="70954"/>
                  </a:moveTo>
                  <a:lnTo>
                    <a:pt x="368376" y="70954"/>
                  </a:lnTo>
                  <a:lnTo>
                    <a:pt x="368376" y="28397"/>
                  </a:lnTo>
                  <a:lnTo>
                    <a:pt x="368376" y="23837"/>
                  </a:lnTo>
                  <a:lnTo>
                    <a:pt x="368376" y="20154"/>
                  </a:lnTo>
                  <a:lnTo>
                    <a:pt x="336397" y="20154"/>
                  </a:lnTo>
                  <a:lnTo>
                    <a:pt x="336397" y="28397"/>
                  </a:lnTo>
                  <a:lnTo>
                    <a:pt x="359016" y="28397"/>
                  </a:lnTo>
                  <a:lnTo>
                    <a:pt x="359016" y="70954"/>
                  </a:lnTo>
                  <a:lnTo>
                    <a:pt x="335292" y="70954"/>
                  </a:lnTo>
                  <a:lnTo>
                    <a:pt x="335292" y="79197"/>
                  </a:lnTo>
                  <a:lnTo>
                    <a:pt x="388759" y="79197"/>
                  </a:lnTo>
                  <a:lnTo>
                    <a:pt x="388759" y="70954"/>
                  </a:lnTo>
                  <a:close/>
                </a:path>
                <a:path w="652144" h="97789">
                  <a:moveTo>
                    <a:pt x="450684" y="37058"/>
                  </a:moveTo>
                  <a:lnTo>
                    <a:pt x="434721" y="18821"/>
                  </a:lnTo>
                  <a:lnTo>
                    <a:pt x="427151" y="18821"/>
                  </a:lnTo>
                  <a:lnTo>
                    <a:pt x="411365" y="30149"/>
                  </a:lnTo>
                  <a:lnTo>
                    <a:pt x="411365" y="30314"/>
                  </a:lnTo>
                  <a:lnTo>
                    <a:pt x="411111" y="30708"/>
                  </a:lnTo>
                  <a:lnTo>
                    <a:pt x="411149" y="20154"/>
                  </a:lnTo>
                  <a:lnTo>
                    <a:pt x="402564" y="20154"/>
                  </a:lnTo>
                  <a:lnTo>
                    <a:pt x="402564" y="79197"/>
                  </a:lnTo>
                  <a:lnTo>
                    <a:pt x="411924" y="79197"/>
                  </a:lnTo>
                  <a:lnTo>
                    <a:pt x="411924" y="40246"/>
                  </a:lnTo>
                  <a:lnTo>
                    <a:pt x="412648" y="37185"/>
                  </a:lnTo>
                  <a:lnTo>
                    <a:pt x="413804" y="35191"/>
                  </a:lnTo>
                  <a:lnTo>
                    <a:pt x="415544" y="32207"/>
                  </a:lnTo>
                  <a:lnTo>
                    <a:pt x="417499" y="30314"/>
                  </a:lnTo>
                  <a:lnTo>
                    <a:pt x="422186" y="27825"/>
                  </a:lnTo>
                  <a:lnTo>
                    <a:pt x="421919" y="27825"/>
                  </a:lnTo>
                  <a:lnTo>
                    <a:pt x="425145" y="27063"/>
                  </a:lnTo>
                  <a:lnTo>
                    <a:pt x="432638" y="27063"/>
                  </a:lnTo>
                  <a:lnTo>
                    <a:pt x="435952" y="28498"/>
                  </a:lnTo>
                  <a:lnTo>
                    <a:pt x="440258" y="34213"/>
                  </a:lnTo>
                  <a:lnTo>
                    <a:pt x="441337" y="38392"/>
                  </a:lnTo>
                  <a:lnTo>
                    <a:pt x="441337" y="79197"/>
                  </a:lnTo>
                  <a:lnTo>
                    <a:pt x="450684" y="79197"/>
                  </a:lnTo>
                  <a:lnTo>
                    <a:pt x="450684" y="37058"/>
                  </a:lnTo>
                  <a:close/>
                </a:path>
                <a:path w="652144" h="97789">
                  <a:moveTo>
                    <a:pt x="519087" y="20154"/>
                  </a:moveTo>
                  <a:lnTo>
                    <a:pt x="510171" y="20154"/>
                  </a:lnTo>
                  <a:lnTo>
                    <a:pt x="510171" y="29514"/>
                  </a:lnTo>
                  <a:lnTo>
                    <a:pt x="509803" y="28613"/>
                  </a:lnTo>
                  <a:lnTo>
                    <a:pt x="509803" y="43370"/>
                  </a:lnTo>
                  <a:lnTo>
                    <a:pt x="509727" y="47447"/>
                  </a:lnTo>
                  <a:lnTo>
                    <a:pt x="509651" y="53543"/>
                  </a:lnTo>
                  <a:lnTo>
                    <a:pt x="508215" y="57962"/>
                  </a:lnTo>
                  <a:lnTo>
                    <a:pt x="508088" y="58343"/>
                  </a:lnTo>
                  <a:lnTo>
                    <a:pt x="502005" y="65405"/>
                  </a:lnTo>
                  <a:lnTo>
                    <a:pt x="497954" y="67170"/>
                  </a:lnTo>
                  <a:lnTo>
                    <a:pt x="487857" y="67170"/>
                  </a:lnTo>
                  <a:lnTo>
                    <a:pt x="483870" y="65405"/>
                  </a:lnTo>
                  <a:lnTo>
                    <a:pt x="478002" y="58343"/>
                  </a:lnTo>
                  <a:lnTo>
                    <a:pt x="476529" y="53543"/>
                  </a:lnTo>
                  <a:lnTo>
                    <a:pt x="476529" y="41363"/>
                  </a:lnTo>
                  <a:lnTo>
                    <a:pt x="477875" y="36855"/>
                  </a:lnTo>
                  <a:lnTo>
                    <a:pt x="477964" y="36550"/>
                  </a:lnTo>
                  <a:lnTo>
                    <a:pt x="483666" y="29514"/>
                  </a:lnTo>
                  <a:lnTo>
                    <a:pt x="487705" y="27736"/>
                  </a:lnTo>
                  <a:lnTo>
                    <a:pt x="496316" y="27736"/>
                  </a:lnTo>
                  <a:lnTo>
                    <a:pt x="509803" y="43370"/>
                  </a:lnTo>
                  <a:lnTo>
                    <a:pt x="509803" y="28613"/>
                  </a:lnTo>
                  <a:lnTo>
                    <a:pt x="496176" y="18821"/>
                  </a:lnTo>
                  <a:lnTo>
                    <a:pt x="487108" y="18821"/>
                  </a:lnTo>
                  <a:lnTo>
                    <a:pt x="482358" y="20154"/>
                  </a:lnTo>
                  <a:lnTo>
                    <a:pt x="482574" y="20154"/>
                  </a:lnTo>
                  <a:lnTo>
                    <a:pt x="475107" y="24955"/>
                  </a:lnTo>
                  <a:lnTo>
                    <a:pt x="472109" y="28308"/>
                  </a:lnTo>
                  <a:lnTo>
                    <a:pt x="467804" y="36855"/>
                  </a:lnTo>
                  <a:lnTo>
                    <a:pt x="466826" y="41363"/>
                  </a:lnTo>
                  <a:lnTo>
                    <a:pt x="466839" y="53543"/>
                  </a:lnTo>
                  <a:lnTo>
                    <a:pt x="487489" y="76073"/>
                  </a:lnTo>
                  <a:lnTo>
                    <a:pt x="496316" y="76073"/>
                  </a:lnTo>
                  <a:lnTo>
                    <a:pt x="499808" y="75145"/>
                  </a:lnTo>
                  <a:lnTo>
                    <a:pt x="506044" y="71437"/>
                  </a:lnTo>
                  <a:lnTo>
                    <a:pt x="508317" y="68948"/>
                  </a:lnTo>
                  <a:lnTo>
                    <a:pt x="509117" y="67170"/>
                  </a:lnTo>
                  <a:lnTo>
                    <a:pt x="509727" y="65824"/>
                  </a:lnTo>
                  <a:lnTo>
                    <a:pt x="509689" y="79794"/>
                  </a:lnTo>
                  <a:lnTo>
                    <a:pt x="508292" y="82943"/>
                  </a:lnTo>
                  <a:lnTo>
                    <a:pt x="502577" y="87249"/>
                  </a:lnTo>
                  <a:lnTo>
                    <a:pt x="498475" y="88328"/>
                  </a:lnTo>
                  <a:lnTo>
                    <a:pt x="488594" y="88328"/>
                  </a:lnTo>
                  <a:lnTo>
                    <a:pt x="485203" y="87528"/>
                  </a:lnTo>
                  <a:lnTo>
                    <a:pt x="480669" y="84340"/>
                  </a:lnTo>
                  <a:lnTo>
                    <a:pt x="479094" y="82169"/>
                  </a:lnTo>
                  <a:lnTo>
                    <a:pt x="478421" y="80086"/>
                  </a:lnTo>
                  <a:lnTo>
                    <a:pt x="478320" y="79794"/>
                  </a:lnTo>
                  <a:lnTo>
                    <a:pt x="478205" y="79413"/>
                  </a:lnTo>
                  <a:lnTo>
                    <a:pt x="468401" y="80086"/>
                  </a:lnTo>
                  <a:lnTo>
                    <a:pt x="469214" y="83502"/>
                  </a:lnTo>
                  <a:lnTo>
                    <a:pt x="488899" y="97243"/>
                  </a:lnTo>
                  <a:lnTo>
                    <a:pt x="498551" y="97243"/>
                  </a:lnTo>
                  <a:lnTo>
                    <a:pt x="519087" y="65824"/>
                  </a:lnTo>
                  <a:lnTo>
                    <a:pt x="519087" y="29514"/>
                  </a:lnTo>
                  <a:lnTo>
                    <a:pt x="519087" y="20154"/>
                  </a:lnTo>
                  <a:close/>
                </a:path>
                <a:path w="652144" h="97789">
                  <a:moveTo>
                    <a:pt x="651637" y="20154"/>
                  </a:moveTo>
                  <a:lnTo>
                    <a:pt x="628129" y="20154"/>
                  </a:lnTo>
                  <a:lnTo>
                    <a:pt x="628129" y="6350"/>
                  </a:lnTo>
                  <a:lnTo>
                    <a:pt x="618782" y="6350"/>
                  </a:lnTo>
                  <a:lnTo>
                    <a:pt x="618782" y="20154"/>
                  </a:lnTo>
                  <a:lnTo>
                    <a:pt x="599287" y="20154"/>
                  </a:lnTo>
                  <a:lnTo>
                    <a:pt x="599287" y="28397"/>
                  </a:lnTo>
                  <a:lnTo>
                    <a:pt x="618782" y="28397"/>
                  </a:lnTo>
                  <a:lnTo>
                    <a:pt x="618782" y="68427"/>
                  </a:lnTo>
                  <a:lnTo>
                    <a:pt x="620191" y="72517"/>
                  </a:lnTo>
                  <a:lnTo>
                    <a:pt x="625830" y="77863"/>
                  </a:lnTo>
                  <a:lnTo>
                    <a:pt x="630097" y="79197"/>
                  </a:lnTo>
                  <a:lnTo>
                    <a:pt x="651637" y="79197"/>
                  </a:lnTo>
                  <a:lnTo>
                    <a:pt x="651637" y="70954"/>
                  </a:lnTo>
                  <a:lnTo>
                    <a:pt x="633222" y="70954"/>
                  </a:lnTo>
                  <a:lnTo>
                    <a:pt x="631291" y="70307"/>
                  </a:lnTo>
                  <a:lnTo>
                    <a:pt x="628764" y="67703"/>
                  </a:lnTo>
                  <a:lnTo>
                    <a:pt x="628129" y="65684"/>
                  </a:lnTo>
                  <a:lnTo>
                    <a:pt x="628129" y="28397"/>
                  </a:lnTo>
                  <a:lnTo>
                    <a:pt x="651637" y="28397"/>
                  </a:lnTo>
                  <a:lnTo>
                    <a:pt x="651637" y="20154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364528" y="5025519"/>
              <a:ext cx="115511" cy="80424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563917" y="5025519"/>
              <a:ext cx="584464" cy="80424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230029" y="5025407"/>
              <a:ext cx="317461" cy="80535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2582913" y="5091017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69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9F1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" name="object 128"/>
          <p:cNvGrpSpPr/>
          <p:nvPr/>
        </p:nvGrpSpPr>
        <p:grpSpPr>
          <a:xfrm>
            <a:off x="5470680" y="2055726"/>
            <a:ext cx="944880" cy="99695"/>
            <a:chOff x="5470680" y="2055726"/>
            <a:chExt cx="944880" cy="99695"/>
          </a:xfrm>
        </p:grpSpPr>
        <p:sp>
          <p:nvSpPr>
            <p:cNvPr id="129" name="object 129"/>
            <p:cNvSpPr/>
            <p:nvPr/>
          </p:nvSpPr>
          <p:spPr>
            <a:xfrm>
              <a:off x="5470677" y="2057869"/>
              <a:ext cx="146050" cy="95250"/>
            </a:xfrm>
            <a:custGeom>
              <a:avLst/>
              <a:gdLst/>
              <a:ahLst/>
              <a:cxnLst/>
              <a:rect l="l" t="t" r="r" b="b"/>
              <a:pathLst>
                <a:path w="146050" h="95250">
                  <a:moveTo>
                    <a:pt x="60413" y="77736"/>
                  </a:moveTo>
                  <a:lnTo>
                    <a:pt x="19024" y="77736"/>
                  </a:lnTo>
                  <a:lnTo>
                    <a:pt x="19024" y="0"/>
                  </a:lnTo>
                  <a:lnTo>
                    <a:pt x="0" y="0"/>
                  </a:lnTo>
                  <a:lnTo>
                    <a:pt x="0" y="94907"/>
                  </a:lnTo>
                  <a:lnTo>
                    <a:pt x="60413" y="94907"/>
                  </a:lnTo>
                  <a:lnTo>
                    <a:pt x="60413" y="89484"/>
                  </a:lnTo>
                  <a:lnTo>
                    <a:pt x="60413" y="77736"/>
                  </a:lnTo>
                  <a:close/>
                </a:path>
                <a:path w="146050" h="95250">
                  <a:moveTo>
                    <a:pt x="145961" y="0"/>
                  </a:moveTo>
                  <a:lnTo>
                    <a:pt x="85547" y="0"/>
                  </a:lnTo>
                  <a:lnTo>
                    <a:pt x="85547" y="17157"/>
                  </a:lnTo>
                  <a:lnTo>
                    <a:pt x="106235" y="17157"/>
                  </a:lnTo>
                  <a:lnTo>
                    <a:pt x="106235" y="77736"/>
                  </a:lnTo>
                  <a:lnTo>
                    <a:pt x="85547" y="77736"/>
                  </a:lnTo>
                  <a:lnTo>
                    <a:pt x="85547" y="94907"/>
                  </a:lnTo>
                  <a:lnTo>
                    <a:pt x="145961" y="94907"/>
                  </a:lnTo>
                  <a:lnTo>
                    <a:pt x="145961" y="77736"/>
                  </a:lnTo>
                  <a:lnTo>
                    <a:pt x="125272" y="77736"/>
                  </a:lnTo>
                  <a:lnTo>
                    <a:pt x="125272" y="17157"/>
                  </a:lnTo>
                  <a:lnTo>
                    <a:pt x="145961" y="17157"/>
                  </a:lnTo>
                  <a:lnTo>
                    <a:pt x="145961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5640435" y="2057864"/>
              <a:ext cx="68437" cy="94903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5732665" y="2057864"/>
              <a:ext cx="60960" cy="95250"/>
            </a:xfrm>
            <a:custGeom>
              <a:avLst/>
              <a:gdLst/>
              <a:ahLst/>
              <a:cxnLst/>
              <a:rect l="l" t="t" r="r" b="b"/>
              <a:pathLst>
                <a:path w="60960" h="95250">
                  <a:moveTo>
                    <a:pt x="60417" y="0"/>
                  </a:moveTo>
                  <a:lnTo>
                    <a:pt x="0" y="0"/>
                  </a:lnTo>
                  <a:lnTo>
                    <a:pt x="0" y="17161"/>
                  </a:lnTo>
                  <a:lnTo>
                    <a:pt x="20690" y="17161"/>
                  </a:lnTo>
                  <a:lnTo>
                    <a:pt x="20690" y="77741"/>
                  </a:lnTo>
                  <a:lnTo>
                    <a:pt x="0" y="77741"/>
                  </a:lnTo>
                  <a:lnTo>
                    <a:pt x="0" y="94903"/>
                  </a:lnTo>
                  <a:lnTo>
                    <a:pt x="60417" y="94903"/>
                  </a:lnTo>
                  <a:lnTo>
                    <a:pt x="60417" y="77741"/>
                  </a:lnTo>
                  <a:lnTo>
                    <a:pt x="39725" y="77741"/>
                  </a:lnTo>
                  <a:lnTo>
                    <a:pt x="39725" y="17161"/>
                  </a:lnTo>
                  <a:lnTo>
                    <a:pt x="60417" y="17161"/>
                  </a:lnTo>
                  <a:lnTo>
                    <a:pt x="60417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816341" y="2057864"/>
              <a:ext cx="245945" cy="94903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6085544" y="2057864"/>
              <a:ext cx="60960" cy="95250"/>
            </a:xfrm>
            <a:custGeom>
              <a:avLst/>
              <a:gdLst/>
              <a:ahLst/>
              <a:cxnLst/>
              <a:rect l="l" t="t" r="r" b="b"/>
              <a:pathLst>
                <a:path w="60960" h="95250">
                  <a:moveTo>
                    <a:pt x="60417" y="0"/>
                  </a:moveTo>
                  <a:lnTo>
                    <a:pt x="0" y="0"/>
                  </a:lnTo>
                  <a:lnTo>
                    <a:pt x="0" y="17161"/>
                  </a:lnTo>
                  <a:lnTo>
                    <a:pt x="20690" y="17161"/>
                  </a:lnTo>
                  <a:lnTo>
                    <a:pt x="20690" y="77741"/>
                  </a:lnTo>
                  <a:lnTo>
                    <a:pt x="0" y="77741"/>
                  </a:lnTo>
                  <a:lnTo>
                    <a:pt x="0" y="94903"/>
                  </a:lnTo>
                  <a:lnTo>
                    <a:pt x="60417" y="94903"/>
                  </a:lnTo>
                  <a:lnTo>
                    <a:pt x="60417" y="77741"/>
                  </a:lnTo>
                  <a:lnTo>
                    <a:pt x="39726" y="77741"/>
                  </a:lnTo>
                  <a:lnTo>
                    <a:pt x="39726" y="17161"/>
                  </a:lnTo>
                  <a:lnTo>
                    <a:pt x="60417" y="17161"/>
                  </a:lnTo>
                  <a:lnTo>
                    <a:pt x="60417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168150" y="2055726"/>
              <a:ext cx="71645" cy="99180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6260646" y="2057864"/>
              <a:ext cx="63500" cy="95250"/>
            </a:xfrm>
            <a:custGeom>
              <a:avLst/>
              <a:gdLst/>
              <a:ahLst/>
              <a:cxnLst/>
              <a:rect l="l" t="t" r="r" b="b"/>
              <a:pathLst>
                <a:path w="63500" h="95250">
                  <a:moveTo>
                    <a:pt x="18552" y="0"/>
                  </a:moveTo>
                  <a:lnTo>
                    <a:pt x="0" y="0"/>
                  </a:lnTo>
                  <a:lnTo>
                    <a:pt x="0" y="94903"/>
                  </a:lnTo>
                  <a:lnTo>
                    <a:pt x="18230" y="94903"/>
                  </a:lnTo>
                  <a:lnTo>
                    <a:pt x="18230" y="33615"/>
                  </a:lnTo>
                  <a:lnTo>
                    <a:pt x="15184" y="26517"/>
                  </a:lnTo>
                  <a:lnTo>
                    <a:pt x="18230" y="25822"/>
                  </a:lnTo>
                  <a:lnTo>
                    <a:pt x="29636" y="25822"/>
                  </a:lnTo>
                  <a:lnTo>
                    <a:pt x="18552" y="0"/>
                  </a:lnTo>
                  <a:close/>
                </a:path>
                <a:path w="63500" h="95250">
                  <a:moveTo>
                    <a:pt x="29636" y="25822"/>
                  </a:moveTo>
                  <a:lnTo>
                    <a:pt x="18230" y="25822"/>
                  </a:lnTo>
                  <a:lnTo>
                    <a:pt x="18230" y="33615"/>
                  </a:lnTo>
                  <a:lnTo>
                    <a:pt x="44538" y="94903"/>
                  </a:lnTo>
                  <a:lnTo>
                    <a:pt x="63091" y="94903"/>
                  </a:lnTo>
                  <a:lnTo>
                    <a:pt x="63091" y="69027"/>
                  </a:lnTo>
                  <a:lnTo>
                    <a:pt x="44860" y="69027"/>
                  </a:lnTo>
                  <a:lnTo>
                    <a:pt x="44860" y="61287"/>
                  </a:lnTo>
                  <a:lnTo>
                    <a:pt x="29636" y="25822"/>
                  </a:lnTo>
                  <a:close/>
                </a:path>
                <a:path w="63500" h="95250">
                  <a:moveTo>
                    <a:pt x="44860" y="61287"/>
                  </a:moveTo>
                  <a:lnTo>
                    <a:pt x="44860" y="69027"/>
                  </a:lnTo>
                  <a:lnTo>
                    <a:pt x="47906" y="68385"/>
                  </a:lnTo>
                  <a:lnTo>
                    <a:pt x="44860" y="61287"/>
                  </a:lnTo>
                  <a:close/>
                </a:path>
                <a:path w="63500" h="95250">
                  <a:moveTo>
                    <a:pt x="63091" y="0"/>
                  </a:moveTo>
                  <a:lnTo>
                    <a:pt x="44860" y="0"/>
                  </a:lnTo>
                  <a:lnTo>
                    <a:pt x="44860" y="61287"/>
                  </a:lnTo>
                  <a:lnTo>
                    <a:pt x="47906" y="68385"/>
                  </a:lnTo>
                  <a:lnTo>
                    <a:pt x="44860" y="69027"/>
                  </a:lnTo>
                  <a:lnTo>
                    <a:pt x="63091" y="69027"/>
                  </a:lnTo>
                  <a:lnTo>
                    <a:pt x="63091" y="0"/>
                  </a:lnTo>
                  <a:close/>
                </a:path>
                <a:path w="63500" h="95250">
                  <a:moveTo>
                    <a:pt x="18230" y="25822"/>
                  </a:moveTo>
                  <a:lnTo>
                    <a:pt x="15184" y="26517"/>
                  </a:lnTo>
                  <a:lnTo>
                    <a:pt x="18230" y="33615"/>
                  </a:lnTo>
                  <a:lnTo>
                    <a:pt x="18230" y="25822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345871" y="2055726"/>
              <a:ext cx="69081" cy="99180"/>
            </a:xfrm>
            <a:prstGeom prst="rect">
              <a:avLst/>
            </a:prstGeom>
          </p:spPr>
        </p:pic>
      </p:grpSp>
      <p:sp>
        <p:nvSpPr>
          <p:cNvPr id="137" name="object 137"/>
          <p:cNvSpPr/>
          <p:nvPr/>
        </p:nvSpPr>
        <p:spPr>
          <a:xfrm>
            <a:off x="5460342" y="2330635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69">
                <a:moveTo>
                  <a:pt x="62378" y="0"/>
                </a:moveTo>
                <a:lnTo>
                  <a:pt x="0" y="0"/>
                </a:lnTo>
                <a:lnTo>
                  <a:pt x="0" y="13635"/>
                </a:lnTo>
                <a:lnTo>
                  <a:pt x="62378" y="13635"/>
                </a:lnTo>
                <a:lnTo>
                  <a:pt x="62378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8" name="object 138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5591783" y="2290781"/>
            <a:ext cx="316348" cy="80534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5990559" y="2290891"/>
            <a:ext cx="717351" cy="80424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6789672" y="2297130"/>
            <a:ext cx="118741" cy="74185"/>
          </a:xfrm>
          <a:prstGeom prst="rect">
            <a:avLst/>
          </a:prstGeom>
        </p:spPr>
      </p:pic>
      <p:grpSp>
        <p:nvGrpSpPr>
          <p:cNvPr id="141" name="object 141"/>
          <p:cNvGrpSpPr/>
          <p:nvPr/>
        </p:nvGrpSpPr>
        <p:grpSpPr>
          <a:xfrm>
            <a:off x="6993516" y="2289110"/>
            <a:ext cx="499109" cy="99060"/>
            <a:chOff x="6993516" y="2289110"/>
            <a:chExt cx="499109" cy="99060"/>
          </a:xfrm>
        </p:grpSpPr>
        <p:pic>
          <p:nvPicPr>
            <p:cNvPr id="142" name="object 14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993516" y="2289110"/>
              <a:ext cx="452911" cy="82651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7478507" y="2313392"/>
              <a:ext cx="13970" cy="74930"/>
            </a:xfrm>
            <a:custGeom>
              <a:avLst/>
              <a:gdLst/>
              <a:ahLst/>
              <a:cxnLst/>
              <a:rect l="l" t="t" r="r" b="b"/>
              <a:pathLst>
                <a:path w="13970" h="7493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  <a:path w="13970" h="74930">
                  <a:moveTo>
                    <a:pt x="13590" y="42997"/>
                  </a:moveTo>
                  <a:lnTo>
                    <a:pt x="223" y="42997"/>
                  </a:lnTo>
                  <a:lnTo>
                    <a:pt x="223" y="56586"/>
                  </a:lnTo>
                  <a:lnTo>
                    <a:pt x="6238" y="56586"/>
                  </a:lnTo>
                  <a:lnTo>
                    <a:pt x="223" y="74631"/>
                  </a:lnTo>
                  <a:lnTo>
                    <a:pt x="6906" y="74631"/>
                  </a:lnTo>
                  <a:lnTo>
                    <a:pt x="13590" y="55472"/>
                  </a:lnTo>
                  <a:lnTo>
                    <a:pt x="13590" y="4299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" name="object 144"/>
          <p:cNvGrpSpPr/>
          <p:nvPr/>
        </p:nvGrpSpPr>
        <p:grpSpPr>
          <a:xfrm>
            <a:off x="7592349" y="2290891"/>
            <a:ext cx="518795" cy="97155"/>
            <a:chOff x="7592349" y="2290891"/>
            <a:chExt cx="518795" cy="97155"/>
          </a:xfrm>
        </p:grpSpPr>
        <p:pic>
          <p:nvPicPr>
            <p:cNvPr id="145" name="object 14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592349" y="2290891"/>
              <a:ext cx="387637" cy="97132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8000035" y="2309608"/>
              <a:ext cx="111125" cy="60960"/>
            </a:xfrm>
            <a:custGeom>
              <a:avLst/>
              <a:gdLst/>
              <a:ahLst/>
              <a:cxnLst/>
              <a:rect l="l" t="t" r="r" b="b"/>
              <a:pathLst>
                <a:path w="111125" h="60960">
                  <a:moveTo>
                    <a:pt x="40093" y="23507"/>
                  </a:moveTo>
                  <a:lnTo>
                    <a:pt x="0" y="23507"/>
                  </a:lnTo>
                  <a:lnTo>
                    <a:pt x="0" y="32308"/>
                  </a:lnTo>
                  <a:lnTo>
                    <a:pt x="40093" y="32308"/>
                  </a:lnTo>
                  <a:lnTo>
                    <a:pt x="40093" y="23507"/>
                  </a:lnTo>
                  <a:close/>
                </a:path>
                <a:path w="111125" h="60960">
                  <a:moveTo>
                    <a:pt x="110947" y="18237"/>
                  </a:moveTo>
                  <a:lnTo>
                    <a:pt x="110159" y="14465"/>
                  </a:lnTo>
                  <a:lnTo>
                    <a:pt x="107289" y="8242"/>
                  </a:lnTo>
                  <a:lnTo>
                    <a:pt x="107048" y="7708"/>
                  </a:lnTo>
                  <a:lnTo>
                    <a:pt x="104762" y="5016"/>
                  </a:lnTo>
                  <a:lnTo>
                    <a:pt x="98742" y="1003"/>
                  </a:lnTo>
                  <a:lnTo>
                    <a:pt x="94970" y="0"/>
                  </a:lnTo>
                  <a:lnTo>
                    <a:pt x="87401" y="0"/>
                  </a:lnTo>
                  <a:lnTo>
                    <a:pt x="71615" y="11341"/>
                  </a:lnTo>
                  <a:lnTo>
                    <a:pt x="71615" y="11518"/>
                  </a:lnTo>
                  <a:lnTo>
                    <a:pt x="71361" y="11887"/>
                  </a:lnTo>
                  <a:lnTo>
                    <a:pt x="71399" y="1333"/>
                  </a:lnTo>
                  <a:lnTo>
                    <a:pt x="62826" y="1333"/>
                  </a:lnTo>
                  <a:lnTo>
                    <a:pt x="62826" y="60375"/>
                  </a:lnTo>
                  <a:lnTo>
                    <a:pt x="72174" y="60375"/>
                  </a:lnTo>
                  <a:lnTo>
                    <a:pt x="72174" y="21424"/>
                  </a:lnTo>
                  <a:lnTo>
                    <a:pt x="72898" y="18364"/>
                  </a:lnTo>
                  <a:lnTo>
                    <a:pt x="74053" y="16370"/>
                  </a:lnTo>
                  <a:lnTo>
                    <a:pt x="75793" y="13385"/>
                  </a:lnTo>
                  <a:lnTo>
                    <a:pt x="77749" y="11493"/>
                  </a:lnTo>
                  <a:lnTo>
                    <a:pt x="82435" y="9004"/>
                  </a:lnTo>
                  <a:lnTo>
                    <a:pt x="82169" y="9004"/>
                  </a:lnTo>
                  <a:lnTo>
                    <a:pt x="85394" y="8242"/>
                  </a:lnTo>
                  <a:lnTo>
                    <a:pt x="92900" y="8242"/>
                  </a:lnTo>
                  <a:lnTo>
                    <a:pt x="96202" y="9677"/>
                  </a:lnTo>
                  <a:lnTo>
                    <a:pt x="100507" y="15392"/>
                  </a:lnTo>
                  <a:lnTo>
                    <a:pt x="101587" y="19570"/>
                  </a:lnTo>
                  <a:lnTo>
                    <a:pt x="101587" y="60375"/>
                  </a:lnTo>
                  <a:lnTo>
                    <a:pt x="110947" y="60375"/>
                  </a:lnTo>
                  <a:lnTo>
                    <a:pt x="110947" y="1823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7" name="object 147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8197197" y="2297130"/>
            <a:ext cx="448903" cy="74185"/>
          </a:xfrm>
          <a:prstGeom prst="rect">
            <a:avLst/>
          </a:prstGeom>
        </p:spPr>
      </p:pic>
      <p:grpSp>
        <p:nvGrpSpPr>
          <p:cNvPr id="148" name="object 148"/>
          <p:cNvGrpSpPr/>
          <p:nvPr/>
        </p:nvGrpSpPr>
        <p:grpSpPr>
          <a:xfrm>
            <a:off x="8730756" y="2290891"/>
            <a:ext cx="256540" cy="80645"/>
            <a:chOff x="8730756" y="2290891"/>
            <a:chExt cx="256540" cy="80645"/>
          </a:xfrm>
        </p:grpSpPr>
        <p:sp>
          <p:nvSpPr>
            <p:cNvPr id="149" name="object 149"/>
            <p:cNvSpPr/>
            <p:nvPr/>
          </p:nvSpPr>
          <p:spPr>
            <a:xfrm>
              <a:off x="8730756" y="2309605"/>
              <a:ext cx="49530" cy="62230"/>
            </a:xfrm>
            <a:custGeom>
              <a:avLst/>
              <a:gdLst/>
              <a:ahLst/>
              <a:cxnLst/>
              <a:rect l="l" t="t" r="r" b="b"/>
              <a:pathLst>
                <a:path w="49529" h="62230">
                  <a:moveTo>
                    <a:pt x="28850" y="0"/>
                  </a:moveTo>
                  <a:lnTo>
                    <a:pt x="19122" y="0"/>
                  </a:lnTo>
                  <a:lnTo>
                    <a:pt x="15038" y="779"/>
                  </a:lnTo>
                  <a:lnTo>
                    <a:pt x="8354" y="3898"/>
                  </a:lnTo>
                  <a:lnTo>
                    <a:pt x="5829" y="6015"/>
                  </a:lnTo>
                  <a:lnTo>
                    <a:pt x="2414" y="11362"/>
                  </a:lnTo>
                  <a:lnTo>
                    <a:pt x="1559" y="14406"/>
                  </a:lnTo>
                  <a:lnTo>
                    <a:pt x="1559" y="21015"/>
                  </a:lnTo>
                  <a:lnTo>
                    <a:pt x="28144" y="36388"/>
                  </a:lnTo>
                  <a:lnTo>
                    <a:pt x="31412" y="37148"/>
                  </a:lnTo>
                  <a:lnTo>
                    <a:pt x="35867" y="38708"/>
                  </a:lnTo>
                  <a:lnTo>
                    <a:pt x="37390" y="39655"/>
                  </a:lnTo>
                  <a:lnTo>
                    <a:pt x="39023" y="41883"/>
                  </a:lnTo>
                  <a:lnTo>
                    <a:pt x="39432" y="43294"/>
                  </a:lnTo>
                  <a:lnTo>
                    <a:pt x="39432" y="47675"/>
                  </a:lnTo>
                  <a:lnTo>
                    <a:pt x="38225" y="49643"/>
                  </a:lnTo>
                  <a:lnTo>
                    <a:pt x="33398" y="52167"/>
                  </a:lnTo>
                  <a:lnTo>
                    <a:pt x="30001" y="52798"/>
                  </a:lnTo>
                  <a:lnTo>
                    <a:pt x="20941" y="52798"/>
                  </a:lnTo>
                  <a:lnTo>
                    <a:pt x="17284" y="51760"/>
                  </a:lnTo>
                  <a:lnTo>
                    <a:pt x="12011" y="47600"/>
                  </a:lnTo>
                  <a:lnTo>
                    <a:pt x="10396" y="44742"/>
                  </a:lnTo>
                  <a:lnTo>
                    <a:pt x="9803" y="41103"/>
                  </a:lnTo>
                  <a:lnTo>
                    <a:pt x="0" y="41771"/>
                  </a:lnTo>
                  <a:lnTo>
                    <a:pt x="20496" y="61710"/>
                  </a:lnTo>
                  <a:lnTo>
                    <a:pt x="25619" y="61710"/>
                  </a:lnTo>
                  <a:lnTo>
                    <a:pt x="30076" y="61710"/>
                  </a:lnTo>
                  <a:lnTo>
                    <a:pt x="49011" y="48492"/>
                  </a:lnTo>
                  <a:lnTo>
                    <a:pt x="49011" y="41734"/>
                  </a:lnTo>
                  <a:lnTo>
                    <a:pt x="22278" y="26808"/>
                  </a:lnTo>
                  <a:lnTo>
                    <a:pt x="19419" y="26158"/>
                  </a:lnTo>
                  <a:lnTo>
                    <a:pt x="15111" y="24747"/>
                  </a:lnTo>
                  <a:lnTo>
                    <a:pt x="13552" y="23801"/>
                  </a:lnTo>
                  <a:lnTo>
                    <a:pt x="11621" y="21424"/>
                  </a:lnTo>
                  <a:lnTo>
                    <a:pt x="11139" y="19827"/>
                  </a:lnTo>
                  <a:lnTo>
                    <a:pt x="11139" y="15298"/>
                  </a:lnTo>
                  <a:lnTo>
                    <a:pt x="12179" y="13181"/>
                  </a:lnTo>
                  <a:lnTo>
                    <a:pt x="16337" y="9765"/>
                  </a:lnTo>
                  <a:lnTo>
                    <a:pt x="19530" y="8911"/>
                  </a:lnTo>
                  <a:lnTo>
                    <a:pt x="26511" y="8911"/>
                  </a:lnTo>
                  <a:lnTo>
                    <a:pt x="38096" y="19604"/>
                  </a:lnTo>
                  <a:lnTo>
                    <a:pt x="47898" y="18936"/>
                  </a:lnTo>
                  <a:lnTo>
                    <a:pt x="32952" y="872"/>
                  </a:lnTo>
                  <a:lnTo>
                    <a:pt x="2885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8799818" y="2290891"/>
              <a:ext cx="187134" cy="80424"/>
            </a:xfrm>
            <a:prstGeom prst="rect">
              <a:avLst/>
            </a:prstGeom>
          </p:spPr>
        </p:pic>
      </p:grpSp>
      <p:sp>
        <p:nvSpPr>
          <p:cNvPr id="151" name="object 151"/>
          <p:cNvSpPr/>
          <p:nvPr/>
        </p:nvSpPr>
        <p:spPr>
          <a:xfrm>
            <a:off x="9058237" y="2309609"/>
            <a:ext cx="325120" cy="62230"/>
          </a:xfrm>
          <a:custGeom>
            <a:avLst/>
            <a:gdLst/>
            <a:ahLst/>
            <a:cxnLst/>
            <a:rect l="l" t="t" r="r" b="b"/>
            <a:pathLst>
              <a:path w="325120" h="62230">
                <a:moveTo>
                  <a:pt x="62382" y="1333"/>
                </a:moveTo>
                <a:lnTo>
                  <a:pt x="52133" y="1333"/>
                </a:lnTo>
                <a:lnTo>
                  <a:pt x="44450" y="50571"/>
                </a:lnTo>
                <a:lnTo>
                  <a:pt x="35750" y="9575"/>
                </a:lnTo>
                <a:lnTo>
                  <a:pt x="26619" y="9575"/>
                </a:lnTo>
                <a:lnTo>
                  <a:pt x="17932" y="50571"/>
                </a:lnTo>
                <a:lnTo>
                  <a:pt x="10248" y="1333"/>
                </a:lnTo>
                <a:lnTo>
                  <a:pt x="0" y="1333"/>
                </a:lnTo>
                <a:lnTo>
                  <a:pt x="11696" y="60375"/>
                </a:lnTo>
                <a:lnTo>
                  <a:pt x="23393" y="60375"/>
                </a:lnTo>
                <a:lnTo>
                  <a:pt x="31191" y="23177"/>
                </a:lnTo>
                <a:lnTo>
                  <a:pt x="38989" y="60375"/>
                </a:lnTo>
                <a:lnTo>
                  <a:pt x="50800" y="60375"/>
                </a:lnTo>
                <a:lnTo>
                  <a:pt x="62382" y="1333"/>
                </a:lnTo>
                <a:close/>
              </a:path>
              <a:path w="325120" h="62230">
                <a:moveTo>
                  <a:pt x="124879" y="24028"/>
                </a:moveTo>
                <a:lnTo>
                  <a:pt x="123863" y="19088"/>
                </a:lnTo>
                <a:lnTo>
                  <a:pt x="119405" y="9880"/>
                </a:lnTo>
                <a:lnTo>
                  <a:pt x="118554" y="8915"/>
                </a:lnTo>
                <a:lnTo>
                  <a:pt x="116268" y="6311"/>
                </a:lnTo>
                <a:lnTo>
                  <a:pt x="115176" y="5638"/>
                </a:lnTo>
                <a:lnTo>
                  <a:pt x="115176" y="24028"/>
                </a:lnTo>
                <a:lnTo>
                  <a:pt x="115176" y="37693"/>
                </a:lnTo>
                <a:lnTo>
                  <a:pt x="113677" y="43053"/>
                </a:lnTo>
                <a:lnTo>
                  <a:pt x="107657" y="50850"/>
                </a:lnTo>
                <a:lnTo>
                  <a:pt x="103441" y="52806"/>
                </a:lnTo>
                <a:lnTo>
                  <a:pt x="92608" y="52806"/>
                </a:lnTo>
                <a:lnTo>
                  <a:pt x="88392" y="50850"/>
                </a:lnTo>
                <a:lnTo>
                  <a:pt x="82372" y="43053"/>
                </a:lnTo>
                <a:lnTo>
                  <a:pt x="80873" y="37693"/>
                </a:lnTo>
                <a:lnTo>
                  <a:pt x="80873" y="24028"/>
                </a:lnTo>
                <a:lnTo>
                  <a:pt x="82257" y="19088"/>
                </a:lnTo>
                <a:lnTo>
                  <a:pt x="82372" y="18656"/>
                </a:lnTo>
                <a:lnTo>
                  <a:pt x="88392" y="10858"/>
                </a:lnTo>
                <a:lnTo>
                  <a:pt x="92608" y="8915"/>
                </a:lnTo>
                <a:lnTo>
                  <a:pt x="103441" y="8915"/>
                </a:lnTo>
                <a:lnTo>
                  <a:pt x="107657" y="10858"/>
                </a:lnTo>
                <a:lnTo>
                  <a:pt x="113677" y="18656"/>
                </a:lnTo>
                <a:lnTo>
                  <a:pt x="115176" y="24028"/>
                </a:lnTo>
                <a:lnTo>
                  <a:pt x="115176" y="5638"/>
                </a:lnTo>
                <a:lnTo>
                  <a:pt x="108178" y="1270"/>
                </a:lnTo>
                <a:lnTo>
                  <a:pt x="103441" y="0"/>
                </a:lnTo>
                <a:lnTo>
                  <a:pt x="92608" y="0"/>
                </a:lnTo>
                <a:lnTo>
                  <a:pt x="71170" y="24028"/>
                </a:lnTo>
                <a:lnTo>
                  <a:pt x="71183" y="37693"/>
                </a:lnTo>
                <a:lnTo>
                  <a:pt x="92608" y="61709"/>
                </a:lnTo>
                <a:lnTo>
                  <a:pt x="103441" y="61709"/>
                </a:lnTo>
                <a:lnTo>
                  <a:pt x="124853" y="37693"/>
                </a:lnTo>
                <a:lnTo>
                  <a:pt x="124879" y="24028"/>
                </a:lnTo>
                <a:close/>
              </a:path>
              <a:path w="325120" h="62230">
                <a:moveTo>
                  <a:pt x="191592" y="1333"/>
                </a:moveTo>
                <a:lnTo>
                  <a:pt x="175221" y="1333"/>
                </a:lnTo>
                <a:lnTo>
                  <a:pt x="171843" y="2578"/>
                </a:lnTo>
                <a:lnTo>
                  <a:pt x="166789" y="7556"/>
                </a:lnTo>
                <a:lnTo>
                  <a:pt x="165227" y="11366"/>
                </a:lnTo>
                <a:lnTo>
                  <a:pt x="165277" y="12687"/>
                </a:lnTo>
                <a:lnTo>
                  <a:pt x="165214" y="11531"/>
                </a:lnTo>
                <a:lnTo>
                  <a:pt x="165100" y="9575"/>
                </a:lnTo>
                <a:lnTo>
                  <a:pt x="164846" y="5016"/>
                </a:lnTo>
                <a:lnTo>
                  <a:pt x="164706" y="2578"/>
                </a:lnTo>
                <a:lnTo>
                  <a:pt x="164630" y="1333"/>
                </a:lnTo>
                <a:lnTo>
                  <a:pt x="141465" y="1333"/>
                </a:lnTo>
                <a:lnTo>
                  <a:pt x="141465" y="9575"/>
                </a:lnTo>
                <a:lnTo>
                  <a:pt x="156832" y="9575"/>
                </a:lnTo>
                <a:lnTo>
                  <a:pt x="156832" y="52133"/>
                </a:lnTo>
                <a:lnTo>
                  <a:pt x="141465" y="52133"/>
                </a:lnTo>
                <a:lnTo>
                  <a:pt x="141465" y="60375"/>
                </a:lnTo>
                <a:lnTo>
                  <a:pt x="184912" y="60375"/>
                </a:lnTo>
                <a:lnTo>
                  <a:pt x="184912" y="56591"/>
                </a:lnTo>
                <a:lnTo>
                  <a:pt x="184912" y="52133"/>
                </a:lnTo>
                <a:lnTo>
                  <a:pt x="166192" y="52133"/>
                </a:lnTo>
                <a:lnTo>
                  <a:pt x="166192" y="21463"/>
                </a:lnTo>
                <a:lnTo>
                  <a:pt x="166712" y="18732"/>
                </a:lnTo>
                <a:lnTo>
                  <a:pt x="167462" y="17157"/>
                </a:lnTo>
                <a:lnTo>
                  <a:pt x="168795" y="14351"/>
                </a:lnTo>
                <a:lnTo>
                  <a:pt x="170294" y="12687"/>
                </a:lnTo>
                <a:lnTo>
                  <a:pt x="174231" y="10375"/>
                </a:lnTo>
                <a:lnTo>
                  <a:pt x="176669" y="9804"/>
                </a:lnTo>
                <a:lnTo>
                  <a:pt x="191592" y="9804"/>
                </a:lnTo>
                <a:lnTo>
                  <a:pt x="191592" y="1333"/>
                </a:lnTo>
                <a:close/>
              </a:path>
              <a:path w="325120" h="62230">
                <a:moveTo>
                  <a:pt x="256197" y="41732"/>
                </a:moveTo>
                <a:lnTo>
                  <a:pt x="229463" y="26809"/>
                </a:lnTo>
                <a:lnTo>
                  <a:pt x="226606" y="26162"/>
                </a:lnTo>
                <a:lnTo>
                  <a:pt x="222300" y="24752"/>
                </a:lnTo>
                <a:lnTo>
                  <a:pt x="220738" y="23799"/>
                </a:lnTo>
                <a:lnTo>
                  <a:pt x="218808" y="21424"/>
                </a:lnTo>
                <a:lnTo>
                  <a:pt x="218325" y="19824"/>
                </a:lnTo>
                <a:lnTo>
                  <a:pt x="218325" y="15303"/>
                </a:lnTo>
                <a:lnTo>
                  <a:pt x="219367" y="13182"/>
                </a:lnTo>
                <a:lnTo>
                  <a:pt x="223520" y="9766"/>
                </a:lnTo>
                <a:lnTo>
                  <a:pt x="226720" y="8915"/>
                </a:lnTo>
                <a:lnTo>
                  <a:pt x="233692" y="8915"/>
                </a:lnTo>
                <a:lnTo>
                  <a:pt x="245287" y="19608"/>
                </a:lnTo>
                <a:lnTo>
                  <a:pt x="255079" y="18935"/>
                </a:lnTo>
                <a:lnTo>
                  <a:pt x="236042" y="0"/>
                </a:lnTo>
                <a:lnTo>
                  <a:pt x="226314" y="0"/>
                </a:lnTo>
                <a:lnTo>
                  <a:pt x="208749" y="14414"/>
                </a:lnTo>
                <a:lnTo>
                  <a:pt x="208749" y="21018"/>
                </a:lnTo>
                <a:lnTo>
                  <a:pt x="235331" y="36385"/>
                </a:lnTo>
                <a:lnTo>
                  <a:pt x="238594" y="37147"/>
                </a:lnTo>
                <a:lnTo>
                  <a:pt x="243052" y="38709"/>
                </a:lnTo>
                <a:lnTo>
                  <a:pt x="244576" y="39662"/>
                </a:lnTo>
                <a:lnTo>
                  <a:pt x="246214" y="41884"/>
                </a:lnTo>
                <a:lnTo>
                  <a:pt x="246621" y="43294"/>
                </a:lnTo>
                <a:lnTo>
                  <a:pt x="246621" y="47675"/>
                </a:lnTo>
                <a:lnTo>
                  <a:pt x="245414" y="49644"/>
                </a:lnTo>
                <a:lnTo>
                  <a:pt x="240588" y="52171"/>
                </a:lnTo>
                <a:lnTo>
                  <a:pt x="237185" y="52806"/>
                </a:lnTo>
                <a:lnTo>
                  <a:pt x="228130" y="52806"/>
                </a:lnTo>
                <a:lnTo>
                  <a:pt x="224472" y="51765"/>
                </a:lnTo>
                <a:lnTo>
                  <a:pt x="219202" y="47599"/>
                </a:lnTo>
                <a:lnTo>
                  <a:pt x="217576" y="44742"/>
                </a:lnTo>
                <a:lnTo>
                  <a:pt x="216992" y="41109"/>
                </a:lnTo>
                <a:lnTo>
                  <a:pt x="207187" y="41770"/>
                </a:lnTo>
                <a:lnTo>
                  <a:pt x="227685" y="61709"/>
                </a:lnTo>
                <a:lnTo>
                  <a:pt x="232803" y="61709"/>
                </a:lnTo>
                <a:lnTo>
                  <a:pt x="237261" y="61709"/>
                </a:lnTo>
                <a:lnTo>
                  <a:pt x="256197" y="48488"/>
                </a:lnTo>
                <a:lnTo>
                  <a:pt x="256197" y="41732"/>
                </a:lnTo>
                <a:close/>
              </a:path>
              <a:path w="325120" h="62230">
                <a:moveTo>
                  <a:pt x="324929" y="24358"/>
                </a:moveTo>
                <a:lnTo>
                  <a:pt x="324065" y="20015"/>
                </a:lnTo>
                <a:lnTo>
                  <a:pt x="324015" y="19786"/>
                </a:lnTo>
                <a:lnTo>
                  <a:pt x="323900" y="19202"/>
                </a:lnTo>
                <a:lnTo>
                  <a:pt x="323811" y="18757"/>
                </a:lnTo>
                <a:lnTo>
                  <a:pt x="319354" y="9550"/>
                </a:lnTo>
                <a:lnTo>
                  <a:pt x="318795" y="8915"/>
                </a:lnTo>
                <a:lnTo>
                  <a:pt x="316268" y="6032"/>
                </a:lnTo>
                <a:lnTo>
                  <a:pt x="314680" y="5067"/>
                </a:lnTo>
                <a:lnTo>
                  <a:pt x="314680" y="25514"/>
                </a:lnTo>
                <a:lnTo>
                  <a:pt x="281927" y="25514"/>
                </a:lnTo>
                <a:lnTo>
                  <a:pt x="282740" y="20015"/>
                </a:lnTo>
                <a:lnTo>
                  <a:pt x="284619" y="15875"/>
                </a:lnTo>
                <a:lnTo>
                  <a:pt x="290487" y="10299"/>
                </a:lnTo>
                <a:lnTo>
                  <a:pt x="294220" y="8915"/>
                </a:lnTo>
                <a:lnTo>
                  <a:pt x="303136" y="8915"/>
                </a:lnTo>
                <a:lnTo>
                  <a:pt x="314680" y="25514"/>
                </a:lnTo>
                <a:lnTo>
                  <a:pt x="314680" y="5067"/>
                </a:lnTo>
                <a:lnTo>
                  <a:pt x="308521" y="1282"/>
                </a:lnTo>
                <a:lnTo>
                  <a:pt x="308686" y="1282"/>
                </a:lnTo>
                <a:lnTo>
                  <a:pt x="303872" y="0"/>
                </a:lnTo>
                <a:lnTo>
                  <a:pt x="293331" y="0"/>
                </a:lnTo>
                <a:lnTo>
                  <a:pt x="288632" y="1282"/>
                </a:lnTo>
                <a:lnTo>
                  <a:pt x="272122" y="37096"/>
                </a:lnTo>
                <a:lnTo>
                  <a:pt x="273227" y="42532"/>
                </a:lnTo>
                <a:lnTo>
                  <a:pt x="293624" y="61709"/>
                </a:lnTo>
                <a:lnTo>
                  <a:pt x="305435" y="61709"/>
                </a:lnTo>
                <a:lnTo>
                  <a:pt x="310718" y="60020"/>
                </a:lnTo>
                <a:lnTo>
                  <a:pt x="319417" y="53263"/>
                </a:lnTo>
                <a:lnTo>
                  <a:pt x="319722" y="52806"/>
                </a:lnTo>
                <a:lnTo>
                  <a:pt x="322364" y="48945"/>
                </a:lnTo>
                <a:lnTo>
                  <a:pt x="323926" y="43662"/>
                </a:lnTo>
                <a:lnTo>
                  <a:pt x="313893" y="42887"/>
                </a:lnTo>
                <a:lnTo>
                  <a:pt x="312928" y="45859"/>
                </a:lnTo>
                <a:lnTo>
                  <a:pt x="311200" y="48247"/>
                </a:lnTo>
                <a:lnTo>
                  <a:pt x="306235" y="51892"/>
                </a:lnTo>
                <a:lnTo>
                  <a:pt x="303060" y="52806"/>
                </a:lnTo>
                <a:lnTo>
                  <a:pt x="294068" y="52806"/>
                </a:lnTo>
                <a:lnTo>
                  <a:pt x="290004" y="51206"/>
                </a:lnTo>
                <a:lnTo>
                  <a:pt x="283984" y="44818"/>
                </a:lnTo>
                <a:lnTo>
                  <a:pt x="282295" y="40068"/>
                </a:lnTo>
                <a:lnTo>
                  <a:pt x="281927" y="33756"/>
                </a:lnTo>
                <a:lnTo>
                  <a:pt x="324929" y="33756"/>
                </a:lnTo>
                <a:lnTo>
                  <a:pt x="324929" y="25514"/>
                </a:lnTo>
                <a:lnTo>
                  <a:pt x="324929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2" name="object 152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9464817" y="2289110"/>
            <a:ext cx="251741" cy="82651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9800101" y="2290781"/>
            <a:ext cx="115399" cy="79197"/>
          </a:xfrm>
          <a:prstGeom prst="rect">
            <a:avLst/>
          </a:prstGeom>
        </p:spPr>
      </p:pic>
      <p:grpSp>
        <p:nvGrpSpPr>
          <p:cNvPr id="154" name="object 154"/>
          <p:cNvGrpSpPr/>
          <p:nvPr/>
        </p:nvGrpSpPr>
        <p:grpSpPr>
          <a:xfrm>
            <a:off x="5590669" y="2457977"/>
            <a:ext cx="248920" cy="80645"/>
            <a:chOff x="5590669" y="2457977"/>
            <a:chExt cx="248920" cy="80645"/>
          </a:xfrm>
        </p:grpSpPr>
        <p:pic>
          <p:nvPicPr>
            <p:cNvPr id="155" name="object 15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5590669" y="2457977"/>
              <a:ext cx="181565" cy="80424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5792285" y="2457977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89" h="79375">
                  <a:moveTo>
                    <a:pt x="9356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9356" y="79087"/>
                  </a:lnTo>
                  <a:lnTo>
                    <a:pt x="9469" y="38059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6" y="33083"/>
                  </a:lnTo>
                  <a:lnTo>
                    <a:pt x="8242" y="32859"/>
                  </a:lnTo>
                  <a:lnTo>
                    <a:pt x="8985" y="29593"/>
                  </a:lnTo>
                  <a:lnTo>
                    <a:pt x="9356" y="28808"/>
                  </a:lnTo>
                  <a:lnTo>
                    <a:pt x="9356" y="0"/>
                  </a:lnTo>
                  <a:close/>
                </a:path>
                <a:path w="46989" h="79375">
                  <a:moveTo>
                    <a:pt x="43370" y="26957"/>
                  </a:moveTo>
                  <a:lnTo>
                    <a:pt x="29220" y="26957"/>
                  </a:lnTo>
                  <a:lnTo>
                    <a:pt x="32376" y="28404"/>
                  </a:lnTo>
                  <a:lnTo>
                    <a:pt x="36405" y="33826"/>
                  </a:lnTo>
                  <a:lnTo>
                    <a:pt x="37426" y="38059"/>
                  </a:lnTo>
                  <a:lnTo>
                    <a:pt x="37426" y="79087"/>
                  </a:lnTo>
                  <a:lnTo>
                    <a:pt x="46782" y="79087"/>
                  </a:lnTo>
                  <a:lnTo>
                    <a:pt x="46782" y="36722"/>
                  </a:lnTo>
                  <a:lnTo>
                    <a:pt x="46069" y="33083"/>
                  </a:lnTo>
                  <a:lnTo>
                    <a:pt x="46025" y="32859"/>
                  </a:lnTo>
                  <a:lnTo>
                    <a:pt x="43370" y="26957"/>
                  </a:lnTo>
                  <a:close/>
                </a:path>
                <a:path w="46989" h="79375">
                  <a:moveTo>
                    <a:pt x="9356" y="28808"/>
                  </a:moveTo>
                  <a:lnTo>
                    <a:pt x="8985" y="29593"/>
                  </a:lnTo>
                  <a:lnTo>
                    <a:pt x="8242" y="32859"/>
                  </a:lnTo>
                  <a:lnTo>
                    <a:pt x="9356" y="33083"/>
                  </a:lnTo>
                  <a:lnTo>
                    <a:pt x="9356" y="28808"/>
                  </a:lnTo>
                  <a:close/>
                </a:path>
                <a:path w="46989" h="79375">
                  <a:moveTo>
                    <a:pt x="31300" y="18713"/>
                  </a:moveTo>
                  <a:lnTo>
                    <a:pt x="24022" y="18713"/>
                  </a:lnTo>
                  <a:lnTo>
                    <a:pt x="21200" y="19215"/>
                  </a:lnTo>
                  <a:lnTo>
                    <a:pt x="16001" y="21220"/>
                  </a:lnTo>
                  <a:lnTo>
                    <a:pt x="13811" y="22760"/>
                  </a:lnTo>
                  <a:lnTo>
                    <a:pt x="10230" y="26957"/>
                  </a:lnTo>
                  <a:lnTo>
                    <a:pt x="9356" y="28808"/>
                  </a:lnTo>
                  <a:lnTo>
                    <a:pt x="9356" y="33083"/>
                  </a:lnTo>
                  <a:lnTo>
                    <a:pt x="11885" y="33083"/>
                  </a:lnTo>
                  <a:lnTo>
                    <a:pt x="16503" y="28404"/>
                  </a:lnTo>
                  <a:lnTo>
                    <a:pt x="20309" y="26957"/>
                  </a:lnTo>
                  <a:lnTo>
                    <a:pt x="43370" y="26957"/>
                  </a:lnTo>
                  <a:lnTo>
                    <a:pt x="42976" y="26084"/>
                  </a:lnTo>
                  <a:lnTo>
                    <a:pt x="40749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157"/>
          <p:cNvGrpSpPr/>
          <p:nvPr/>
        </p:nvGrpSpPr>
        <p:grpSpPr>
          <a:xfrm>
            <a:off x="5919352" y="2457866"/>
            <a:ext cx="504190" cy="80645"/>
            <a:chOff x="5919352" y="2457866"/>
            <a:chExt cx="504190" cy="80645"/>
          </a:xfrm>
        </p:grpSpPr>
        <p:pic>
          <p:nvPicPr>
            <p:cNvPr id="158" name="object 15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919352" y="2457866"/>
              <a:ext cx="454388" cy="80534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6409164" y="2523474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1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1" y="1359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/>
          <p:nvPr/>
        </p:nvSpPr>
        <p:spPr>
          <a:xfrm>
            <a:off x="5460342" y="2709362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69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1" name="object 161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5583539" y="2667836"/>
            <a:ext cx="326373" cy="82651"/>
          </a:xfrm>
          <a:prstGeom prst="rect">
            <a:avLst/>
          </a:prstGeom>
        </p:spPr>
      </p:pic>
      <p:pic>
        <p:nvPicPr>
          <p:cNvPr id="162" name="object 162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5990559" y="2669507"/>
            <a:ext cx="115845" cy="80535"/>
          </a:xfrm>
          <a:prstGeom prst="rect">
            <a:avLst/>
          </a:prstGeom>
        </p:spPr>
      </p:pic>
      <p:pic>
        <p:nvPicPr>
          <p:cNvPr id="163" name="object 163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6191062" y="2669507"/>
            <a:ext cx="854138" cy="95906"/>
          </a:xfrm>
          <a:prstGeom prst="rect">
            <a:avLst/>
          </a:prstGeom>
        </p:spPr>
      </p:pic>
      <p:pic>
        <p:nvPicPr>
          <p:cNvPr id="164" name="object 164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7125624" y="2669507"/>
            <a:ext cx="453024" cy="97243"/>
          </a:xfrm>
          <a:prstGeom prst="rect">
            <a:avLst/>
          </a:prstGeom>
        </p:spPr>
      </p:pic>
      <p:grpSp>
        <p:nvGrpSpPr>
          <p:cNvPr id="165" name="object 165"/>
          <p:cNvGrpSpPr/>
          <p:nvPr/>
        </p:nvGrpSpPr>
        <p:grpSpPr>
          <a:xfrm>
            <a:off x="7654728" y="2669507"/>
            <a:ext cx="256540" cy="79375"/>
            <a:chOff x="7654728" y="2669507"/>
            <a:chExt cx="256540" cy="79375"/>
          </a:xfrm>
        </p:grpSpPr>
        <p:pic>
          <p:nvPicPr>
            <p:cNvPr id="166" name="object 166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7654728" y="2669507"/>
              <a:ext cx="189363" cy="79198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7864140" y="2669618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7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7" y="79086"/>
                  </a:lnTo>
                  <a:lnTo>
                    <a:pt x="9471" y="38058"/>
                  </a:lnTo>
                  <a:lnTo>
                    <a:pt x="10786" y="34197"/>
                  </a:lnTo>
                  <a:lnTo>
                    <a:pt x="11886" y="33082"/>
                  </a:lnTo>
                  <a:lnTo>
                    <a:pt x="9357" y="33082"/>
                  </a:lnTo>
                  <a:lnTo>
                    <a:pt x="8243" y="32859"/>
                  </a:lnTo>
                  <a:lnTo>
                    <a:pt x="8985" y="29592"/>
                  </a:lnTo>
                  <a:lnTo>
                    <a:pt x="9357" y="28804"/>
                  </a:lnTo>
                  <a:lnTo>
                    <a:pt x="9357" y="0"/>
                  </a:lnTo>
                  <a:close/>
                </a:path>
                <a:path w="46990" h="79375">
                  <a:moveTo>
                    <a:pt x="43371" y="26955"/>
                  </a:moveTo>
                  <a:lnTo>
                    <a:pt x="29221" y="26955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4" y="79086"/>
                  </a:lnTo>
                  <a:lnTo>
                    <a:pt x="46784" y="36722"/>
                  </a:lnTo>
                  <a:lnTo>
                    <a:pt x="46069" y="33082"/>
                  </a:lnTo>
                  <a:lnTo>
                    <a:pt x="46026" y="32859"/>
                  </a:lnTo>
                  <a:lnTo>
                    <a:pt x="43371" y="26955"/>
                  </a:lnTo>
                  <a:close/>
                </a:path>
                <a:path w="46990" h="79375">
                  <a:moveTo>
                    <a:pt x="9357" y="28804"/>
                  </a:moveTo>
                  <a:lnTo>
                    <a:pt x="8985" y="29592"/>
                  </a:lnTo>
                  <a:lnTo>
                    <a:pt x="8243" y="32859"/>
                  </a:lnTo>
                  <a:lnTo>
                    <a:pt x="9357" y="33082"/>
                  </a:lnTo>
                  <a:lnTo>
                    <a:pt x="9357" y="28804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19"/>
                  </a:lnTo>
                  <a:lnTo>
                    <a:pt x="13812" y="22760"/>
                  </a:lnTo>
                  <a:lnTo>
                    <a:pt x="10230" y="26955"/>
                  </a:lnTo>
                  <a:lnTo>
                    <a:pt x="9357" y="28804"/>
                  </a:lnTo>
                  <a:lnTo>
                    <a:pt x="9357" y="33082"/>
                  </a:lnTo>
                  <a:lnTo>
                    <a:pt x="11886" y="33082"/>
                  </a:lnTo>
                  <a:lnTo>
                    <a:pt x="16504" y="28404"/>
                  </a:lnTo>
                  <a:lnTo>
                    <a:pt x="20309" y="26955"/>
                  </a:lnTo>
                  <a:lnTo>
                    <a:pt x="43371" y="26955"/>
                  </a:lnTo>
                  <a:lnTo>
                    <a:pt x="42978" y="26083"/>
                  </a:lnTo>
                  <a:lnTo>
                    <a:pt x="40750" y="23448"/>
                  </a:lnTo>
                  <a:lnTo>
                    <a:pt x="34884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8" name="object 168"/>
          <p:cNvGrpSpPr/>
          <p:nvPr/>
        </p:nvGrpSpPr>
        <p:grpSpPr>
          <a:xfrm>
            <a:off x="7994467" y="2669507"/>
            <a:ext cx="1051560" cy="80645"/>
            <a:chOff x="7994467" y="2669507"/>
            <a:chExt cx="1051560" cy="80645"/>
          </a:xfrm>
        </p:grpSpPr>
        <p:pic>
          <p:nvPicPr>
            <p:cNvPr id="169" name="object 169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7994467" y="2669618"/>
              <a:ext cx="317461" cy="80424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8334207" y="2669507"/>
              <a:ext cx="711782" cy="80535"/>
            </a:xfrm>
            <a:prstGeom prst="rect">
              <a:avLst/>
            </a:prstGeom>
          </p:spPr>
        </p:pic>
      </p:grpSp>
      <p:grpSp>
        <p:nvGrpSpPr>
          <p:cNvPr id="171" name="object 171"/>
          <p:cNvGrpSpPr/>
          <p:nvPr/>
        </p:nvGrpSpPr>
        <p:grpSpPr>
          <a:xfrm>
            <a:off x="9129628" y="2669618"/>
            <a:ext cx="384810" cy="97155"/>
            <a:chOff x="9129628" y="2669618"/>
            <a:chExt cx="384810" cy="97155"/>
          </a:xfrm>
        </p:grpSpPr>
        <p:pic>
          <p:nvPicPr>
            <p:cNvPr id="172" name="object 172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9129628" y="2688332"/>
              <a:ext cx="249863" cy="78418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9399541" y="2669618"/>
              <a:ext cx="114287" cy="80424"/>
            </a:xfrm>
            <a:prstGeom prst="rect">
              <a:avLst/>
            </a:prstGeom>
          </p:spPr>
        </p:pic>
      </p:grpSp>
      <p:grpSp>
        <p:nvGrpSpPr>
          <p:cNvPr id="174" name="object 174"/>
          <p:cNvGrpSpPr/>
          <p:nvPr/>
        </p:nvGrpSpPr>
        <p:grpSpPr>
          <a:xfrm>
            <a:off x="9596256" y="2669618"/>
            <a:ext cx="320040" cy="80645"/>
            <a:chOff x="9596256" y="2669618"/>
            <a:chExt cx="320040" cy="80645"/>
          </a:xfrm>
        </p:grpSpPr>
        <p:pic>
          <p:nvPicPr>
            <p:cNvPr id="175" name="object 175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9596256" y="2675857"/>
              <a:ext cx="252855" cy="74185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9869163" y="2669618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6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6" y="79086"/>
                  </a:lnTo>
                  <a:lnTo>
                    <a:pt x="9469" y="38058"/>
                  </a:lnTo>
                  <a:lnTo>
                    <a:pt x="10786" y="34197"/>
                  </a:lnTo>
                  <a:lnTo>
                    <a:pt x="11886" y="33082"/>
                  </a:lnTo>
                  <a:lnTo>
                    <a:pt x="9356" y="33082"/>
                  </a:lnTo>
                  <a:lnTo>
                    <a:pt x="8242" y="32859"/>
                  </a:lnTo>
                  <a:lnTo>
                    <a:pt x="8985" y="29592"/>
                  </a:lnTo>
                  <a:lnTo>
                    <a:pt x="9356" y="28806"/>
                  </a:lnTo>
                  <a:lnTo>
                    <a:pt x="9356" y="0"/>
                  </a:lnTo>
                  <a:close/>
                </a:path>
                <a:path w="46990" h="79375">
                  <a:moveTo>
                    <a:pt x="43371" y="26955"/>
                  </a:moveTo>
                  <a:lnTo>
                    <a:pt x="29220" y="26955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2" y="79086"/>
                  </a:lnTo>
                  <a:lnTo>
                    <a:pt x="46782" y="36722"/>
                  </a:lnTo>
                  <a:lnTo>
                    <a:pt x="46069" y="33082"/>
                  </a:lnTo>
                  <a:lnTo>
                    <a:pt x="46025" y="32859"/>
                  </a:lnTo>
                  <a:lnTo>
                    <a:pt x="43371" y="26955"/>
                  </a:lnTo>
                  <a:close/>
                </a:path>
                <a:path w="46990" h="79375">
                  <a:moveTo>
                    <a:pt x="9356" y="28806"/>
                  </a:moveTo>
                  <a:lnTo>
                    <a:pt x="8985" y="29592"/>
                  </a:lnTo>
                  <a:lnTo>
                    <a:pt x="8242" y="32859"/>
                  </a:lnTo>
                  <a:lnTo>
                    <a:pt x="9356" y="33082"/>
                  </a:lnTo>
                  <a:lnTo>
                    <a:pt x="9356" y="28806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2" y="18713"/>
                  </a:lnTo>
                  <a:lnTo>
                    <a:pt x="21200" y="19215"/>
                  </a:lnTo>
                  <a:lnTo>
                    <a:pt x="16001" y="21219"/>
                  </a:lnTo>
                  <a:lnTo>
                    <a:pt x="13811" y="22760"/>
                  </a:lnTo>
                  <a:lnTo>
                    <a:pt x="10230" y="26955"/>
                  </a:lnTo>
                  <a:lnTo>
                    <a:pt x="9356" y="28806"/>
                  </a:lnTo>
                  <a:lnTo>
                    <a:pt x="9356" y="33082"/>
                  </a:lnTo>
                  <a:lnTo>
                    <a:pt x="11886" y="33082"/>
                  </a:lnTo>
                  <a:lnTo>
                    <a:pt x="16503" y="28404"/>
                  </a:lnTo>
                  <a:lnTo>
                    <a:pt x="20309" y="26955"/>
                  </a:lnTo>
                  <a:lnTo>
                    <a:pt x="43371" y="26955"/>
                  </a:lnTo>
                  <a:lnTo>
                    <a:pt x="42978" y="26083"/>
                  </a:lnTo>
                  <a:lnTo>
                    <a:pt x="40749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7" name="object 177"/>
          <p:cNvGrpSpPr/>
          <p:nvPr/>
        </p:nvGrpSpPr>
        <p:grpSpPr>
          <a:xfrm>
            <a:off x="5598466" y="2832248"/>
            <a:ext cx="244475" cy="95885"/>
            <a:chOff x="5598466" y="2832248"/>
            <a:chExt cx="244475" cy="95885"/>
          </a:xfrm>
        </p:grpSpPr>
        <p:sp>
          <p:nvSpPr>
            <p:cNvPr id="178" name="object 178"/>
            <p:cNvSpPr/>
            <p:nvPr/>
          </p:nvSpPr>
          <p:spPr>
            <a:xfrm>
              <a:off x="5598466" y="2832248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31189" y="0"/>
                  </a:moveTo>
                  <a:lnTo>
                    <a:pt x="21832" y="0"/>
                  </a:lnTo>
                  <a:lnTo>
                    <a:pt x="16040" y="5123"/>
                  </a:lnTo>
                  <a:lnTo>
                    <a:pt x="0" y="42476"/>
                  </a:lnTo>
                  <a:lnTo>
                    <a:pt x="0" y="53318"/>
                  </a:lnTo>
                  <a:lnTo>
                    <a:pt x="16040" y="90671"/>
                  </a:lnTo>
                  <a:lnTo>
                    <a:pt x="21832" y="95794"/>
                  </a:lnTo>
                  <a:lnTo>
                    <a:pt x="31189" y="95794"/>
                  </a:lnTo>
                  <a:lnTo>
                    <a:pt x="25619" y="90448"/>
                  </a:lnTo>
                  <a:lnTo>
                    <a:pt x="21276" y="85120"/>
                  </a:lnTo>
                  <a:lnTo>
                    <a:pt x="15038" y="74500"/>
                  </a:lnTo>
                  <a:lnTo>
                    <a:pt x="12847" y="69190"/>
                  </a:lnTo>
                  <a:lnTo>
                    <a:pt x="10322" y="58572"/>
                  </a:lnTo>
                  <a:lnTo>
                    <a:pt x="9691" y="53243"/>
                  </a:lnTo>
                  <a:lnTo>
                    <a:pt x="9691" y="42550"/>
                  </a:lnTo>
                  <a:lnTo>
                    <a:pt x="25619" y="5271"/>
                  </a:lnTo>
                  <a:lnTo>
                    <a:pt x="31189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5654161" y="2834921"/>
              <a:ext cx="188248" cy="80868"/>
            </a:xfrm>
            <a:prstGeom prst="rect">
              <a:avLst/>
            </a:prstGeom>
          </p:spPr>
        </p:pic>
      </p:grpSp>
      <p:pic>
        <p:nvPicPr>
          <p:cNvPr id="180" name="object 180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5925953" y="2836591"/>
            <a:ext cx="780844" cy="80535"/>
          </a:xfrm>
          <a:prstGeom prst="rect">
            <a:avLst/>
          </a:prstGeom>
        </p:spPr>
      </p:pic>
      <p:sp>
        <p:nvSpPr>
          <p:cNvPr id="181" name="object 181"/>
          <p:cNvSpPr/>
          <p:nvPr/>
        </p:nvSpPr>
        <p:spPr>
          <a:xfrm>
            <a:off x="6793674" y="2855416"/>
            <a:ext cx="248920" cy="62230"/>
          </a:xfrm>
          <a:custGeom>
            <a:avLst/>
            <a:gdLst/>
            <a:ahLst/>
            <a:cxnLst/>
            <a:rect l="l" t="t" r="r" b="b"/>
            <a:pathLst>
              <a:path w="248920" h="62230">
                <a:moveTo>
                  <a:pt x="50126" y="1346"/>
                </a:moveTo>
                <a:lnTo>
                  <a:pt x="33756" y="1346"/>
                </a:lnTo>
                <a:lnTo>
                  <a:pt x="30378" y="2590"/>
                </a:lnTo>
                <a:lnTo>
                  <a:pt x="25323" y="7556"/>
                </a:lnTo>
                <a:lnTo>
                  <a:pt x="23761" y="11366"/>
                </a:lnTo>
                <a:lnTo>
                  <a:pt x="23812" y="12687"/>
                </a:lnTo>
                <a:lnTo>
                  <a:pt x="23749" y="11531"/>
                </a:lnTo>
                <a:lnTo>
                  <a:pt x="23634" y="9588"/>
                </a:lnTo>
                <a:lnTo>
                  <a:pt x="23380" y="5016"/>
                </a:lnTo>
                <a:lnTo>
                  <a:pt x="23241" y="2590"/>
                </a:lnTo>
                <a:lnTo>
                  <a:pt x="23177" y="1346"/>
                </a:lnTo>
                <a:lnTo>
                  <a:pt x="0" y="1346"/>
                </a:lnTo>
                <a:lnTo>
                  <a:pt x="0" y="9588"/>
                </a:lnTo>
                <a:lnTo>
                  <a:pt x="15379" y="9588"/>
                </a:lnTo>
                <a:lnTo>
                  <a:pt x="15379" y="52133"/>
                </a:lnTo>
                <a:lnTo>
                  <a:pt x="0" y="52133"/>
                </a:lnTo>
                <a:lnTo>
                  <a:pt x="0" y="60375"/>
                </a:lnTo>
                <a:lnTo>
                  <a:pt x="43446" y="60375"/>
                </a:lnTo>
                <a:lnTo>
                  <a:pt x="43446" y="56591"/>
                </a:lnTo>
                <a:lnTo>
                  <a:pt x="43446" y="52133"/>
                </a:lnTo>
                <a:lnTo>
                  <a:pt x="24726" y="52133"/>
                </a:lnTo>
                <a:lnTo>
                  <a:pt x="24726" y="21463"/>
                </a:lnTo>
                <a:lnTo>
                  <a:pt x="25247" y="18732"/>
                </a:lnTo>
                <a:lnTo>
                  <a:pt x="25996" y="17157"/>
                </a:lnTo>
                <a:lnTo>
                  <a:pt x="27330" y="14351"/>
                </a:lnTo>
                <a:lnTo>
                  <a:pt x="28829" y="12687"/>
                </a:lnTo>
                <a:lnTo>
                  <a:pt x="32766" y="10388"/>
                </a:lnTo>
                <a:lnTo>
                  <a:pt x="35204" y="9804"/>
                </a:lnTo>
                <a:lnTo>
                  <a:pt x="50126" y="9804"/>
                </a:lnTo>
                <a:lnTo>
                  <a:pt x="50126" y="1346"/>
                </a:lnTo>
                <a:close/>
              </a:path>
              <a:path w="248920" h="62230">
                <a:moveTo>
                  <a:pt x="117081" y="24028"/>
                </a:moveTo>
                <a:lnTo>
                  <a:pt x="116065" y="19088"/>
                </a:lnTo>
                <a:lnTo>
                  <a:pt x="111620" y="9880"/>
                </a:lnTo>
                <a:lnTo>
                  <a:pt x="110769" y="8915"/>
                </a:lnTo>
                <a:lnTo>
                  <a:pt x="108483" y="6311"/>
                </a:lnTo>
                <a:lnTo>
                  <a:pt x="107378" y="5626"/>
                </a:lnTo>
                <a:lnTo>
                  <a:pt x="107378" y="24028"/>
                </a:lnTo>
                <a:lnTo>
                  <a:pt x="107378" y="37693"/>
                </a:lnTo>
                <a:lnTo>
                  <a:pt x="105879" y="43053"/>
                </a:lnTo>
                <a:lnTo>
                  <a:pt x="99860" y="50850"/>
                </a:lnTo>
                <a:lnTo>
                  <a:pt x="95643" y="52806"/>
                </a:lnTo>
                <a:lnTo>
                  <a:pt x="84810" y="52806"/>
                </a:lnTo>
                <a:lnTo>
                  <a:pt x="80594" y="50850"/>
                </a:lnTo>
                <a:lnTo>
                  <a:pt x="74574" y="43053"/>
                </a:lnTo>
                <a:lnTo>
                  <a:pt x="73075" y="37693"/>
                </a:lnTo>
                <a:lnTo>
                  <a:pt x="73075" y="24028"/>
                </a:lnTo>
                <a:lnTo>
                  <a:pt x="74460" y="19088"/>
                </a:lnTo>
                <a:lnTo>
                  <a:pt x="74574" y="18669"/>
                </a:lnTo>
                <a:lnTo>
                  <a:pt x="80594" y="10871"/>
                </a:lnTo>
                <a:lnTo>
                  <a:pt x="84810" y="8915"/>
                </a:lnTo>
                <a:lnTo>
                  <a:pt x="95643" y="8915"/>
                </a:lnTo>
                <a:lnTo>
                  <a:pt x="99860" y="10871"/>
                </a:lnTo>
                <a:lnTo>
                  <a:pt x="105879" y="18669"/>
                </a:lnTo>
                <a:lnTo>
                  <a:pt x="107378" y="24028"/>
                </a:lnTo>
                <a:lnTo>
                  <a:pt x="107378" y="5626"/>
                </a:lnTo>
                <a:lnTo>
                  <a:pt x="100380" y="1270"/>
                </a:lnTo>
                <a:lnTo>
                  <a:pt x="95643" y="0"/>
                </a:lnTo>
                <a:lnTo>
                  <a:pt x="84810" y="0"/>
                </a:lnTo>
                <a:lnTo>
                  <a:pt x="63373" y="24028"/>
                </a:lnTo>
                <a:lnTo>
                  <a:pt x="63398" y="37693"/>
                </a:lnTo>
                <a:lnTo>
                  <a:pt x="84810" y="61722"/>
                </a:lnTo>
                <a:lnTo>
                  <a:pt x="95643" y="61722"/>
                </a:lnTo>
                <a:lnTo>
                  <a:pt x="117068" y="37693"/>
                </a:lnTo>
                <a:lnTo>
                  <a:pt x="117081" y="24028"/>
                </a:lnTo>
                <a:close/>
              </a:path>
              <a:path w="248920" h="62230">
                <a:moveTo>
                  <a:pt x="188252" y="1346"/>
                </a:moveTo>
                <a:lnTo>
                  <a:pt x="178003" y="1346"/>
                </a:lnTo>
                <a:lnTo>
                  <a:pt x="170319" y="50571"/>
                </a:lnTo>
                <a:lnTo>
                  <a:pt x="161632" y="9588"/>
                </a:lnTo>
                <a:lnTo>
                  <a:pt x="152488" y="9588"/>
                </a:lnTo>
                <a:lnTo>
                  <a:pt x="143802" y="50571"/>
                </a:lnTo>
                <a:lnTo>
                  <a:pt x="136118" y="1346"/>
                </a:lnTo>
                <a:lnTo>
                  <a:pt x="125869" y="1346"/>
                </a:lnTo>
                <a:lnTo>
                  <a:pt x="137566" y="60375"/>
                </a:lnTo>
                <a:lnTo>
                  <a:pt x="149263" y="60375"/>
                </a:lnTo>
                <a:lnTo>
                  <a:pt x="157060" y="23177"/>
                </a:lnTo>
                <a:lnTo>
                  <a:pt x="164858" y="60375"/>
                </a:lnTo>
                <a:lnTo>
                  <a:pt x="176669" y="60375"/>
                </a:lnTo>
                <a:lnTo>
                  <a:pt x="188252" y="1346"/>
                </a:lnTo>
                <a:close/>
              </a:path>
              <a:path w="248920" h="62230">
                <a:moveTo>
                  <a:pt x="248399" y="41744"/>
                </a:moveTo>
                <a:lnTo>
                  <a:pt x="221665" y="26809"/>
                </a:lnTo>
                <a:lnTo>
                  <a:pt x="218808" y="26162"/>
                </a:lnTo>
                <a:lnTo>
                  <a:pt x="214503" y="24752"/>
                </a:lnTo>
                <a:lnTo>
                  <a:pt x="212940" y="23812"/>
                </a:lnTo>
                <a:lnTo>
                  <a:pt x="211010" y="21424"/>
                </a:lnTo>
                <a:lnTo>
                  <a:pt x="210527" y="19837"/>
                </a:lnTo>
                <a:lnTo>
                  <a:pt x="210527" y="15303"/>
                </a:lnTo>
                <a:lnTo>
                  <a:pt x="211569" y="13182"/>
                </a:lnTo>
                <a:lnTo>
                  <a:pt x="215722" y="9766"/>
                </a:lnTo>
                <a:lnTo>
                  <a:pt x="218922" y="8915"/>
                </a:lnTo>
                <a:lnTo>
                  <a:pt x="225894" y="8915"/>
                </a:lnTo>
                <a:lnTo>
                  <a:pt x="237490" y="19608"/>
                </a:lnTo>
                <a:lnTo>
                  <a:pt x="247294" y="18948"/>
                </a:lnTo>
                <a:lnTo>
                  <a:pt x="228244" y="0"/>
                </a:lnTo>
                <a:lnTo>
                  <a:pt x="218516" y="0"/>
                </a:lnTo>
                <a:lnTo>
                  <a:pt x="200952" y="14414"/>
                </a:lnTo>
                <a:lnTo>
                  <a:pt x="200952" y="21018"/>
                </a:lnTo>
                <a:lnTo>
                  <a:pt x="227533" y="36398"/>
                </a:lnTo>
                <a:lnTo>
                  <a:pt x="230797" y="37160"/>
                </a:lnTo>
                <a:lnTo>
                  <a:pt x="235254" y="38709"/>
                </a:lnTo>
                <a:lnTo>
                  <a:pt x="236778" y="39662"/>
                </a:lnTo>
                <a:lnTo>
                  <a:pt x="238417" y="41884"/>
                </a:lnTo>
                <a:lnTo>
                  <a:pt x="238823" y="43294"/>
                </a:lnTo>
                <a:lnTo>
                  <a:pt x="238823" y="47675"/>
                </a:lnTo>
                <a:lnTo>
                  <a:pt x="237617" y="49644"/>
                </a:lnTo>
                <a:lnTo>
                  <a:pt x="232791" y="52171"/>
                </a:lnTo>
                <a:lnTo>
                  <a:pt x="229387" y="52806"/>
                </a:lnTo>
                <a:lnTo>
                  <a:pt x="220332" y="52806"/>
                </a:lnTo>
                <a:lnTo>
                  <a:pt x="216674" y="51765"/>
                </a:lnTo>
                <a:lnTo>
                  <a:pt x="211404" y="47612"/>
                </a:lnTo>
                <a:lnTo>
                  <a:pt x="209791" y="44742"/>
                </a:lnTo>
                <a:lnTo>
                  <a:pt x="209194" y="41109"/>
                </a:lnTo>
                <a:lnTo>
                  <a:pt x="199390" y="41783"/>
                </a:lnTo>
                <a:lnTo>
                  <a:pt x="219887" y="61722"/>
                </a:lnTo>
                <a:lnTo>
                  <a:pt x="225005" y="61722"/>
                </a:lnTo>
                <a:lnTo>
                  <a:pt x="229463" y="61722"/>
                </a:lnTo>
                <a:lnTo>
                  <a:pt x="248399" y="48501"/>
                </a:lnTo>
                <a:lnTo>
                  <a:pt x="248399" y="4174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2" name="object 182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7126738" y="2855417"/>
            <a:ext cx="184908" cy="77082"/>
          </a:xfrm>
          <a:prstGeom prst="rect">
            <a:avLst/>
          </a:prstGeom>
        </p:spPr>
      </p:pic>
      <p:grpSp>
        <p:nvGrpSpPr>
          <p:cNvPr id="183" name="object 183"/>
          <p:cNvGrpSpPr/>
          <p:nvPr/>
        </p:nvGrpSpPr>
        <p:grpSpPr>
          <a:xfrm>
            <a:off x="7394074" y="2832248"/>
            <a:ext cx="499745" cy="100330"/>
            <a:chOff x="7394074" y="2832248"/>
            <a:chExt cx="499745" cy="100330"/>
          </a:xfrm>
        </p:grpSpPr>
        <p:pic>
          <p:nvPicPr>
            <p:cNvPr id="184" name="object 184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7394074" y="2832248"/>
              <a:ext cx="441105" cy="100251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7879512" y="2902201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69">
                  <a:moveTo>
                    <a:pt x="13812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13812" y="13589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6" name="object 186"/>
          <p:cNvSpPr/>
          <p:nvPr/>
        </p:nvSpPr>
        <p:spPr>
          <a:xfrm>
            <a:off x="5460342" y="3088088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69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7" name="object 187"/>
          <p:cNvGrpSpPr/>
          <p:nvPr/>
        </p:nvGrpSpPr>
        <p:grpSpPr>
          <a:xfrm>
            <a:off x="5585099" y="3048345"/>
            <a:ext cx="323215" cy="97155"/>
            <a:chOff x="5585099" y="3048345"/>
            <a:chExt cx="323215" cy="97155"/>
          </a:xfrm>
        </p:grpSpPr>
        <p:sp>
          <p:nvSpPr>
            <p:cNvPr id="188" name="object 188"/>
            <p:cNvSpPr/>
            <p:nvPr/>
          </p:nvSpPr>
          <p:spPr>
            <a:xfrm>
              <a:off x="5585099" y="3048345"/>
              <a:ext cx="52705" cy="81280"/>
            </a:xfrm>
            <a:custGeom>
              <a:avLst/>
              <a:gdLst/>
              <a:ahLst/>
              <a:cxnLst/>
              <a:rect l="l" t="t" r="r" b="b"/>
              <a:pathLst>
                <a:path w="52704" h="81280">
                  <a:moveTo>
                    <a:pt x="52353" y="0"/>
                  </a:moveTo>
                  <a:lnTo>
                    <a:pt x="42773" y="0"/>
                  </a:lnTo>
                  <a:lnTo>
                    <a:pt x="42773" y="58887"/>
                  </a:lnTo>
                  <a:lnTo>
                    <a:pt x="41381" y="63621"/>
                  </a:lnTo>
                  <a:lnTo>
                    <a:pt x="35812" y="69933"/>
                  </a:lnTo>
                  <a:lnTo>
                    <a:pt x="31672" y="71512"/>
                  </a:lnTo>
                  <a:lnTo>
                    <a:pt x="20681" y="71512"/>
                  </a:lnTo>
                  <a:lnTo>
                    <a:pt x="16560" y="69952"/>
                  </a:lnTo>
                  <a:lnTo>
                    <a:pt x="11065" y="63714"/>
                  </a:lnTo>
                  <a:lnTo>
                    <a:pt x="9579" y="58962"/>
                  </a:lnTo>
                  <a:lnTo>
                    <a:pt x="9357" y="52575"/>
                  </a:lnTo>
                  <a:lnTo>
                    <a:pt x="0" y="53466"/>
                  </a:lnTo>
                  <a:lnTo>
                    <a:pt x="20979" y="80868"/>
                  </a:lnTo>
                  <a:lnTo>
                    <a:pt x="26177" y="80868"/>
                  </a:lnTo>
                  <a:lnTo>
                    <a:pt x="34270" y="80868"/>
                  </a:lnTo>
                  <a:lnTo>
                    <a:pt x="40657" y="78343"/>
                  </a:lnTo>
                  <a:lnTo>
                    <a:pt x="50013" y="68244"/>
                  </a:lnTo>
                  <a:lnTo>
                    <a:pt x="52353" y="61338"/>
                  </a:lnTo>
                  <a:lnTo>
                    <a:pt x="52353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657503" y="3048345"/>
              <a:ext cx="250292" cy="97132"/>
            </a:xfrm>
            <a:prstGeom prst="rect">
              <a:avLst/>
            </a:prstGeom>
          </p:spPr>
        </p:pic>
      </p:grpSp>
      <p:grpSp>
        <p:nvGrpSpPr>
          <p:cNvPr id="190" name="object 190"/>
          <p:cNvGrpSpPr/>
          <p:nvPr/>
        </p:nvGrpSpPr>
        <p:grpSpPr>
          <a:xfrm>
            <a:off x="5990559" y="3048233"/>
            <a:ext cx="1320800" cy="97790"/>
            <a:chOff x="5990559" y="3048233"/>
            <a:chExt cx="1320800" cy="97790"/>
          </a:xfrm>
        </p:grpSpPr>
        <p:pic>
          <p:nvPicPr>
            <p:cNvPr id="191" name="object 191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990559" y="3048233"/>
              <a:ext cx="718465" cy="97243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730189" y="3054582"/>
              <a:ext cx="581122" cy="74185"/>
            </a:xfrm>
            <a:prstGeom prst="rect">
              <a:avLst/>
            </a:prstGeom>
          </p:spPr>
        </p:pic>
      </p:grpSp>
      <p:sp>
        <p:nvSpPr>
          <p:cNvPr id="193" name="object 193"/>
          <p:cNvSpPr/>
          <p:nvPr/>
        </p:nvSpPr>
        <p:spPr>
          <a:xfrm>
            <a:off x="7391844" y="3048241"/>
            <a:ext cx="522605" cy="96520"/>
          </a:xfrm>
          <a:custGeom>
            <a:avLst/>
            <a:gdLst/>
            <a:ahLst/>
            <a:cxnLst/>
            <a:rect l="l" t="t" r="r" b="b"/>
            <a:pathLst>
              <a:path w="522604" h="96519">
                <a:moveTo>
                  <a:pt x="53467" y="70954"/>
                </a:moveTo>
                <a:lnTo>
                  <a:pt x="33083" y="70954"/>
                </a:lnTo>
                <a:lnTo>
                  <a:pt x="33083" y="11176"/>
                </a:lnTo>
                <a:lnTo>
                  <a:pt x="31686" y="7073"/>
                </a:lnTo>
                <a:lnTo>
                  <a:pt x="26123" y="1498"/>
                </a:lnTo>
                <a:lnTo>
                  <a:pt x="22009" y="114"/>
                </a:lnTo>
                <a:lnTo>
                  <a:pt x="2222" y="114"/>
                </a:lnTo>
                <a:lnTo>
                  <a:pt x="2222" y="8356"/>
                </a:lnTo>
                <a:lnTo>
                  <a:pt x="18529" y="8356"/>
                </a:lnTo>
                <a:lnTo>
                  <a:pt x="20383" y="9017"/>
                </a:lnTo>
                <a:lnTo>
                  <a:pt x="23050" y="11696"/>
                </a:lnTo>
                <a:lnTo>
                  <a:pt x="23723" y="13550"/>
                </a:lnTo>
                <a:lnTo>
                  <a:pt x="23723" y="70954"/>
                </a:lnTo>
                <a:lnTo>
                  <a:pt x="0" y="70954"/>
                </a:lnTo>
                <a:lnTo>
                  <a:pt x="0" y="79197"/>
                </a:lnTo>
                <a:lnTo>
                  <a:pt x="53467" y="79197"/>
                </a:lnTo>
                <a:lnTo>
                  <a:pt x="53467" y="75857"/>
                </a:lnTo>
                <a:lnTo>
                  <a:pt x="53467" y="70954"/>
                </a:lnTo>
                <a:close/>
              </a:path>
              <a:path w="522604" h="96519">
                <a:moveTo>
                  <a:pt x="119964" y="43180"/>
                </a:moveTo>
                <a:lnTo>
                  <a:pt x="119100" y="38836"/>
                </a:lnTo>
                <a:lnTo>
                  <a:pt x="119049" y="38608"/>
                </a:lnTo>
                <a:lnTo>
                  <a:pt x="118935" y="38023"/>
                </a:lnTo>
                <a:lnTo>
                  <a:pt x="118846" y="37579"/>
                </a:lnTo>
                <a:lnTo>
                  <a:pt x="114388" y="28359"/>
                </a:lnTo>
                <a:lnTo>
                  <a:pt x="113842" y="27736"/>
                </a:lnTo>
                <a:lnTo>
                  <a:pt x="111315" y="24853"/>
                </a:lnTo>
                <a:lnTo>
                  <a:pt x="109715" y="23876"/>
                </a:lnTo>
                <a:lnTo>
                  <a:pt x="109715" y="44335"/>
                </a:lnTo>
                <a:lnTo>
                  <a:pt x="76962" y="44335"/>
                </a:lnTo>
                <a:lnTo>
                  <a:pt x="77787" y="38836"/>
                </a:lnTo>
                <a:lnTo>
                  <a:pt x="79654" y="34696"/>
                </a:lnTo>
                <a:lnTo>
                  <a:pt x="85521" y="29121"/>
                </a:lnTo>
                <a:lnTo>
                  <a:pt x="89255" y="27736"/>
                </a:lnTo>
                <a:lnTo>
                  <a:pt x="98171" y="27736"/>
                </a:lnTo>
                <a:lnTo>
                  <a:pt x="109715" y="44335"/>
                </a:lnTo>
                <a:lnTo>
                  <a:pt x="109715" y="23876"/>
                </a:lnTo>
                <a:lnTo>
                  <a:pt x="103555" y="20104"/>
                </a:lnTo>
                <a:lnTo>
                  <a:pt x="103720" y="20104"/>
                </a:lnTo>
                <a:lnTo>
                  <a:pt x="98907" y="18821"/>
                </a:lnTo>
                <a:lnTo>
                  <a:pt x="88366" y="18821"/>
                </a:lnTo>
                <a:lnTo>
                  <a:pt x="83667" y="20104"/>
                </a:lnTo>
                <a:lnTo>
                  <a:pt x="67170" y="55918"/>
                </a:lnTo>
                <a:lnTo>
                  <a:pt x="68262" y="61353"/>
                </a:lnTo>
                <a:lnTo>
                  <a:pt x="88658" y="80530"/>
                </a:lnTo>
                <a:lnTo>
                  <a:pt x="100469" y="80530"/>
                </a:lnTo>
                <a:lnTo>
                  <a:pt x="118960" y="62484"/>
                </a:lnTo>
                <a:lnTo>
                  <a:pt x="108940" y="61709"/>
                </a:lnTo>
                <a:lnTo>
                  <a:pt x="107975" y="64681"/>
                </a:lnTo>
                <a:lnTo>
                  <a:pt x="106248" y="67068"/>
                </a:lnTo>
                <a:lnTo>
                  <a:pt x="101269" y="70713"/>
                </a:lnTo>
                <a:lnTo>
                  <a:pt x="98094" y="71628"/>
                </a:lnTo>
                <a:lnTo>
                  <a:pt x="89103" y="71628"/>
                </a:lnTo>
                <a:lnTo>
                  <a:pt x="85039" y="70027"/>
                </a:lnTo>
                <a:lnTo>
                  <a:pt x="79032" y="63639"/>
                </a:lnTo>
                <a:lnTo>
                  <a:pt x="77343" y="58889"/>
                </a:lnTo>
                <a:lnTo>
                  <a:pt x="76962" y="52578"/>
                </a:lnTo>
                <a:lnTo>
                  <a:pt x="119964" y="52578"/>
                </a:lnTo>
                <a:lnTo>
                  <a:pt x="119964" y="44335"/>
                </a:lnTo>
                <a:lnTo>
                  <a:pt x="119964" y="43180"/>
                </a:lnTo>
                <a:close/>
              </a:path>
              <a:path w="522604" h="96519">
                <a:moveTo>
                  <a:pt x="184454" y="37058"/>
                </a:moveTo>
                <a:lnTo>
                  <a:pt x="168490" y="18821"/>
                </a:lnTo>
                <a:lnTo>
                  <a:pt x="160921" y="18821"/>
                </a:lnTo>
                <a:lnTo>
                  <a:pt x="145135" y="30149"/>
                </a:lnTo>
                <a:lnTo>
                  <a:pt x="145135" y="30314"/>
                </a:lnTo>
                <a:lnTo>
                  <a:pt x="144881" y="30708"/>
                </a:lnTo>
                <a:lnTo>
                  <a:pt x="144919" y="20154"/>
                </a:lnTo>
                <a:lnTo>
                  <a:pt x="136334" y="20154"/>
                </a:lnTo>
                <a:lnTo>
                  <a:pt x="136334" y="79197"/>
                </a:lnTo>
                <a:lnTo>
                  <a:pt x="145694" y="79197"/>
                </a:lnTo>
                <a:lnTo>
                  <a:pt x="145694" y="40246"/>
                </a:lnTo>
                <a:lnTo>
                  <a:pt x="146418" y="37185"/>
                </a:lnTo>
                <a:lnTo>
                  <a:pt x="147574" y="35191"/>
                </a:lnTo>
                <a:lnTo>
                  <a:pt x="149313" y="32207"/>
                </a:lnTo>
                <a:lnTo>
                  <a:pt x="151269" y="30314"/>
                </a:lnTo>
                <a:lnTo>
                  <a:pt x="155956" y="27825"/>
                </a:lnTo>
                <a:lnTo>
                  <a:pt x="155689" y="27825"/>
                </a:lnTo>
                <a:lnTo>
                  <a:pt x="158915" y="27063"/>
                </a:lnTo>
                <a:lnTo>
                  <a:pt x="166408" y="27063"/>
                </a:lnTo>
                <a:lnTo>
                  <a:pt x="169722" y="28498"/>
                </a:lnTo>
                <a:lnTo>
                  <a:pt x="174028" y="34213"/>
                </a:lnTo>
                <a:lnTo>
                  <a:pt x="175107" y="38392"/>
                </a:lnTo>
                <a:lnTo>
                  <a:pt x="175107" y="79197"/>
                </a:lnTo>
                <a:lnTo>
                  <a:pt x="184454" y="79197"/>
                </a:lnTo>
                <a:lnTo>
                  <a:pt x="184454" y="37058"/>
                </a:lnTo>
                <a:close/>
              </a:path>
              <a:path w="522604" h="96519">
                <a:moveTo>
                  <a:pt x="235369" y="0"/>
                </a:moveTo>
                <a:lnTo>
                  <a:pt x="225564" y="0"/>
                </a:lnTo>
                <a:lnTo>
                  <a:pt x="225564" y="10909"/>
                </a:lnTo>
                <a:lnTo>
                  <a:pt x="235369" y="10909"/>
                </a:lnTo>
                <a:lnTo>
                  <a:pt x="235369" y="0"/>
                </a:lnTo>
                <a:close/>
              </a:path>
              <a:path w="522604" h="96519">
                <a:moveTo>
                  <a:pt x="256197" y="70954"/>
                </a:moveTo>
                <a:lnTo>
                  <a:pt x="235813" y="70954"/>
                </a:lnTo>
                <a:lnTo>
                  <a:pt x="235813" y="28397"/>
                </a:lnTo>
                <a:lnTo>
                  <a:pt x="235813" y="23837"/>
                </a:lnTo>
                <a:lnTo>
                  <a:pt x="235813" y="20154"/>
                </a:lnTo>
                <a:lnTo>
                  <a:pt x="203835" y="20154"/>
                </a:lnTo>
                <a:lnTo>
                  <a:pt x="203835" y="28397"/>
                </a:lnTo>
                <a:lnTo>
                  <a:pt x="226453" y="28397"/>
                </a:lnTo>
                <a:lnTo>
                  <a:pt x="226453" y="70954"/>
                </a:lnTo>
                <a:lnTo>
                  <a:pt x="202730" y="70954"/>
                </a:lnTo>
                <a:lnTo>
                  <a:pt x="202730" y="79197"/>
                </a:lnTo>
                <a:lnTo>
                  <a:pt x="256197" y="79197"/>
                </a:lnTo>
                <a:lnTo>
                  <a:pt x="256197" y="70954"/>
                </a:lnTo>
                <a:close/>
              </a:path>
              <a:path w="522604" h="96519">
                <a:moveTo>
                  <a:pt x="320471" y="43180"/>
                </a:moveTo>
                <a:lnTo>
                  <a:pt x="319608" y="38836"/>
                </a:lnTo>
                <a:lnTo>
                  <a:pt x="319557" y="38608"/>
                </a:lnTo>
                <a:lnTo>
                  <a:pt x="319443" y="38023"/>
                </a:lnTo>
                <a:lnTo>
                  <a:pt x="319354" y="37579"/>
                </a:lnTo>
                <a:lnTo>
                  <a:pt x="314896" y="28359"/>
                </a:lnTo>
                <a:lnTo>
                  <a:pt x="314337" y="27736"/>
                </a:lnTo>
                <a:lnTo>
                  <a:pt x="311810" y="24853"/>
                </a:lnTo>
                <a:lnTo>
                  <a:pt x="310222" y="23888"/>
                </a:lnTo>
                <a:lnTo>
                  <a:pt x="310222" y="44335"/>
                </a:lnTo>
                <a:lnTo>
                  <a:pt x="277469" y="44335"/>
                </a:lnTo>
                <a:lnTo>
                  <a:pt x="278282" y="38836"/>
                </a:lnTo>
                <a:lnTo>
                  <a:pt x="280162" y="34696"/>
                </a:lnTo>
                <a:lnTo>
                  <a:pt x="286029" y="29121"/>
                </a:lnTo>
                <a:lnTo>
                  <a:pt x="289763" y="27736"/>
                </a:lnTo>
                <a:lnTo>
                  <a:pt x="298665" y="27736"/>
                </a:lnTo>
                <a:lnTo>
                  <a:pt x="310222" y="44335"/>
                </a:lnTo>
                <a:lnTo>
                  <a:pt x="310222" y="23888"/>
                </a:lnTo>
                <a:lnTo>
                  <a:pt x="304063" y="20104"/>
                </a:lnTo>
                <a:lnTo>
                  <a:pt x="304215" y="20104"/>
                </a:lnTo>
                <a:lnTo>
                  <a:pt x="299415" y="18821"/>
                </a:lnTo>
                <a:lnTo>
                  <a:pt x="288874" y="18821"/>
                </a:lnTo>
                <a:lnTo>
                  <a:pt x="284175" y="20104"/>
                </a:lnTo>
                <a:lnTo>
                  <a:pt x="267665" y="55918"/>
                </a:lnTo>
                <a:lnTo>
                  <a:pt x="268757" y="61353"/>
                </a:lnTo>
                <a:lnTo>
                  <a:pt x="289166" y="80530"/>
                </a:lnTo>
                <a:lnTo>
                  <a:pt x="300977" y="80530"/>
                </a:lnTo>
                <a:lnTo>
                  <a:pt x="319468" y="62484"/>
                </a:lnTo>
                <a:lnTo>
                  <a:pt x="309435" y="61709"/>
                </a:lnTo>
                <a:lnTo>
                  <a:pt x="308470" y="64681"/>
                </a:lnTo>
                <a:lnTo>
                  <a:pt x="306743" y="67068"/>
                </a:lnTo>
                <a:lnTo>
                  <a:pt x="301777" y="70713"/>
                </a:lnTo>
                <a:lnTo>
                  <a:pt x="298602" y="71628"/>
                </a:lnTo>
                <a:lnTo>
                  <a:pt x="289610" y="71628"/>
                </a:lnTo>
                <a:lnTo>
                  <a:pt x="285546" y="70027"/>
                </a:lnTo>
                <a:lnTo>
                  <a:pt x="279527" y="63639"/>
                </a:lnTo>
                <a:lnTo>
                  <a:pt x="277837" y="58889"/>
                </a:lnTo>
                <a:lnTo>
                  <a:pt x="277469" y="52578"/>
                </a:lnTo>
                <a:lnTo>
                  <a:pt x="320471" y="52578"/>
                </a:lnTo>
                <a:lnTo>
                  <a:pt x="320471" y="44335"/>
                </a:lnTo>
                <a:lnTo>
                  <a:pt x="320471" y="43180"/>
                </a:lnTo>
                <a:close/>
              </a:path>
              <a:path w="522604" h="96519">
                <a:moveTo>
                  <a:pt x="384962" y="37058"/>
                </a:moveTo>
                <a:lnTo>
                  <a:pt x="384187" y="33286"/>
                </a:lnTo>
                <a:lnTo>
                  <a:pt x="381304" y="27063"/>
                </a:lnTo>
                <a:lnTo>
                  <a:pt x="381063" y="26530"/>
                </a:lnTo>
                <a:lnTo>
                  <a:pt x="378777" y="23837"/>
                </a:lnTo>
                <a:lnTo>
                  <a:pt x="372757" y="19824"/>
                </a:lnTo>
                <a:lnTo>
                  <a:pt x="368998" y="18821"/>
                </a:lnTo>
                <a:lnTo>
                  <a:pt x="361416" y="18821"/>
                </a:lnTo>
                <a:lnTo>
                  <a:pt x="345643" y="30149"/>
                </a:lnTo>
                <a:lnTo>
                  <a:pt x="345643" y="30314"/>
                </a:lnTo>
                <a:lnTo>
                  <a:pt x="345376" y="30708"/>
                </a:lnTo>
                <a:lnTo>
                  <a:pt x="345414" y="20154"/>
                </a:lnTo>
                <a:lnTo>
                  <a:pt x="336842" y="20154"/>
                </a:lnTo>
                <a:lnTo>
                  <a:pt x="336842" y="79197"/>
                </a:lnTo>
                <a:lnTo>
                  <a:pt x="346202" y="79197"/>
                </a:lnTo>
                <a:lnTo>
                  <a:pt x="346202" y="40246"/>
                </a:lnTo>
                <a:lnTo>
                  <a:pt x="346925" y="37185"/>
                </a:lnTo>
                <a:lnTo>
                  <a:pt x="348081" y="35191"/>
                </a:lnTo>
                <a:lnTo>
                  <a:pt x="349821" y="32207"/>
                </a:lnTo>
                <a:lnTo>
                  <a:pt x="351764" y="30314"/>
                </a:lnTo>
                <a:lnTo>
                  <a:pt x="356450" y="27825"/>
                </a:lnTo>
                <a:lnTo>
                  <a:pt x="356196" y="27825"/>
                </a:lnTo>
                <a:lnTo>
                  <a:pt x="359410" y="27063"/>
                </a:lnTo>
                <a:lnTo>
                  <a:pt x="366915" y="27063"/>
                </a:lnTo>
                <a:lnTo>
                  <a:pt x="370217" y="28498"/>
                </a:lnTo>
                <a:lnTo>
                  <a:pt x="374523" y="34213"/>
                </a:lnTo>
                <a:lnTo>
                  <a:pt x="375602" y="38392"/>
                </a:lnTo>
                <a:lnTo>
                  <a:pt x="375602" y="79197"/>
                </a:lnTo>
                <a:lnTo>
                  <a:pt x="384962" y="79197"/>
                </a:lnTo>
                <a:lnTo>
                  <a:pt x="384962" y="37058"/>
                </a:lnTo>
                <a:close/>
              </a:path>
              <a:path w="522604" h="96519">
                <a:moveTo>
                  <a:pt x="454469" y="58928"/>
                </a:moveTo>
                <a:lnTo>
                  <a:pt x="444665" y="58254"/>
                </a:lnTo>
                <a:lnTo>
                  <a:pt x="443776" y="62712"/>
                </a:lnTo>
                <a:lnTo>
                  <a:pt x="441934" y="66052"/>
                </a:lnTo>
                <a:lnTo>
                  <a:pt x="436372" y="70510"/>
                </a:lnTo>
                <a:lnTo>
                  <a:pt x="433082" y="71628"/>
                </a:lnTo>
                <a:lnTo>
                  <a:pt x="423875" y="71628"/>
                </a:lnTo>
                <a:lnTo>
                  <a:pt x="419620" y="69672"/>
                </a:lnTo>
                <a:lnTo>
                  <a:pt x="413461" y="61874"/>
                </a:lnTo>
                <a:lnTo>
                  <a:pt x="411911" y="56515"/>
                </a:lnTo>
                <a:lnTo>
                  <a:pt x="411911" y="42849"/>
                </a:lnTo>
                <a:lnTo>
                  <a:pt x="413461" y="37477"/>
                </a:lnTo>
                <a:lnTo>
                  <a:pt x="419620" y="29679"/>
                </a:lnTo>
                <a:lnTo>
                  <a:pt x="423875" y="27736"/>
                </a:lnTo>
                <a:lnTo>
                  <a:pt x="433082" y="27736"/>
                </a:lnTo>
                <a:lnTo>
                  <a:pt x="436295" y="28790"/>
                </a:lnTo>
                <a:lnTo>
                  <a:pt x="441566" y="33020"/>
                </a:lnTo>
                <a:lnTo>
                  <a:pt x="443331" y="36055"/>
                </a:lnTo>
                <a:lnTo>
                  <a:pt x="444220" y="39992"/>
                </a:lnTo>
                <a:lnTo>
                  <a:pt x="454025" y="39319"/>
                </a:lnTo>
                <a:lnTo>
                  <a:pt x="433679" y="18821"/>
                </a:lnTo>
                <a:lnTo>
                  <a:pt x="423799" y="18821"/>
                </a:lnTo>
                <a:lnTo>
                  <a:pt x="402120" y="43434"/>
                </a:lnTo>
                <a:lnTo>
                  <a:pt x="402120" y="55918"/>
                </a:lnTo>
                <a:lnTo>
                  <a:pt x="423799" y="80530"/>
                </a:lnTo>
                <a:lnTo>
                  <a:pt x="429298" y="80530"/>
                </a:lnTo>
                <a:lnTo>
                  <a:pt x="433679" y="80530"/>
                </a:lnTo>
                <a:lnTo>
                  <a:pt x="453656" y="63309"/>
                </a:lnTo>
                <a:lnTo>
                  <a:pt x="454469" y="58928"/>
                </a:lnTo>
                <a:close/>
              </a:path>
              <a:path w="522604" h="96519">
                <a:moveTo>
                  <a:pt x="522198" y="20154"/>
                </a:moveTo>
                <a:lnTo>
                  <a:pt x="511949" y="20154"/>
                </a:lnTo>
                <a:lnTo>
                  <a:pt x="495122" y="69392"/>
                </a:lnTo>
                <a:lnTo>
                  <a:pt x="477189" y="20154"/>
                </a:lnTo>
                <a:lnTo>
                  <a:pt x="466940" y="20154"/>
                </a:lnTo>
                <a:lnTo>
                  <a:pt x="488886" y="78079"/>
                </a:lnTo>
                <a:lnTo>
                  <a:pt x="492112" y="78079"/>
                </a:lnTo>
                <a:lnTo>
                  <a:pt x="489483" y="85064"/>
                </a:lnTo>
                <a:lnTo>
                  <a:pt x="488721" y="86080"/>
                </a:lnTo>
                <a:lnTo>
                  <a:pt x="486714" y="87350"/>
                </a:lnTo>
                <a:lnTo>
                  <a:pt x="485178" y="87668"/>
                </a:lnTo>
                <a:lnTo>
                  <a:pt x="476300" y="87668"/>
                </a:lnTo>
                <a:lnTo>
                  <a:pt x="476300" y="95910"/>
                </a:lnTo>
                <a:lnTo>
                  <a:pt x="487921" y="95910"/>
                </a:lnTo>
                <a:lnTo>
                  <a:pt x="491007" y="95161"/>
                </a:lnTo>
                <a:lnTo>
                  <a:pt x="495465" y="92189"/>
                </a:lnTo>
                <a:lnTo>
                  <a:pt x="497128" y="89852"/>
                </a:lnTo>
                <a:lnTo>
                  <a:pt x="522198" y="2015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4" name="object 194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7995580" y="3048233"/>
            <a:ext cx="115846" cy="80534"/>
          </a:xfrm>
          <a:prstGeom prst="rect">
            <a:avLst/>
          </a:prstGeom>
        </p:spPr>
      </p:pic>
      <p:pic>
        <p:nvPicPr>
          <p:cNvPr id="195" name="object 195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8197197" y="3048345"/>
            <a:ext cx="648290" cy="80422"/>
          </a:xfrm>
          <a:prstGeom prst="rect">
            <a:avLst/>
          </a:prstGeom>
        </p:spPr>
      </p:pic>
      <p:sp>
        <p:nvSpPr>
          <p:cNvPr id="196" name="object 196"/>
          <p:cNvSpPr/>
          <p:nvPr/>
        </p:nvSpPr>
        <p:spPr>
          <a:xfrm>
            <a:off x="8924574" y="3090561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5" h="8889">
                <a:moveTo>
                  <a:pt x="62378" y="0"/>
                </a:moveTo>
                <a:lnTo>
                  <a:pt x="0" y="0"/>
                </a:lnTo>
                <a:lnTo>
                  <a:pt x="0" y="8689"/>
                </a:lnTo>
                <a:lnTo>
                  <a:pt x="62378" y="8689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7" name="object 197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9064925" y="3054582"/>
            <a:ext cx="383183" cy="89557"/>
          </a:xfrm>
          <a:prstGeom prst="rect">
            <a:avLst/>
          </a:prstGeom>
        </p:spPr>
      </p:pic>
      <p:pic>
        <p:nvPicPr>
          <p:cNvPr id="198" name="object 198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9531650" y="3048233"/>
            <a:ext cx="317461" cy="80534"/>
          </a:xfrm>
          <a:prstGeom prst="rect">
            <a:avLst/>
          </a:prstGeom>
        </p:spPr>
      </p:pic>
      <p:sp>
        <p:nvSpPr>
          <p:cNvPr id="199" name="object 199"/>
          <p:cNvSpPr/>
          <p:nvPr/>
        </p:nvSpPr>
        <p:spPr>
          <a:xfrm>
            <a:off x="5582869" y="3234143"/>
            <a:ext cx="258445" cy="62230"/>
          </a:xfrm>
          <a:custGeom>
            <a:avLst/>
            <a:gdLst/>
            <a:ahLst/>
            <a:cxnLst/>
            <a:rect l="l" t="t" r="r" b="b"/>
            <a:pathLst>
              <a:path w="258445" h="62229">
                <a:moveTo>
                  <a:pt x="62369" y="1346"/>
                </a:moveTo>
                <a:lnTo>
                  <a:pt x="52133" y="1346"/>
                </a:lnTo>
                <a:lnTo>
                  <a:pt x="44437" y="50571"/>
                </a:lnTo>
                <a:lnTo>
                  <a:pt x="35750" y="9588"/>
                </a:lnTo>
                <a:lnTo>
                  <a:pt x="26619" y="9588"/>
                </a:lnTo>
                <a:lnTo>
                  <a:pt x="17932" y="50571"/>
                </a:lnTo>
                <a:lnTo>
                  <a:pt x="10248" y="1346"/>
                </a:lnTo>
                <a:lnTo>
                  <a:pt x="0" y="1346"/>
                </a:lnTo>
                <a:lnTo>
                  <a:pt x="11696" y="60375"/>
                </a:lnTo>
                <a:lnTo>
                  <a:pt x="23393" y="60375"/>
                </a:lnTo>
                <a:lnTo>
                  <a:pt x="31191" y="23177"/>
                </a:lnTo>
                <a:lnTo>
                  <a:pt x="38989" y="60375"/>
                </a:lnTo>
                <a:lnTo>
                  <a:pt x="50787" y="60375"/>
                </a:lnTo>
                <a:lnTo>
                  <a:pt x="62369" y="1346"/>
                </a:lnTo>
                <a:close/>
              </a:path>
              <a:path w="258445" h="62229">
                <a:moveTo>
                  <a:pt x="124421" y="24358"/>
                </a:moveTo>
                <a:lnTo>
                  <a:pt x="123558" y="20015"/>
                </a:lnTo>
                <a:lnTo>
                  <a:pt x="123507" y="19799"/>
                </a:lnTo>
                <a:lnTo>
                  <a:pt x="123393" y="19202"/>
                </a:lnTo>
                <a:lnTo>
                  <a:pt x="114173" y="5067"/>
                </a:lnTo>
                <a:lnTo>
                  <a:pt x="114173" y="25514"/>
                </a:lnTo>
                <a:lnTo>
                  <a:pt x="81419" y="25514"/>
                </a:lnTo>
                <a:lnTo>
                  <a:pt x="82245" y="20015"/>
                </a:lnTo>
                <a:lnTo>
                  <a:pt x="84112" y="15875"/>
                </a:lnTo>
                <a:lnTo>
                  <a:pt x="89979" y="10312"/>
                </a:lnTo>
                <a:lnTo>
                  <a:pt x="93713" y="8915"/>
                </a:lnTo>
                <a:lnTo>
                  <a:pt x="102628" y="8915"/>
                </a:lnTo>
                <a:lnTo>
                  <a:pt x="114173" y="25514"/>
                </a:lnTo>
                <a:lnTo>
                  <a:pt x="114173" y="5067"/>
                </a:lnTo>
                <a:lnTo>
                  <a:pt x="108013" y="1282"/>
                </a:lnTo>
                <a:lnTo>
                  <a:pt x="108178" y="1282"/>
                </a:lnTo>
                <a:lnTo>
                  <a:pt x="103365" y="0"/>
                </a:lnTo>
                <a:lnTo>
                  <a:pt x="92824" y="0"/>
                </a:lnTo>
                <a:lnTo>
                  <a:pt x="88125" y="1282"/>
                </a:lnTo>
                <a:lnTo>
                  <a:pt x="71615" y="37096"/>
                </a:lnTo>
                <a:lnTo>
                  <a:pt x="72720" y="42532"/>
                </a:lnTo>
                <a:lnTo>
                  <a:pt x="93116" y="61709"/>
                </a:lnTo>
                <a:lnTo>
                  <a:pt x="104927" y="61709"/>
                </a:lnTo>
                <a:lnTo>
                  <a:pt x="123418" y="43675"/>
                </a:lnTo>
                <a:lnTo>
                  <a:pt x="113398" y="42887"/>
                </a:lnTo>
                <a:lnTo>
                  <a:pt x="112420" y="45859"/>
                </a:lnTo>
                <a:lnTo>
                  <a:pt x="110705" y="48260"/>
                </a:lnTo>
                <a:lnTo>
                  <a:pt x="105727" y="51892"/>
                </a:lnTo>
                <a:lnTo>
                  <a:pt x="102552" y="52806"/>
                </a:lnTo>
                <a:lnTo>
                  <a:pt x="93560" y="52806"/>
                </a:lnTo>
                <a:lnTo>
                  <a:pt x="89496" y="51206"/>
                </a:lnTo>
                <a:lnTo>
                  <a:pt x="83489" y="44818"/>
                </a:lnTo>
                <a:lnTo>
                  <a:pt x="81800" y="40068"/>
                </a:lnTo>
                <a:lnTo>
                  <a:pt x="81419" y="33756"/>
                </a:lnTo>
                <a:lnTo>
                  <a:pt x="124421" y="33756"/>
                </a:lnTo>
                <a:lnTo>
                  <a:pt x="124421" y="25514"/>
                </a:lnTo>
                <a:lnTo>
                  <a:pt x="124421" y="24358"/>
                </a:lnTo>
                <a:close/>
              </a:path>
              <a:path w="258445" h="62229">
                <a:moveTo>
                  <a:pt x="191592" y="1346"/>
                </a:moveTo>
                <a:lnTo>
                  <a:pt x="175209" y="1346"/>
                </a:lnTo>
                <a:lnTo>
                  <a:pt x="171831" y="2590"/>
                </a:lnTo>
                <a:lnTo>
                  <a:pt x="166789" y="7556"/>
                </a:lnTo>
                <a:lnTo>
                  <a:pt x="165227" y="11366"/>
                </a:lnTo>
                <a:lnTo>
                  <a:pt x="165265" y="12687"/>
                </a:lnTo>
                <a:lnTo>
                  <a:pt x="165201" y="11531"/>
                </a:lnTo>
                <a:lnTo>
                  <a:pt x="165100" y="9588"/>
                </a:lnTo>
                <a:lnTo>
                  <a:pt x="164833" y="5016"/>
                </a:lnTo>
                <a:lnTo>
                  <a:pt x="164706" y="2590"/>
                </a:lnTo>
                <a:lnTo>
                  <a:pt x="164630" y="1346"/>
                </a:lnTo>
                <a:lnTo>
                  <a:pt x="141465" y="1346"/>
                </a:lnTo>
                <a:lnTo>
                  <a:pt x="141465" y="9588"/>
                </a:lnTo>
                <a:lnTo>
                  <a:pt x="156832" y="9588"/>
                </a:lnTo>
                <a:lnTo>
                  <a:pt x="156832" y="52133"/>
                </a:lnTo>
                <a:lnTo>
                  <a:pt x="141465" y="52133"/>
                </a:lnTo>
                <a:lnTo>
                  <a:pt x="141465" y="60375"/>
                </a:lnTo>
                <a:lnTo>
                  <a:pt x="184899" y="60375"/>
                </a:lnTo>
                <a:lnTo>
                  <a:pt x="184899" y="56591"/>
                </a:lnTo>
                <a:lnTo>
                  <a:pt x="184899" y="52133"/>
                </a:lnTo>
                <a:lnTo>
                  <a:pt x="166192" y="52133"/>
                </a:lnTo>
                <a:lnTo>
                  <a:pt x="166192" y="21463"/>
                </a:lnTo>
                <a:lnTo>
                  <a:pt x="166712" y="18732"/>
                </a:lnTo>
                <a:lnTo>
                  <a:pt x="167462" y="17157"/>
                </a:lnTo>
                <a:lnTo>
                  <a:pt x="168795" y="14351"/>
                </a:lnTo>
                <a:lnTo>
                  <a:pt x="170294" y="12687"/>
                </a:lnTo>
                <a:lnTo>
                  <a:pt x="174231" y="10388"/>
                </a:lnTo>
                <a:lnTo>
                  <a:pt x="176657" y="9804"/>
                </a:lnTo>
                <a:lnTo>
                  <a:pt x="191592" y="9804"/>
                </a:lnTo>
                <a:lnTo>
                  <a:pt x="191592" y="1346"/>
                </a:lnTo>
                <a:close/>
              </a:path>
              <a:path w="258445" h="62229">
                <a:moveTo>
                  <a:pt x="258089" y="24358"/>
                </a:moveTo>
                <a:lnTo>
                  <a:pt x="257225" y="20015"/>
                </a:lnTo>
                <a:lnTo>
                  <a:pt x="257175" y="19799"/>
                </a:lnTo>
                <a:lnTo>
                  <a:pt x="257060" y="19202"/>
                </a:lnTo>
                <a:lnTo>
                  <a:pt x="247840" y="5067"/>
                </a:lnTo>
                <a:lnTo>
                  <a:pt x="247840" y="25514"/>
                </a:lnTo>
                <a:lnTo>
                  <a:pt x="215087" y="25514"/>
                </a:lnTo>
                <a:lnTo>
                  <a:pt x="215912" y="20015"/>
                </a:lnTo>
                <a:lnTo>
                  <a:pt x="217779" y="15875"/>
                </a:lnTo>
                <a:lnTo>
                  <a:pt x="223647" y="10312"/>
                </a:lnTo>
                <a:lnTo>
                  <a:pt x="227380" y="8915"/>
                </a:lnTo>
                <a:lnTo>
                  <a:pt x="236296" y="8915"/>
                </a:lnTo>
                <a:lnTo>
                  <a:pt x="247840" y="25514"/>
                </a:lnTo>
                <a:lnTo>
                  <a:pt x="247840" y="5067"/>
                </a:lnTo>
                <a:lnTo>
                  <a:pt x="241681" y="1282"/>
                </a:lnTo>
                <a:lnTo>
                  <a:pt x="241846" y="1282"/>
                </a:lnTo>
                <a:lnTo>
                  <a:pt x="237032" y="0"/>
                </a:lnTo>
                <a:lnTo>
                  <a:pt x="226491" y="0"/>
                </a:lnTo>
                <a:lnTo>
                  <a:pt x="221792" y="1282"/>
                </a:lnTo>
                <a:lnTo>
                  <a:pt x="205282" y="37096"/>
                </a:lnTo>
                <a:lnTo>
                  <a:pt x="206387" y="42532"/>
                </a:lnTo>
                <a:lnTo>
                  <a:pt x="226783" y="61709"/>
                </a:lnTo>
                <a:lnTo>
                  <a:pt x="238594" y="61709"/>
                </a:lnTo>
                <a:lnTo>
                  <a:pt x="257086" y="43675"/>
                </a:lnTo>
                <a:lnTo>
                  <a:pt x="247065" y="42887"/>
                </a:lnTo>
                <a:lnTo>
                  <a:pt x="246100" y="45859"/>
                </a:lnTo>
                <a:lnTo>
                  <a:pt x="244373" y="48260"/>
                </a:lnTo>
                <a:lnTo>
                  <a:pt x="239395" y="51892"/>
                </a:lnTo>
                <a:lnTo>
                  <a:pt x="236220" y="52806"/>
                </a:lnTo>
                <a:lnTo>
                  <a:pt x="227228" y="52806"/>
                </a:lnTo>
                <a:lnTo>
                  <a:pt x="223164" y="51206"/>
                </a:lnTo>
                <a:lnTo>
                  <a:pt x="217157" y="44818"/>
                </a:lnTo>
                <a:lnTo>
                  <a:pt x="215468" y="40068"/>
                </a:lnTo>
                <a:lnTo>
                  <a:pt x="215087" y="33756"/>
                </a:lnTo>
                <a:lnTo>
                  <a:pt x="258089" y="33756"/>
                </a:lnTo>
                <a:lnTo>
                  <a:pt x="258089" y="25514"/>
                </a:lnTo>
                <a:lnTo>
                  <a:pt x="258089" y="2435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0" name="object 200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5920384" y="3215430"/>
            <a:ext cx="385409" cy="80422"/>
          </a:xfrm>
          <a:prstGeom prst="rect">
            <a:avLst/>
          </a:prstGeom>
        </p:spPr>
      </p:pic>
      <p:pic>
        <p:nvPicPr>
          <p:cNvPr id="201" name="object 201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6388667" y="3215430"/>
            <a:ext cx="184462" cy="80422"/>
          </a:xfrm>
          <a:prstGeom prst="rect">
            <a:avLst/>
          </a:prstGeom>
        </p:spPr>
      </p:pic>
      <p:grpSp>
        <p:nvGrpSpPr>
          <p:cNvPr id="202" name="object 202"/>
          <p:cNvGrpSpPr/>
          <p:nvPr/>
        </p:nvGrpSpPr>
        <p:grpSpPr>
          <a:xfrm>
            <a:off x="6657785" y="3215430"/>
            <a:ext cx="316865" cy="80645"/>
            <a:chOff x="6657785" y="3215430"/>
            <a:chExt cx="316865" cy="80645"/>
          </a:xfrm>
        </p:grpSpPr>
        <p:pic>
          <p:nvPicPr>
            <p:cNvPr id="203" name="object 203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657785" y="3215430"/>
              <a:ext cx="182012" cy="80422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6859847" y="3215430"/>
              <a:ext cx="114286" cy="80422"/>
            </a:xfrm>
            <a:prstGeom prst="rect">
              <a:avLst/>
            </a:prstGeom>
          </p:spPr>
        </p:pic>
      </p:grpSp>
      <p:grpSp>
        <p:nvGrpSpPr>
          <p:cNvPr id="205" name="object 205"/>
          <p:cNvGrpSpPr/>
          <p:nvPr/>
        </p:nvGrpSpPr>
        <p:grpSpPr>
          <a:xfrm>
            <a:off x="7059904" y="3215318"/>
            <a:ext cx="833755" cy="80645"/>
            <a:chOff x="7059904" y="3215318"/>
            <a:chExt cx="833755" cy="80645"/>
          </a:xfrm>
        </p:grpSpPr>
        <p:pic>
          <p:nvPicPr>
            <p:cNvPr id="206" name="object 206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7059904" y="3215318"/>
              <a:ext cx="786080" cy="80534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7879513" y="328092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8" name="object 208"/>
          <p:cNvSpPr/>
          <p:nvPr/>
        </p:nvSpPr>
        <p:spPr>
          <a:xfrm>
            <a:off x="5460342" y="3466815"/>
            <a:ext cx="62865" cy="13970"/>
          </a:xfrm>
          <a:custGeom>
            <a:avLst/>
            <a:gdLst/>
            <a:ahLst/>
            <a:cxnLst/>
            <a:rect l="l" t="t" r="r" b="b"/>
            <a:pathLst>
              <a:path w="62864" h="13970">
                <a:moveTo>
                  <a:pt x="62378" y="0"/>
                </a:moveTo>
                <a:lnTo>
                  <a:pt x="0" y="0"/>
                </a:lnTo>
                <a:lnTo>
                  <a:pt x="0" y="13634"/>
                </a:lnTo>
                <a:lnTo>
                  <a:pt x="62378" y="13634"/>
                </a:lnTo>
                <a:lnTo>
                  <a:pt x="62378" y="0"/>
                </a:lnTo>
                <a:close/>
              </a:path>
            </a:pathLst>
          </a:custGeom>
          <a:solidFill>
            <a:srgbClr val="D9770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" name="object 209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5585099" y="3425288"/>
            <a:ext cx="326819" cy="94124"/>
          </a:xfrm>
          <a:prstGeom prst="rect">
            <a:avLst/>
          </a:prstGeom>
        </p:spPr>
      </p:pic>
      <p:pic>
        <p:nvPicPr>
          <p:cNvPr id="210" name="object 210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5991673" y="3426960"/>
            <a:ext cx="584798" cy="80534"/>
          </a:xfrm>
          <a:prstGeom prst="rect">
            <a:avLst/>
          </a:prstGeom>
        </p:spPr>
      </p:pic>
      <p:sp>
        <p:nvSpPr>
          <p:cNvPr id="211" name="object 211"/>
          <p:cNvSpPr/>
          <p:nvPr/>
        </p:nvSpPr>
        <p:spPr>
          <a:xfrm>
            <a:off x="6656783" y="3446676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30966" y="0"/>
                </a:moveTo>
                <a:lnTo>
                  <a:pt x="22278" y="0"/>
                </a:lnTo>
                <a:lnTo>
                  <a:pt x="22278" y="53244"/>
                </a:lnTo>
                <a:lnTo>
                  <a:pt x="30966" y="53244"/>
                </a:lnTo>
                <a:lnTo>
                  <a:pt x="30966" y="0"/>
                </a:lnTo>
                <a:close/>
              </a:path>
              <a:path w="53340" h="53339">
                <a:moveTo>
                  <a:pt x="22278" y="22278"/>
                </a:moveTo>
                <a:lnTo>
                  <a:pt x="0" y="22278"/>
                </a:lnTo>
                <a:lnTo>
                  <a:pt x="0" y="30966"/>
                </a:lnTo>
                <a:lnTo>
                  <a:pt x="22278" y="30966"/>
                </a:lnTo>
                <a:lnTo>
                  <a:pt x="22278" y="22278"/>
                </a:lnTo>
                <a:close/>
              </a:path>
              <a:path w="53340" h="53339">
                <a:moveTo>
                  <a:pt x="53244" y="22278"/>
                </a:moveTo>
                <a:lnTo>
                  <a:pt x="30966" y="22278"/>
                </a:lnTo>
                <a:lnTo>
                  <a:pt x="30966" y="30966"/>
                </a:lnTo>
                <a:lnTo>
                  <a:pt x="53244" y="30966"/>
                </a:lnTo>
                <a:lnTo>
                  <a:pt x="53244" y="2227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2" name="object 212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6790674" y="3426960"/>
            <a:ext cx="586691" cy="97242"/>
          </a:xfrm>
          <a:prstGeom prst="rect">
            <a:avLst/>
          </a:prstGeom>
        </p:spPr>
      </p:pic>
      <p:pic>
        <p:nvPicPr>
          <p:cNvPr id="213" name="object 213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7459794" y="3426960"/>
            <a:ext cx="451130" cy="97242"/>
          </a:xfrm>
          <a:prstGeom prst="rect">
            <a:avLst/>
          </a:prstGeom>
        </p:spPr>
      </p:pic>
      <p:pic>
        <p:nvPicPr>
          <p:cNvPr id="214" name="object 214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7995580" y="3426960"/>
            <a:ext cx="582570" cy="80534"/>
          </a:xfrm>
          <a:prstGeom prst="rect">
            <a:avLst/>
          </a:prstGeom>
        </p:spPr>
      </p:pic>
      <p:pic>
        <p:nvPicPr>
          <p:cNvPr id="215" name="object 215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8662808" y="3427071"/>
            <a:ext cx="255083" cy="80424"/>
          </a:xfrm>
          <a:prstGeom prst="rect">
            <a:avLst/>
          </a:prstGeom>
        </p:spPr>
      </p:pic>
      <p:grpSp>
        <p:nvGrpSpPr>
          <p:cNvPr id="216" name="object 216"/>
          <p:cNvGrpSpPr/>
          <p:nvPr/>
        </p:nvGrpSpPr>
        <p:grpSpPr>
          <a:xfrm>
            <a:off x="9000319" y="3425288"/>
            <a:ext cx="363220" cy="99060"/>
            <a:chOff x="9000319" y="3425288"/>
            <a:chExt cx="363220" cy="99060"/>
          </a:xfrm>
        </p:grpSpPr>
        <p:pic>
          <p:nvPicPr>
            <p:cNvPr id="217" name="object 217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9000319" y="3425288"/>
              <a:ext cx="320135" cy="94124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9350085" y="3492568"/>
              <a:ext cx="13970" cy="31750"/>
            </a:xfrm>
            <a:custGeom>
              <a:avLst/>
              <a:gdLst/>
              <a:ahLst/>
              <a:cxnLst/>
              <a:rect l="l" t="t" r="r" b="b"/>
              <a:pathLst>
                <a:path w="13970" h="31750">
                  <a:moveTo>
                    <a:pt x="13366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6014" y="13590"/>
                  </a:lnTo>
                  <a:lnTo>
                    <a:pt x="0" y="31634"/>
                  </a:lnTo>
                  <a:lnTo>
                    <a:pt x="6682" y="31634"/>
                  </a:lnTo>
                  <a:lnTo>
                    <a:pt x="13366" y="12476"/>
                  </a:lnTo>
                  <a:lnTo>
                    <a:pt x="1336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9" name="object 219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9466376" y="3433309"/>
            <a:ext cx="182233" cy="74185"/>
          </a:xfrm>
          <a:prstGeom prst="rect">
            <a:avLst/>
          </a:prstGeom>
        </p:spPr>
      </p:pic>
      <p:pic>
        <p:nvPicPr>
          <p:cNvPr id="220" name="object 220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5589555" y="3594045"/>
            <a:ext cx="854138" cy="95906"/>
          </a:xfrm>
          <a:prstGeom prst="rect">
            <a:avLst/>
          </a:prstGeom>
        </p:spPr>
      </p:pic>
      <p:sp>
        <p:nvSpPr>
          <p:cNvPr id="221" name="object 221"/>
          <p:cNvSpPr/>
          <p:nvPr/>
        </p:nvSpPr>
        <p:spPr>
          <a:xfrm>
            <a:off x="6521881" y="3594048"/>
            <a:ext cx="569595" cy="80645"/>
          </a:xfrm>
          <a:custGeom>
            <a:avLst/>
            <a:gdLst/>
            <a:ahLst/>
            <a:cxnLst/>
            <a:rect l="l" t="t" r="r" b="b"/>
            <a:pathLst>
              <a:path w="569595" h="80645">
                <a:moveTo>
                  <a:pt x="55702" y="20167"/>
                </a:moveTo>
                <a:lnTo>
                  <a:pt x="45453" y="20167"/>
                </a:lnTo>
                <a:lnTo>
                  <a:pt x="27851" y="69621"/>
                </a:lnTo>
                <a:lnTo>
                  <a:pt x="10248" y="20167"/>
                </a:lnTo>
                <a:lnTo>
                  <a:pt x="0" y="20167"/>
                </a:lnTo>
                <a:lnTo>
                  <a:pt x="21945" y="79197"/>
                </a:lnTo>
                <a:lnTo>
                  <a:pt x="33756" y="79197"/>
                </a:lnTo>
                <a:lnTo>
                  <a:pt x="55702" y="20167"/>
                </a:lnTo>
                <a:close/>
              </a:path>
              <a:path w="569595" h="80645">
                <a:moveTo>
                  <a:pt x="121081" y="43180"/>
                </a:moveTo>
                <a:lnTo>
                  <a:pt x="120218" y="38836"/>
                </a:lnTo>
                <a:lnTo>
                  <a:pt x="120180" y="38620"/>
                </a:lnTo>
                <a:lnTo>
                  <a:pt x="120053" y="38023"/>
                </a:lnTo>
                <a:lnTo>
                  <a:pt x="119964" y="37579"/>
                </a:lnTo>
                <a:lnTo>
                  <a:pt x="115519" y="28371"/>
                </a:lnTo>
                <a:lnTo>
                  <a:pt x="114960" y="27736"/>
                </a:lnTo>
                <a:lnTo>
                  <a:pt x="112433" y="24853"/>
                </a:lnTo>
                <a:lnTo>
                  <a:pt x="110832" y="23876"/>
                </a:lnTo>
                <a:lnTo>
                  <a:pt x="110832" y="44335"/>
                </a:lnTo>
                <a:lnTo>
                  <a:pt x="78092" y="44335"/>
                </a:lnTo>
                <a:lnTo>
                  <a:pt x="78905" y="38836"/>
                </a:lnTo>
                <a:lnTo>
                  <a:pt x="80784" y="34696"/>
                </a:lnTo>
                <a:lnTo>
                  <a:pt x="86652" y="29133"/>
                </a:lnTo>
                <a:lnTo>
                  <a:pt x="90373" y="27736"/>
                </a:lnTo>
                <a:lnTo>
                  <a:pt x="99288" y="27736"/>
                </a:lnTo>
                <a:lnTo>
                  <a:pt x="110832" y="44335"/>
                </a:lnTo>
                <a:lnTo>
                  <a:pt x="110832" y="23876"/>
                </a:lnTo>
                <a:lnTo>
                  <a:pt x="104686" y="20104"/>
                </a:lnTo>
                <a:lnTo>
                  <a:pt x="104838" y="20104"/>
                </a:lnTo>
                <a:lnTo>
                  <a:pt x="100025" y="18821"/>
                </a:lnTo>
                <a:lnTo>
                  <a:pt x="89484" y="18821"/>
                </a:lnTo>
                <a:lnTo>
                  <a:pt x="84785" y="20104"/>
                </a:lnTo>
                <a:lnTo>
                  <a:pt x="68287" y="55918"/>
                </a:lnTo>
                <a:lnTo>
                  <a:pt x="69380" y="61353"/>
                </a:lnTo>
                <a:lnTo>
                  <a:pt x="89789" y="80530"/>
                </a:lnTo>
                <a:lnTo>
                  <a:pt x="101587" y="80530"/>
                </a:lnTo>
                <a:lnTo>
                  <a:pt x="120078" y="62496"/>
                </a:lnTo>
                <a:lnTo>
                  <a:pt x="110058" y="61709"/>
                </a:lnTo>
                <a:lnTo>
                  <a:pt x="109093" y="64681"/>
                </a:lnTo>
                <a:lnTo>
                  <a:pt x="107365" y="67081"/>
                </a:lnTo>
                <a:lnTo>
                  <a:pt x="102387" y="70713"/>
                </a:lnTo>
                <a:lnTo>
                  <a:pt x="99212" y="71628"/>
                </a:lnTo>
                <a:lnTo>
                  <a:pt x="90233" y="71628"/>
                </a:lnTo>
                <a:lnTo>
                  <a:pt x="86156" y="70027"/>
                </a:lnTo>
                <a:lnTo>
                  <a:pt x="80149" y="63639"/>
                </a:lnTo>
                <a:lnTo>
                  <a:pt x="78460" y="58889"/>
                </a:lnTo>
                <a:lnTo>
                  <a:pt x="78092" y="52578"/>
                </a:lnTo>
                <a:lnTo>
                  <a:pt x="121081" y="52578"/>
                </a:lnTo>
                <a:lnTo>
                  <a:pt x="121081" y="44335"/>
                </a:lnTo>
                <a:lnTo>
                  <a:pt x="121081" y="43180"/>
                </a:lnTo>
                <a:close/>
              </a:path>
              <a:path w="569595" h="80645">
                <a:moveTo>
                  <a:pt x="188252" y="20167"/>
                </a:moveTo>
                <a:lnTo>
                  <a:pt x="171881" y="20167"/>
                </a:lnTo>
                <a:lnTo>
                  <a:pt x="168503" y="21412"/>
                </a:lnTo>
                <a:lnTo>
                  <a:pt x="163449" y="26377"/>
                </a:lnTo>
                <a:lnTo>
                  <a:pt x="161886" y="30187"/>
                </a:lnTo>
                <a:lnTo>
                  <a:pt x="161937" y="31508"/>
                </a:lnTo>
                <a:lnTo>
                  <a:pt x="161874" y="30353"/>
                </a:lnTo>
                <a:lnTo>
                  <a:pt x="161759" y="28409"/>
                </a:lnTo>
                <a:lnTo>
                  <a:pt x="161505" y="23837"/>
                </a:lnTo>
                <a:lnTo>
                  <a:pt x="161366" y="21412"/>
                </a:lnTo>
                <a:lnTo>
                  <a:pt x="161290" y="20167"/>
                </a:lnTo>
                <a:lnTo>
                  <a:pt x="138125" y="20167"/>
                </a:lnTo>
                <a:lnTo>
                  <a:pt x="138125" y="28409"/>
                </a:lnTo>
                <a:lnTo>
                  <a:pt x="153492" y="28409"/>
                </a:lnTo>
                <a:lnTo>
                  <a:pt x="153492" y="70954"/>
                </a:lnTo>
                <a:lnTo>
                  <a:pt x="138125" y="70954"/>
                </a:lnTo>
                <a:lnTo>
                  <a:pt x="138125" y="79197"/>
                </a:lnTo>
                <a:lnTo>
                  <a:pt x="181571" y="79197"/>
                </a:lnTo>
                <a:lnTo>
                  <a:pt x="181571" y="75412"/>
                </a:lnTo>
                <a:lnTo>
                  <a:pt x="181571" y="70954"/>
                </a:lnTo>
                <a:lnTo>
                  <a:pt x="162852" y="70954"/>
                </a:lnTo>
                <a:lnTo>
                  <a:pt x="162852" y="40284"/>
                </a:lnTo>
                <a:lnTo>
                  <a:pt x="163372" y="37553"/>
                </a:lnTo>
                <a:lnTo>
                  <a:pt x="164122" y="35979"/>
                </a:lnTo>
                <a:lnTo>
                  <a:pt x="165455" y="33172"/>
                </a:lnTo>
                <a:lnTo>
                  <a:pt x="166954" y="31508"/>
                </a:lnTo>
                <a:lnTo>
                  <a:pt x="170891" y="29210"/>
                </a:lnTo>
                <a:lnTo>
                  <a:pt x="173329" y="28625"/>
                </a:lnTo>
                <a:lnTo>
                  <a:pt x="188252" y="28625"/>
                </a:lnTo>
                <a:lnTo>
                  <a:pt x="188252" y="20167"/>
                </a:lnTo>
                <a:close/>
              </a:path>
              <a:path w="569595" h="80645">
                <a:moveTo>
                  <a:pt x="236486" y="0"/>
                </a:moveTo>
                <a:lnTo>
                  <a:pt x="226682" y="0"/>
                </a:lnTo>
                <a:lnTo>
                  <a:pt x="226682" y="10922"/>
                </a:lnTo>
                <a:lnTo>
                  <a:pt x="236486" y="10922"/>
                </a:lnTo>
                <a:lnTo>
                  <a:pt x="236486" y="0"/>
                </a:lnTo>
                <a:close/>
              </a:path>
              <a:path w="569595" h="80645">
                <a:moveTo>
                  <a:pt x="257314" y="70954"/>
                </a:moveTo>
                <a:lnTo>
                  <a:pt x="236931" y="70954"/>
                </a:lnTo>
                <a:lnTo>
                  <a:pt x="236931" y="28409"/>
                </a:lnTo>
                <a:lnTo>
                  <a:pt x="236931" y="23837"/>
                </a:lnTo>
                <a:lnTo>
                  <a:pt x="236931" y="20167"/>
                </a:lnTo>
                <a:lnTo>
                  <a:pt x="204965" y="20167"/>
                </a:lnTo>
                <a:lnTo>
                  <a:pt x="204965" y="28409"/>
                </a:lnTo>
                <a:lnTo>
                  <a:pt x="227571" y="28409"/>
                </a:lnTo>
                <a:lnTo>
                  <a:pt x="227571" y="70954"/>
                </a:lnTo>
                <a:lnTo>
                  <a:pt x="203847" y="70954"/>
                </a:lnTo>
                <a:lnTo>
                  <a:pt x="203847" y="79197"/>
                </a:lnTo>
                <a:lnTo>
                  <a:pt x="257314" y="79197"/>
                </a:lnTo>
                <a:lnTo>
                  <a:pt x="257314" y="70954"/>
                </a:lnTo>
                <a:close/>
              </a:path>
              <a:path w="569595" h="80645">
                <a:moveTo>
                  <a:pt x="320802" y="114"/>
                </a:moveTo>
                <a:lnTo>
                  <a:pt x="296303" y="114"/>
                </a:lnTo>
                <a:lnTo>
                  <a:pt x="292163" y="1511"/>
                </a:lnTo>
                <a:lnTo>
                  <a:pt x="286740" y="7073"/>
                </a:lnTo>
                <a:lnTo>
                  <a:pt x="285381" y="11099"/>
                </a:lnTo>
                <a:lnTo>
                  <a:pt x="285381" y="20167"/>
                </a:lnTo>
                <a:lnTo>
                  <a:pt x="269570" y="20167"/>
                </a:lnTo>
                <a:lnTo>
                  <a:pt x="269570" y="28409"/>
                </a:lnTo>
                <a:lnTo>
                  <a:pt x="285381" y="28409"/>
                </a:lnTo>
                <a:lnTo>
                  <a:pt x="285381" y="79197"/>
                </a:lnTo>
                <a:lnTo>
                  <a:pt x="294741" y="79197"/>
                </a:lnTo>
                <a:lnTo>
                  <a:pt x="294741" y="28409"/>
                </a:lnTo>
                <a:lnTo>
                  <a:pt x="319697" y="28409"/>
                </a:lnTo>
                <a:lnTo>
                  <a:pt x="319697" y="20167"/>
                </a:lnTo>
                <a:lnTo>
                  <a:pt x="294741" y="20167"/>
                </a:lnTo>
                <a:lnTo>
                  <a:pt x="294741" y="13919"/>
                </a:lnTo>
                <a:lnTo>
                  <a:pt x="295351" y="11976"/>
                </a:lnTo>
                <a:lnTo>
                  <a:pt x="297802" y="9080"/>
                </a:lnTo>
                <a:lnTo>
                  <a:pt x="299567" y="8356"/>
                </a:lnTo>
                <a:lnTo>
                  <a:pt x="320802" y="8356"/>
                </a:lnTo>
                <a:lnTo>
                  <a:pt x="320802" y="114"/>
                </a:lnTo>
                <a:close/>
              </a:path>
              <a:path w="569595" h="80645">
                <a:moveTo>
                  <a:pt x="370154" y="0"/>
                </a:moveTo>
                <a:lnTo>
                  <a:pt x="360349" y="0"/>
                </a:lnTo>
                <a:lnTo>
                  <a:pt x="360349" y="10922"/>
                </a:lnTo>
                <a:lnTo>
                  <a:pt x="370154" y="10922"/>
                </a:lnTo>
                <a:lnTo>
                  <a:pt x="370154" y="0"/>
                </a:lnTo>
                <a:close/>
              </a:path>
              <a:path w="569595" h="80645">
                <a:moveTo>
                  <a:pt x="390982" y="70954"/>
                </a:moveTo>
                <a:lnTo>
                  <a:pt x="370598" y="70954"/>
                </a:lnTo>
                <a:lnTo>
                  <a:pt x="370598" y="28409"/>
                </a:lnTo>
                <a:lnTo>
                  <a:pt x="370598" y="23837"/>
                </a:lnTo>
                <a:lnTo>
                  <a:pt x="370598" y="20167"/>
                </a:lnTo>
                <a:lnTo>
                  <a:pt x="338632" y="20167"/>
                </a:lnTo>
                <a:lnTo>
                  <a:pt x="338632" y="28409"/>
                </a:lnTo>
                <a:lnTo>
                  <a:pt x="361238" y="28409"/>
                </a:lnTo>
                <a:lnTo>
                  <a:pt x="361238" y="70954"/>
                </a:lnTo>
                <a:lnTo>
                  <a:pt x="337515" y="70954"/>
                </a:lnTo>
                <a:lnTo>
                  <a:pt x="337515" y="79197"/>
                </a:lnTo>
                <a:lnTo>
                  <a:pt x="390982" y="79197"/>
                </a:lnTo>
                <a:lnTo>
                  <a:pt x="390982" y="70954"/>
                </a:lnTo>
                <a:close/>
              </a:path>
              <a:path w="569595" h="80645">
                <a:moveTo>
                  <a:pt x="455256" y="43180"/>
                </a:moveTo>
                <a:lnTo>
                  <a:pt x="454393" y="38836"/>
                </a:lnTo>
                <a:lnTo>
                  <a:pt x="454342" y="38620"/>
                </a:lnTo>
                <a:lnTo>
                  <a:pt x="454228" y="38023"/>
                </a:lnTo>
                <a:lnTo>
                  <a:pt x="445008" y="23876"/>
                </a:lnTo>
                <a:lnTo>
                  <a:pt x="445008" y="44335"/>
                </a:lnTo>
                <a:lnTo>
                  <a:pt x="412254" y="44335"/>
                </a:lnTo>
                <a:lnTo>
                  <a:pt x="413080" y="38836"/>
                </a:lnTo>
                <a:lnTo>
                  <a:pt x="414947" y="34696"/>
                </a:lnTo>
                <a:lnTo>
                  <a:pt x="420814" y="29133"/>
                </a:lnTo>
                <a:lnTo>
                  <a:pt x="424548" y="27736"/>
                </a:lnTo>
                <a:lnTo>
                  <a:pt x="433463" y="27736"/>
                </a:lnTo>
                <a:lnTo>
                  <a:pt x="445008" y="44335"/>
                </a:lnTo>
                <a:lnTo>
                  <a:pt x="445008" y="23876"/>
                </a:lnTo>
                <a:lnTo>
                  <a:pt x="438848" y="20104"/>
                </a:lnTo>
                <a:lnTo>
                  <a:pt x="439000" y="20104"/>
                </a:lnTo>
                <a:lnTo>
                  <a:pt x="434200" y="18821"/>
                </a:lnTo>
                <a:lnTo>
                  <a:pt x="423659" y="18821"/>
                </a:lnTo>
                <a:lnTo>
                  <a:pt x="418960" y="20104"/>
                </a:lnTo>
                <a:lnTo>
                  <a:pt x="402450" y="55918"/>
                </a:lnTo>
                <a:lnTo>
                  <a:pt x="403555" y="61353"/>
                </a:lnTo>
                <a:lnTo>
                  <a:pt x="423951" y="80530"/>
                </a:lnTo>
                <a:lnTo>
                  <a:pt x="435762" y="80530"/>
                </a:lnTo>
                <a:lnTo>
                  <a:pt x="454253" y="62496"/>
                </a:lnTo>
                <a:lnTo>
                  <a:pt x="444220" y="61709"/>
                </a:lnTo>
                <a:lnTo>
                  <a:pt x="443255" y="64681"/>
                </a:lnTo>
                <a:lnTo>
                  <a:pt x="441540" y="67081"/>
                </a:lnTo>
                <a:lnTo>
                  <a:pt x="436562" y="70713"/>
                </a:lnTo>
                <a:lnTo>
                  <a:pt x="433387" y="71628"/>
                </a:lnTo>
                <a:lnTo>
                  <a:pt x="424395" y="71628"/>
                </a:lnTo>
                <a:lnTo>
                  <a:pt x="420331" y="70027"/>
                </a:lnTo>
                <a:lnTo>
                  <a:pt x="414312" y="63639"/>
                </a:lnTo>
                <a:lnTo>
                  <a:pt x="412623" y="58889"/>
                </a:lnTo>
                <a:lnTo>
                  <a:pt x="412254" y="52578"/>
                </a:lnTo>
                <a:lnTo>
                  <a:pt x="455256" y="52578"/>
                </a:lnTo>
                <a:lnTo>
                  <a:pt x="455256" y="44335"/>
                </a:lnTo>
                <a:lnTo>
                  <a:pt x="455256" y="43180"/>
                </a:lnTo>
                <a:close/>
              </a:path>
              <a:path w="569595" h="80645">
                <a:moveTo>
                  <a:pt x="519087" y="114"/>
                </a:moveTo>
                <a:lnTo>
                  <a:pt x="509727" y="114"/>
                </a:lnTo>
                <a:lnTo>
                  <a:pt x="509727" y="28168"/>
                </a:lnTo>
                <a:lnTo>
                  <a:pt x="509727" y="45072"/>
                </a:lnTo>
                <a:lnTo>
                  <a:pt x="509727" y="54140"/>
                </a:lnTo>
                <a:lnTo>
                  <a:pt x="509041" y="58013"/>
                </a:lnTo>
                <a:lnTo>
                  <a:pt x="496138" y="71628"/>
                </a:lnTo>
                <a:lnTo>
                  <a:pt x="487591" y="71628"/>
                </a:lnTo>
                <a:lnTo>
                  <a:pt x="483679" y="69659"/>
                </a:lnTo>
                <a:lnTo>
                  <a:pt x="477964" y="61785"/>
                </a:lnTo>
                <a:lnTo>
                  <a:pt x="476529" y="56438"/>
                </a:lnTo>
                <a:lnTo>
                  <a:pt x="476529" y="42849"/>
                </a:lnTo>
                <a:lnTo>
                  <a:pt x="477850" y="37909"/>
                </a:lnTo>
                <a:lnTo>
                  <a:pt x="477964" y="37490"/>
                </a:lnTo>
                <a:lnTo>
                  <a:pt x="483679" y="29692"/>
                </a:lnTo>
                <a:lnTo>
                  <a:pt x="487514" y="27736"/>
                </a:lnTo>
                <a:lnTo>
                  <a:pt x="495985" y="27736"/>
                </a:lnTo>
                <a:lnTo>
                  <a:pt x="499440" y="28702"/>
                </a:lnTo>
                <a:lnTo>
                  <a:pt x="499237" y="28702"/>
                </a:lnTo>
                <a:lnTo>
                  <a:pt x="504304" y="32105"/>
                </a:lnTo>
                <a:lnTo>
                  <a:pt x="506285" y="34607"/>
                </a:lnTo>
                <a:lnTo>
                  <a:pt x="509041" y="41148"/>
                </a:lnTo>
                <a:lnTo>
                  <a:pt x="509727" y="45072"/>
                </a:lnTo>
                <a:lnTo>
                  <a:pt x="509727" y="28168"/>
                </a:lnTo>
                <a:lnTo>
                  <a:pt x="495211" y="18821"/>
                </a:lnTo>
                <a:lnTo>
                  <a:pt x="486816" y="18821"/>
                </a:lnTo>
                <a:lnTo>
                  <a:pt x="466813" y="56438"/>
                </a:lnTo>
                <a:lnTo>
                  <a:pt x="467753" y="61455"/>
                </a:lnTo>
                <a:lnTo>
                  <a:pt x="486816" y="80530"/>
                </a:lnTo>
                <a:lnTo>
                  <a:pt x="495134" y="80530"/>
                </a:lnTo>
                <a:lnTo>
                  <a:pt x="509739" y="71628"/>
                </a:lnTo>
                <a:lnTo>
                  <a:pt x="510260" y="70764"/>
                </a:lnTo>
                <a:lnTo>
                  <a:pt x="510298" y="71628"/>
                </a:lnTo>
                <a:lnTo>
                  <a:pt x="510413" y="74218"/>
                </a:lnTo>
                <a:lnTo>
                  <a:pt x="510501" y="76428"/>
                </a:lnTo>
                <a:lnTo>
                  <a:pt x="510616" y="79273"/>
                </a:lnTo>
                <a:lnTo>
                  <a:pt x="519087" y="79273"/>
                </a:lnTo>
                <a:lnTo>
                  <a:pt x="519087" y="65836"/>
                </a:lnTo>
                <a:lnTo>
                  <a:pt x="519087" y="32867"/>
                </a:lnTo>
                <a:lnTo>
                  <a:pt x="519087" y="114"/>
                </a:lnTo>
                <a:close/>
              </a:path>
              <a:path w="569595" h="80645">
                <a:moveTo>
                  <a:pt x="569429" y="65608"/>
                </a:moveTo>
                <a:lnTo>
                  <a:pt x="555612" y="65608"/>
                </a:lnTo>
                <a:lnTo>
                  <a:pt x="555612" y="79197"/>
                </a:lnTo>
                <a:lnTo>
                  <a:pt x="569429" y="79197"/>
                </a:lnTo>
                <a:lnTo>
                  <a:pt x="569429" y="65608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5470680" y="3845675"/>
            <a:ext cx="60960" cy="95250"/>
          </a:xfrm>
          <a:custGeom>
            <a:avLst/>
            <a:gdLst/>
            <a:ahLst/>
            <a:cxnLst/>
            <a:rect l="l" t="t" r="r" b="b"/>
            <a:pathLst>
              <a:path w="60960" h="95250">
                <a:moveTo>
                  <a:pt x="60417" y="0"/>
                </a:moveTo>
                <a:lnTo>
                  <a:pt x="0" y="0"/>
                </a:lnTo>
                <a:lnTo>
                  <a:pt x="0" y="94904"/>
                </a:lnTo>
                <a:lnTo>
                  <a:pt x="19033" y="94904"/>
                </a:lnTo>
                <a:lnTo>
                  <a:pt x="19033" y="56808"/>
                </a:lnTo>
                <a:lnTo>
                  <a:pt x="58012" y="56808"/>
                </a:lnTo>
                <a:lnTo>
                  <a:pt x="58012" y="40073"/>
                </a:lnTo>
                <a:lnTo>
                  <a:pt x="19033" y="40073"/>
                </a:lnTo>
                <a:lnTo>
                  <a:pt x="19033" y="17054"/>
                </a:lnTo>
                <a:lnTo>
                  <a:pt x="11361" y="17054"/>
                </a:lnTo>
                <a:lnTo>
                  <a:pt x="19033" y="9329"/>
                </a:lnTo>
                <a:lnTo>
                  <a:pt x="60417" y="9329"/>
                </a:lnTo>
                <a:lnTo>
                  <a:pt x="60417" y="0"/>
                </a:lnTo>
                <a:close/>
              </a:path>
              <a:path w="60960" h="95250">
                <a:moveTo>
                  <a:pt x="19033" y="9329"/>
                </a:moveTo>
                <a:lnTo>
                  <a:pt x="11361" y="17054"/>
                </a:lnTo>
                <a:lnTo>
                  <a:pt x="19033" y="17054"/>
                </a:lnTo>
                <a:lnTo>
                  <a:pt x="19033" y="9329"/>
                </a:lnTo>
                <a:close/>
              </a:path>
              <a:path w="60960" h="95250">
                <a:moveTo>
                  <a:pt x="60417" y="9329"/>
                </a:moveTo>
                <a:lnTo>
                  <a:pt x="19033" y="9329"/>
                </a:lnTo>
                <a:lnTo>
                  <a:pt x="19033" y="17054"/>
                </a:lnTo>
                <a:lnTo>
                  <a:pt x="60417" y="17054"/>
                </a:lnTo>
                <a:lnTo>
                  <a:pt x="60417" y="932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3" name="object 223"/>
          <p:cNvGrpSpPr/>
          <p:nvPr/>
        </p:nvGrpSpPr>
        <p:grpSpPr>
          <a:xfrm>
            <a:off x="5553552" y="3845595"/>
            <a:ext cx="417830" cy="97155"/>
            <a:chOff x="5553552" y="3845595"/>
            <a:chExt cx="417830" cy="97155"/>
          </a:xfrm>
        </p:grpSpPr>
        <p:pic>
          <p:nvPicPr>
            <p:cNvPr id="224" name="object 224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5639901" y="3845675"/>
              <a:ext cx="69507" cy="94904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553552" y="3845595"/>
              <a:ext cx="65764" cy="97123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729992" y="3845595"/>
              <a:ext cx="65764" cy="97123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5819226" y="3845675"/>
              <a:ext cx="64749" cy="94904"/>
            </a:xfrm>
            <a:prstGeom prst="rect">
              <a:avLst/>
            </a:prstGeom>
          </p:spPr>
        </p:pic>
        <p:sp>
          <p:nvSpPr>
            <p:cNvPr id="228" name="object 228"/>
            <p:cNvSpPr/>
            <p:nvPr/>
          </p:nvSpPr>
          <p:spPr>
            <a:xfrm>
              <a:off x="5910441" y="3845675"/>
              <a:ext cx="60960" cy="95250"/>
            </a:xfrm>
            <a:custGeom>
              <a:avLst/>
              <a:gdLst/>
              <a:ahLst/>
              <a:cxnLst/>
              <a:rect l="l" t="t" r="r" b="b"/>
              <a:pathLst>
                <a:path w="60960" h="95250">
                  <a:moveTo>
                    <a:pt x="59348" y="0"/>
                  </a:moveTo>
                  <a:lnTo>
                    <a:pt x="0" y="0"/>
                  </a:lnTo>
                  <a:lnTo>
                    <a:pt x="0" y="94904"/>
                  </a:lnTo>
                  <a:lnTo>
                    <a:pt x="60417" y="94904"/>
                  </a:lnTo>
                  <a:lnTo>
                    <a:pt x="60417" y="77743"/>
                  </a:lnTo>
                  <a:lnTo>
                    <a:pt x="19033" y="77743"/>
                  </a:lnTo>
                  <a:lnTo>
                    <a:pt x="19033" y="55685"/>
                  </a:lnTo>
                  <a:lnTo>
                    <a:pt x="57744" y="55685"/>
                  </a:lnTo>
                  <a:lnTo>
                    <a:pt x="57744" y="38950"/>
                  </a:lnTo>
                  <a:lnTo>
                    <a:pt x="19033" y="38950"/>
                  </a:lnTo>
                  <a:lnTo>
                    <a:pt x="19033" y="17161"/>
                  </a:lnTo>
                  <a:lnTo>
                    <a:pt x="59348" y="17161"/>
                  </a:lnTo>
                  <a:lnTo>
                    <a:pt x="59348" y="0"/>
                  </a:lnTo>
                  <a:close/>
                </a:path>
              </a:pathLst>
            </a:custGeom>
            <a:solidFill>
              <a:srgbClr val="0D1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9" name="object 229"/>
          <p:cNvGrpSpPr/>
          <p:nvPr/>
        </p:nvGrpSpPr>
        <p:grpSpPr>
          <a:xfrm>
            <a:off x="6078859" y="3843536"/>
            <a:ext cx="337185" cy="99695"/>
            <a:chOff x="6078859" y="3843536"/>
            <a:chExt cx="337185" cy="99695"/>
          </a:xfrm>
        </p:grpSpPr>
        <p:pic>
          <p:nvPicPr>
            <p:cNvPr id="230" name="object 230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6078859" y="3843536"/>
              <a:ext cx="160935" cy="99181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6260325" y="3845675"/>
              <a:ext cx="64749" cy="94904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6346727" y="3845675"/>
              <a:ext cx="69240" cy="94904"/>
            </a:xfrm>
            <a:prstGeom prst="rect">
              <a:avLst/>
            </a:prstGeom>
          </p:spPr>
        </p:pic>
      </p:grpSp>
      <p:sp>
        <p:nvSpPr>
          <p:cNvPr id="233" name="object 233"/>
          <p:cNvSpPr/>
          <p:nvPr/>
        </p:nvSpPr>
        <p:spPr>
          <a:xfrm>
            <a:off x="5464240" y="409857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34041" y="0"/>
                </a:moveTo>
                <a:lnTo>
                  <a:pt x="20540" y="0"/>
                </a:lnTo>
                <a:lnTo>
                  <a:pt x="20540" y="54582"/>
                </a:lnTo>
                <a:lnTo>
                  <a:pt x="34041" y="54582"/>
                </a:lnTo>
                <a:lnTo>
                  <a:pt x="34041" y="0"/>
                </a:lnTo>
                <a:close/>
              </a:path>
              <a:path w="54610" h="54610">
                <a:moveTo>
                  <a:pt x="20540" y="20539"/>
                </a:moveTo>
                <a:lnTo>
                  <a:pt x="0" y="20539"/>
                </a:lnTo>
                <a:lnTo>
                  <a:pt x="0" y="34041"/>
                </a:lnTo>
                <a:lnTo>
                  <a:pt x="20540" y="34041"/>
                </a:lnTo>
                <a:lnTo>
                  <a:pt x="20540" y="20539"/>
                </a:lnTo>
                <a:close/>
              </a:path>
              <a:path w="54610" h="54610">
                <a:moveTo>
                  <a:pt x="54582" y="20539"/>
                </a:moveTo>
                <a:lnTo>
                  <a:pt x="34041" y="20539"/>
                </a:lnTo>
                <a:lnTo>
                  <a:pt x="34041" y="34041"/>
                </a:lnTo>
                <a:lnTo>
                  <a:pt x="54582" y="34041"/>
                </a:lnTo>
                <a:lnTo>
                  <a:pt x="54582" y="20539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4" name="object 234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5585545" y="4076920"/>
            <a:ext cx="322251" cy="82651"/>
          </a:xfrm>
          <a:prstGeom prst="rect">
            <a:avLst/>
          </a:prstGeom>
        </p:spPr>
      </p:pic>
      <p:pic>
        <p:nvPicPr>
          <p:cNvPr id="235" name="object 235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5987663" y="4078704"/>
            <a:ext cx="187803" cy="80422"/>
          </a:xfrm>
          <a:prstGeom prst="rect">
            <a:avLst/>
          </a:prstGeom>
        </p:spPr>
      </p:pic>
      <p:pic>
        <p:nvPicPr>
          <p:cNvPr id="236" name="object 236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6253524" y="4078592"/>
            <a:ext cx="454387" cy="80534"/>
          </a:xfrm>
          <a:prstGeom prst="rect">
            <a:avLst/>
          </a:prstGeom>
        </p:spPr>
      </p:pic>
      <p:pic>
        <p:nvPicPr>
          <p:cNvPr id="237" name="object 237"/>
          <p:cNvPicPr/>
          <p:nvPr/>
        </p:nvPicPr>
        <p:blipFill>
          <a:blip r:embed="rId141" cstate="print"/>
          <a:stretch>
            <a:fillRect/>
          </a:stretch>
        </p:blipFill>
        <p:spPr>
          <a:xfrm>
            <a:off x="6789226" y="4084940"/>
            <a:ext cx="121531" cy="74185"/>
          </a:xfrm>
          <a:prstGeom prst="rect">
            <a:avLst/>
          </a:prstGeom>
        </p:spPr>
      </p:pic>
      <p:pic>
        <p:nvPicPr>
          <p:cNvPr id="238" name="object 238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6993516" y="4076920"/>
            <a:ext cx="319243" cy="82651"/>
          </a:xfrm>
          <a:prstGeom prst="rect">
            <a:avLst/>
          </a:prstGeom>
        </p:spPr>
      </p:pic>
      <p:grpSp>
        <p:nvGrpSpPr>
          <p:cNvPr id="239" name="object 239"/>
          <p:cNvGrpSpPr/>
          <p:nvPr/>
        </p:nvGrpSpPr>
        <p:grpSpPr>
          <a:xfrm>
            <a:off x="7387391" y="4078592"/>
            <a:ext cx="256540" cy="79375"/>
            <a:chOff x="7387391" y="4078592"/>
            <a:chExt cx="256540" cy="79375"/>
          </a:xfrm>
        </p:grpSpPr>
        <p:pic>
          <p:nvPicPr>
            <p:cNvPr id="240" name="object 240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7387391" y="4078592"/>
              <a:ext cx="189363" cy="79198"/>
            </a:xfrm>
            <a:prstGeom prst="rect">
              <a:avLst/>
            </a:prstGeom>
          </p:spPr>
        </p:pic>
        <p:sp>
          <p:nvSpPr>
            <p:cNvPr id="241" name="object 241"/>
            <p:cNvSpPr/>
            <p:nvPr/>
          </p:nvSpPr>
          <p:spPr>
            <a:xfrm>
              <a:off x="7596804" y="4078703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7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7" y="79086"/>
                  </a:lnTo>
                  <a:lnTo>
                    <a:pt x="9471" y="38058"/>
                  </a:lnTo>
                  <a:lnTo>
                    <a:pt x="10786" y="34196"/>
                  </a:lnTo>
                  <a:lnTo>
                    <a:pt x="11885" y="33082"/>
                  </a:lnTo>
                  <a:lnTo>
                    <a:pt x="9357" y="33082"/>
                  </a:lnTo>
                  <a:lnTo>
                    <a:pt x="8243" y="32859"/>
                  </a:lnTo>
                  <a:lnTo>
                    <a:pt x="8985" y="29592"/>
                  </a:lnTo>
                  <a:lnTo>
                    <a:pt x="9357" y="28804"/>
                  </a:lnTo>
                  <a:lnTo>
                    <a:pt x="9357" y="0"/>
                  </a:lnTo>
                  <a:close/>
                </a:path>
                <a:path w="46990" h="79375">
                  <a:moveTo>
                    <a:pt x="43371" y="26955"/>
                  </a:moveTo>
                  <a:lnTo>
                    <a:pt x="29221" y="26955"/>
                  </a:lnTo>
                  <a:lnTo>
                    <a:pt x="32376" y="28403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4" y="79086"/>
                  </a:lnTo>
                  <a:lnTo>
                    <a:pt x="46784" y="36720"/>
                  </a:lnTo>
                  <a:lnTo>
                    <a:pt x="46070" y="33082"/>
                  </a:lnTo>
                  <a:lnTo>
                    <a:pt x="46027" y="32859"/>
                  </a:lnTo>
                  <a:lnTo>
                    <a:pt x="43371" y="26955"/>
                  </a:lnTo>
                  <a:close/>
                </a:path>
                <a:path w="46990" h="79375">
                  <a:moveTo>
                    <a:pt x="9357" y="28804"/>
                  </a:moveTo>
                  <a:lnTo>
                    <a:pt x="8985" y="29592"/>
                  </a:lnTo>
                  <a:lnTo>
                    <a:pt x="8243" y="32859"/>
                  </a:lnTo>
                  <a:lnTo>
                    <a:pt x="9357" y="33082"/>
                  </a:lnTo>
                  <a:lnTo>
                    <a:pt x="9357" y="28804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3"/>
                  </a:lnTo>
                  <a:lnTo>
                    <a:pt x="16003" y="21219"/>
                  </a:lnTo>
                  <a:lnTo>
                    <a:pt x="13812" y="22759"/>
                  </a:lnTo>
                  <a:lnTo>
                    <a:pt x="10230" y="26955"/>
                  </a:lnTo>
                  <a:lnTo>
                    <a:pt x="9357" y="28804"/>
                  </a:lnTo>
                  <a:lnTo>
                    <a:pt x="9357" y="33082"/>
                  </a:lnTo>
                  <a:lnTo>
                    <a:pt x="11885" y="33082"/>
                  </a:lnTo>
                  <a:lnTo>
                    <a:pt x="16504" y="28403"/>
                  </a:lnTo>
                  <a:lnTo>
                    <a:pt x="20309" y="26955"/>
                  </a:lnTo>
                  <a:lnTo>
                    <a:pt x="43371" y="26955"/>
                  </a:lnTo>
                  <a:lnTo>
                    <a:pt x="42978" y="26083"/>
                  </a:lnTo>
                  <a:lnTo>
                    <a:pt x="40750" y="23446"/>
                  </a:lnTo>
                  <a:lnTo>
                    <a:pt x="34884" y="19659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2" name="object 242"/>
          <p:cNvGrpSpPr/>
          <p:nvPr/>
        </p:nvGrpSpPr>
        <p:grpSpPr>
          <a:xfrm>
            <a:off x="7727130" y="4078704"/>
            <a:ext cx="317500" cy="80645"/>
            <a:chOff x="7727130" y="4078704"/>
            <a:chExt cx="317500" cy="80645"/>
          </a:xfrm>
        </p:grpSpPr>
        <p:pic>
          <p:nvPicPr>
            <p:cNvPr id="243" name="object 243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727130" y="4078704"/>
              <a:ext cx="250628" cy="80422"/>
            </a:xfrm>
            <a:prstGeom prst="rect">
              <a:avLst/>
            </a:prstGeom>
          </p:spPr>
        </p:pic>
        <p:sp>
          <p:nvSpPr>
            <p:cNvPr id="244" name="object 244"/>
            <p:cNvSpPr/>
            <p:nvPr/>
          </p:nvSpPr>
          <p:spPr>
            <a:xfrm>
              <a:off x="7997809" y="4078704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6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6" y="79086"/>
                  </a:lnTo>
                  <a:lnTo>
                    <a:pt x="9469" y="38058"/>
                  </a:lnTo>
                  <a:lnTo>
                    <a:pt x="10786" y="34196"/>
                  </a:lnTo>
                  <a:lnTo>
                    <a:pt x="11885" y="33082"/>
                  </a:lnTo>
                  <a:lnTo>
                    <a:pt x="9356" y="33082"/>
                  </a:lnTo>
                  <a:lnTo>
                    <a:pt x="8242" y="32859"/>
                  </a:lnTo>
                  <a:lnTo>
                    <a:pt x="8985" y="29592"/>
                  </a:lnTo>
                  <a:lnTo>
                    <a:pt x="9356" y="28806"/>
                  </a:lnTo>
                  <a:lnTo>
                    <a:pt x="9356" y="0"/>
                  </a:lnTo>
                  <a:close/>
                </a:path>
                <a:path w="46990" h="79375">
                  <a:moveTo>
                    <a:pt x="43371" y="26955"/>
                  </a:moveTo>
                  <a:lnTo>
                    <a:pt x="29221" y="26955"/>
                  </a:lnTo>
                  <a:lnTo>
                    <a:pt x="32376" y="28403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2" y="79086"/>
                  </a:lnTo>
                  <a:lnTo>
                    <a:pt x="46782" y="36720"/>
                  </a:lnTo>
                  <a:lnTo>
                    <a:pt x="46069" y="33082"/>
                  </a:lnTo>
                  <a:lnTo>
                    <a:pt x="46025" y="32859"/>
                  </a:lnTo>
                  <a:lnTo>
                    <a:pt x="43371" y="26955"/>
                  </a:lnTo>
                  <a:close/>
                </a:path>
                <a:path w="46990" h="79375">
                  <a:moveTo>
                    <a:pt x="9356" y="28806"/>
                  </a:moveTo>
                  <a:lnTo>
                    <a:pt x="8985" y="29592"/>
                  </a:lnTo>
                  <a:lnTo>
                    <a:pt x="8242" y="32859"/>
                  </a:lnTo>
                  <a:lnTo>
                    <a:pt x="9356" y="33082"/>
                  </a:lnTo>
                  <a:lnTo>
                    <a:pt x="9356" y="28806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3"/>
                  </a:lnTo>
                  <a:lnTo>
                    <a:pt x="16001" y="21219"/>
                  </a:lnTo>
                  <a:lnTo>
                    <a:pt x="13812" y="22759"/>
                  </a:lnTo>
                  <a:lnTo>
                    <a:pt x="10230" y="26955"/>
                  </a:lnTo>
                  <a:lnTo>
                    <a:pt x="9356" y="28806"/>
                  </a:lnTo>
                  <a:lnTo>
                    <a:pt x="9356" y="33082"/>
                  </a:lnTo>
                  <a:lnTo>
                    <a:pt x="11885" y="33082"/>
                  </a:lnTo>
                  <a:lnTo>
                    <a:pt x="16503" y="28403"/>
                  </a:lnTo>
                  <a:lnTo>
                    <a:pt x="20309" y="26955"/>
                  </a:lnTo>
                  <a:lnTo>
                    <a:pt x="43371" y="26955"/>
                  </a:lnTo>
                  <a:lnTo>
                    <a:pt x="42978" y="26083"/>
                  </a:lnTo>
                  <a:lnTo>
                    <a:pt x="40749" y="23446"/>
                  </a:lnTo>
                  <a:lnTo>
                    <a:pt x="34883" y="19659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5" name="object 245"/>
          <p:cNvPicPr/>
          <p:nvPr/>
        </p:nvPicPr>
        <p:blipFill>
          <a:blip r:embed="rId145" cstate="print"/>
          <a:stretch>
            <a:fillRect/>
          </a:stretch>
        </p:blipFill>
        <p:spPr>
          <a:xfrm>
            <a:off x="8130363" y="4078704"/>
            <a:ext cx="386523" cy="80422"/>
          </a:xfrm>
          <a:prstGeom prst="rect">
            <a:avLst/>
          </a:prstGeom>
        </p:spPr>
      </p:pic>
      <p:pic>
        <p:nvPicPr>
          <p:cNvPr id="246" name="object 246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8597088" y="4078704"/>
            <a:ext cx="316348" cy="80422"/>
          </a:xfrm>
          <a:prstGeom prst="rect">
            <a:avLst/>
          </a:prstGeom>
        </p:spPr>
      </p:pic>
      <p:pic>
        <p:nvPicPr>
          <p:cNvPr id="247" name="object 247"/>
          <p:cNvPicPr/>
          <p:nvPr/>
        </p:nvPicPr>
        <p:blipFill>
          <a:blip r:embed="rId141" cstate="print"/>
          <a:stretch>
            <a:fillRect/>
          </a:stretch>
        </p:blipFill>
        <p:spPr>
          <a:xfrm>
            <a:off x="8994750" y="4084940"/>
            <a:ext cx="121531" cy="74185"/>
          </a:xfrm>
          <a:prstGeom prst="rect">
            <a:avLst/>
          </a:prstGeom>
        </p:spPr>
      </p:pic>
      <p:pic>
        <p:nvPicPr>
          <p:cNvPr id="248" name="object 248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9195253" y="4078592"/>
            <a:ext cx="522085" cy="80534"/>
          </a:xfrm>
          <a:prstGeom prst="rect">
            <a:avLst/>
          </a:prstGeom>
        </p:spPr>
      </p:pic>
      <p:grpSp>
        <p:nvGrpSpPr>
          <p:cNvPr id="249" name="object 249"/>
          <p:cNvGrpSpPr/>
          <p:nvPr/>
        </p:nvGrpSpPr>
        <p:grpSpPr>
          <a:xfrm>
            <a:off x="5588441" y="4245677"/>
            <a:ext cx="720725" cy="96520"/>
            <a:chOff x="5588441" y="4245677"/>
            <a:chExt cx="720725" cy="96520"/>
          </a:xfrm>
        </p:grpSpPr>
        <p:pic>
          <p:nvPicPr>
            <p:cNvPr id="250" name="object 250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5588441" y="4264502"/>
              <a:ext cx="315678" cy="77081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5923725" y="4264502"/>
              <a:ext cx="49530" cy="62230"/>
            </a:xfrm>
            <a:custGeom>
              <a:avLst/>
              <a:gdLst/>
              <a:ahLst/>
              <a:cxnLst/>
              <a:rect l="l" t="t" r="r" b="b"/>
              <a:pathLst>
                <a:path w="49529" h="62229">
                  <a:moveTo>
                    <a:pt x="28849" y="0"/>
                  </a:moveTo>
                  <a:lnTo>
                    <a:pt x="19121" y="0"/>
                  </a:lnTo>
                  <a:lnTo>
                    <a:pt x="15038" y="779"/>
                  </a:lnTo>
                  <a:lnTo>
                    <a:pt x="8354" y="3898"/>
                  </a:lnTo>
                  <a:lnTo>
                    <a:pt x="5829" y="6014"/>
                  </a:lnTo>
                  <a:lnTo>
                    <a:pt x="2412" y="11361"/>
                  </a:lnTo>
                  <a:lnTo>
                    <a:pt x="1559" y="14405"/>
                  </a:lnTo>
                  <a:lnTo>
                    <a:pt x="1559" y="21014"/>
                  </a:lnTo>
                  <a:lnTo>
                    <a:pt x="28144" y="36386"/>
                  </a:lnTo>
                  <a:lnTo>
                    <a:pt x="31412" y="37148"/>
                  </a:lnTo>
                  <a:lnTo>
                    <a:pt x="35867" y="38707"/>
                  </a:lnTo>
                  <a:lnTo>
                    <a:pt x="37390" y="39654"/>
                  </a:lnTo>
                  <a:lnTo>
                    <a:pt x="39023" y="41882"/>
                  </a:lnTo>
                  <a:lnTo>
                    <a:pt x="39432" y="43293"/>
                  </a:lnTo>
                  <a:lnTo>
                    <a:pt x="39432" y="47674"/>
                  </a:lnTo>
                  <a:lnTo>
                    <a:pt x="38225" y="49643"/>
                  </a:lnTo>
                  <a:lnTo>
                    <a:pt x="33398" y="52167"/>
                  </a:lnTo>
                  <a:lnTo>
                    <a:pt x="30001" y="52798"/>
                  </a:lnTo>
                  <a:lnTo>
                    <a:pt x="20941" y="52798"/>
                  </a:lnTo>
                  <a:lnTo>
                    <a:pt x="17283" y="51758"/>
                  </a:lnTo>
                  <a:lnTo>
                    <a:pt x="12011" y="47600"/>
                  </a:lnTo>
                  <a:lnTo>
                    <a:pt x="10396" y="44740"/>
                  </a:lnTo>
                  <a:lnTo>
                    <a:pt x="9801" y="41102"/>
                  </a:lnTo>
                  <a:lnTo>
                    <a:pt x="0" y="41770"/>
                  </a:lnTo>
                  <a:lnTo>
                    <a:pt x="20495" y="61709"/>
                  </a:lnTo>
                  <a:lnTo>
                    <a:pt x="25619" y="61709"/>
                  </a:lnTo>
                  <a:lnTo>
                    <a:pt x="30074" y="61709"/>
                  </a:lnTo>
                  <a:lnTo>
                    <a:pt x="49011" y="48491"/>
                  </a:lnTo>
                  <a:lnTo>
                    <a:pt x="49011" y="41733"/>
                  </a:lnTo>
                  <a:lnTo>
                    <a:pt x="22278" y="26807"/>
                  </a:lnTo>
                  <a:lnTo>
                    <a:pt x="19418" y="26158"/>
                  </a:lnTo>
                  <a:lnTo>
                    <a:pt x="15111" y="24747"/>
                  </a:lnTo>
                  <a:lnTo>
                    <a:pt x="13552" y="23799"/>
                  </a:lnTo>
                  <a:lnTo>
                    <a:pt x="11621" y="21423"/>
                  </a:lnTo>
                  <a:lnTo>
                    <a:pt x="11139" y="19827"/>
                  </a:lnTo>
                  <a:lnTo>
                    <a:pt x="11139" y="15297"/>
                  </a:lnTo>
                  <a:lnTo>
                    <a:pt x="12178" y="13181"/>
                  </a:lnTo>
                  <a:lnTo>
                    <a:pt x="16337" y="9765"/>
                  </a:lnTo>
                  <a:lnTo>
                    <a:pt x="19530" y="8910"/>
                  </a:lnTo>
                  <a:lnTo>
                    <a:pt x="26511" y="8910"/>
                  </a:lnTo>
                  <a:lnTo>
                    <a:pt x="38094" y="19603"/>
                  </a:lnTo>
                  <a:lnTo>
                    <a:pt x="47898" y="18935"/>
                  </a:lnTo>
                  <a:lnTo>
                    <a:pt x="32952" y="872"/>
                  </a:lnTo>
                  <a:lnTo>
                    <a:pt x="28849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2" name="object 252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5995014" y="4245677"/>
              <a:ext cx="313786" cy="80534"/>
            </a:xfrm>
            <a:prstGeom prst="rect">
              <a:avLst/>
            </a:prstGeom>
          </p:spPr>
        </p:pic>
      </p:grpSp>
      <p:pic>
        <p:nvPicPr>
          <p:cNvPr id="253" name="object 253"/>
          <p:cNvPicPr/>
          <p:nvPr/>
        </p:nvPicPr>
        <p:blipFill>
          <a:blip r:embed="rId150" cstate="print"/>
          <a:stretch>
            <a:fillRect/>
          </a:stretch>
        </p:blipFill>
        <p:spPr>
          <a:xfrm>
            <a:off x="6391564" y="4245788"/>
            <a:ext cx="719245" cy="95794"/>
          </a:xfrm>
          <a:prstGeom prst="rect">
            <a:avLst/>
          </a:prstGeom>
        </p:spPr>
      </p:pic>
      <p:grpSp>
        <p:nvGrpSpPr>
          <p:cNvPr id="254" name="object 254"/>
          <p:cNvGrpSpPr/>
          <p:nvPr/>
        </p:nvGrpSpPr>
        <p:grpSpPr>
          <a:xfrm>
            <a:off x="7192458" y="4245677"/>
            <a:ext cx="433705" cy="80645"/>
            <a:chOff x="7192458" y="4245677"/>
            <a:chExt cx="433705" cy="80645"/>
          </a:xfrm>
        </p:grpSpPr>
        <p:pic>
          <p:nvPicPr>
            <p:cNvPr id="255" name="object 255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7192458" y="4245677"/>
              <a:ext cx="384296" cy="80534"/>
            </a:xfrm>
            <a:prstGeom prst="rect">
              <a:avLst/>
            </a:prstGeom>
          </p:spPr>
        </p:pic>
        <p:sp>
          <p:nvSpPr>
            <p:cNvPr id="256" name="object 256"/>
            <p:cNvSpPr/>
            <p:nvPr/>
          </p:nvSpPr>
          <p:spPr>
            <a:xfrm>
              <a:off x="7612177" y="431128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7" name="object 257"/>
          <p:cNvSpPr/>
          <p:nvPr/>
        </p:nvSpPr>
        <p:spPr>
          <a:xfrm>
            <a:off x="5464240" y="447730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34041" y="0"/>
                </a:moveTo>
                <a:lnTo>
                  <a:pt x="20540" y="0"/>
                </a:lnTo>
                <a:lnTo>
                  <a:pt x="20540" y="54580"/>
                </a:lnTo>
                <a:lnTo>
                  <a:pt x="34041" y="54580"/>
                </a:lnTo>
                <a:lnTo>
                  <a:pt x="34041" y="0"/>
                </a:lnTo>
                <a:close/>
              </a:path>
              <a:path w="54610" h="54610">
                <a:moveTo>
                  <a:pt x="20540" y="20539"/>
                </a:moveTo>
                <a:lnTo>
                  <a:pt x="0" y="20539"/>
                </a:lnTo>
                <a:lnTo>
                  <a:pt x="0" y="34039"/>
                </a:lnTo>
                <a:lnTo>
                  <a:pt x="20540" y="34039"/>
                </a:lnTo>
                <a:lnTo>
                  <a:pt x="20540" y="20539"/>
                </a:lnTo>
                <a:close/>
              </a:path>
              <a:path w="54610" h="54610">
                <a:moveTo>
                  <a:pt x="54582" y="20539"/>
                </a:moveTo>
                <a:lnTo>
                  <a:pt x="34041" y="20539"/>
                </a:lnTo>
                <a:lnTo>
                  <a:pt x="34041" y="34039"/>
                </a:lnTo>
                <a:lnTo>
                  <a:pt x="54582" y="34039"/>
                </a:lnTo>
                <a:lnTo>
                  <a:pt x="54582" y="20539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8" name="object 258"/>
          <p:cNvPicPr/>
          <p:nvPr/>
        </p:nvPicPr>
        <p:blipFill>
          <a:blip r:embed="rId152" cstate="print"/>
          <a:stretch>
            <a:fillRect/>
          </a:stretch>
        </p:blipFill>
        <p:spPr>
          <a:xfrm>
            <a:off x="5590669" y="4457429"/>
            <a:ext cx="248399" cy="80424"/>
          </a:xfrm>
          <a:prstGeom prst="rect">
            <a:avLst/>
          </a:prstGeom>
        </p:spPr>
      </p:pic>
      <p:grpSp>
        <p:nvGrpSpPr>
          <p:cNvPr id="259" name="object 259"/>
          <p:cNvGrpSpPr/>
          <p:nvPr/>
        </p:nvGrpSpPr>
        <p:grpSpPr>
          <a:xfrm>
            <a:off x="5921595" y="4457319"/>
            <a:ext cx="1320165" cy="97790"/>
            <a:chOff x="5921595" y="4457319"/>
            <a:chExt cx="1320165" cy="97790"/>
          </a:xfrm>
        </p:grpSpPr>
        <p:pic>
          <p:nvPicPr>
            <p:cNvPr id="260" name="object 260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5921595" y="4476142"/>
              <a:ext cx="249862" cy="78418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6191507" y="4457429"/>
              <a:ext cx="114286" cy="80424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6329186" y="4463667"/>
              <a:ext cx="311891" cy="74185"/>
            </a:xfrm>
            <a:prstGeom prst="rect">
              <a:avLst/>
            </a:prstGeom>
          </p:spPr>
        </p:pic>
        <p:sp>
          <p:nvSpPr>
            <p:cNvPr id="263" name="object 263"/>
            <p:cNvSpPr/>
            <p:nvPr/>
          </p:nvSpPr>
          <p:spPr>
            <a:xfrm>
              <a:off x="6661128" y="4457429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6" y="0"/>
                  </a:moveTo>
                  <a:lnTo>
                    <a:pt x="0" y="0"/>
                  </a:lnTo>
                  <a:lnTo>
                    <a:pt x="0" y="79086"/>
                  </a:lnTo>
                  <a:lnTo>
                    <a:pt x="9356" y="79086"/>
                  </a:lnTo>
                  <a:lnTo>
                    <a:pt x="9470" y="38058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6" y="33083"/>
                  </a:lnTo>
                  <a:lnTo>
                    <a:pt x="8242" y="32859"/>
                  </a:lnTo>
                  <a:lnTo>
                    <a:pt x="8985" y="29593"/>
                  </a:lnTo>
                  <a:lnTo>
                    <a:pt x="9356" y="28808"/>
                  </a:lnTo>
                  <a:lnTo>
                    <a:pt x="9356" y="0"/>
                  </a:lnTo>
                  <a:close/>
                </a:path>
                <a:path w="46990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7" y="28404"/>
                  </a:lnTo>
                  <a:lnTo>
                    <a:pt x="36405" y="33825"/>
                  </a:lnTo>
                  <a:lnTo>
                    <a:pt x="37426" y="38058"/>
                  </a:lnTo>
                  <a:lnTo>
                    <a:pt x="37426" y="79086"/>
                  </a:lnTo>
                  <a:lnTo>
                    <a:pt x="46782" y="79086"/>
                  </a:lnTo>
                  <a:lnTo>
                    <a:pt x="46782" y="36722"/>
                  </a:lnTo>
                  <a:lnTo>
                    <a:pt x="46069" y="33083"/>
                  </a:lnTo>
                  <a:lnTo>
                    <a:pt x="46025" y="32859"/>
                  </a:lnTo>
                  <a:lnTo>
                    <a:pt x="43371" y="26957"/>
                  </a:lnTo>
                  <a:close/>
                </a:path>
                <a:path w="46990" h="79375">
                  <a:moveTo>
                    <a:pt x="9356" y="28808"/>
                  </a:moveTo>
                  <a:lnTo>
                    <a:pt x="8985" y="29593"/>
                  </a:lnTo>
                  <a:lnTo>
                    <a:pt x="8242" y="32859"/>
                  </a:lnTo>
                  <a:lnTo>
                    <a:pt x="9356" y="33083"/>
                  </a:lnTo>
                  <a:lnTo>
                    <a:pt x="9356" y="28808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30" y="26957"/>
                  </a:lnTo>
                  <a:lnTo>
                    <a:pt x="9356" y="28808"/>
                  </a:lnTo>
                  <a:lnTo>
                    <a:pt x="9356" y="33083"/>
                  </a:lnTo>
                  <a:lnTo>
                    <a:pt x="11885" y="33083"/>
                  </a:lnTo>
                  <a:lnTo>
                    <a:pt x="16503" y="28404"/>
                  </a:lnTo>
                  <a:lnTo>
                    <a:pt x="20309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49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4" name="object 264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6730189" y="4457319"/>
              <a:ext cx="511280" cy="97242"/>
            </a:xfrm>
            <a:prstGeom prst="rect">
              <a:avLst/>
            </a:prstGeom>
          </p:spPr>
        </p:pic>
      </p:grpSp>
      <p:grpSp>
        <p:nvGrpSpPr>
          <p:cNvPr id="265" name="object 265"/>
          <p:cNvGrpSpPr/>
          <p:nvPr/>
        </p:nvGrpSpPr>
        <p:grpSpPr>
          <a:xfrm>
            <a:off x="7327241" y="4457319"/>
            <a:ext cx="986155" cy="97790"/>
            <a:chOff x="7327241" y="4457319"/>
            <a:chExt cx="986155" cy="97790"/>
          </a:xfrm>
        </p:grpSpPr>
        <p:pic>
          <p:nvPicPr>
            <p:cNvPr id="266" name="object 266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7327241" y="4463667"/>
              <a:ext cx="518744" cy="74185"/>
            </a:xfrm>
            <a:prstGeom prst="rect">
              <a:avLst/>
            </a:prstGeom>
          </p:spPr>
        </p:pic>
        <p:sp>
          <p:nvSpPr>
            <p:cNvPr id="267" name="object 267"/>
            <p:cNvSpPr/>
            <p:nvPr/>
          </p:nvSpPr>
          <p:spPr>
            <a:xfrm>
              <a:off x="7866368" y="4499646"/>
              <a:ext cx="40640" cy="8890"/>
            </a:xfrm>
            <a:custGeom>
              <a:avLst/>
              <a:gdLst/>
              <a:ahLst/>
              <a:cxnLst/>
              <a:rect l="l" t="t" r="r" b="b"/>
              <a:pathLst>
                <a:path w="40640" h="8889">
                  <a:moveTo>
                    <a:pt x="40100" y="0"/>
                  </a:moveTo>
                  <a:lnTo>
                    <a:pt x="0" y="0"/>
                  </a:lnTo>
                  <a:lnTo>
                    <a:pt x="0" y="8799"/>
                  </a:lnTo>
                  <a:lnTo>
                    <a:pt x="40100" y="8799"/>
                  </a:lnTo>
                  <a:lnTo>
                    <a:pt x="40100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8" name="object 268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929861" y="4457319"/>
              <a:ext cx="383181" cy="97242"/>
            </a:xfrm>
            <a:prstGeom prst="rect">
              <a:avLst/>
            </a:prstGeom>
          </p:spPr>
        </p:pic>
      </p:grpSp>
      <p:pic>
        <p:nvPicPr>
          <p:cNvPr id="269" name="object 269"/>
          <p:cNvPicPr/>
          <p:nvPr/>
        </p:nvPicPr>
        <p:blipFill>
          <a:blip r:embed="rId159" cstate="print"/>
          <a:stretch>
            <a:fillRect/>
          </a:stretch>
        </p:blipFill>
        <p:spPr>
          <a:xfrm>
            <a:off x="8395472" y="4457319"/>
            <a:ext cx="186690" cy="79197"/>
          </a:xfrm>
          <a:prstGeom prst="rect">
            <a:avLst/>
          </a:prstGeom>
        </p:spPr>
      </p:pic>
      <p:pic>
        <p:nvPicPr>
          <p:cNvPr id="270" name="object 270"/>
          <p:cNvPicPr/>
          <p:nvPr/>
        </p:nvPicPr>
        <p:blipFill>
          <a:blip r:embed="rId160" cstate="print"/>
          <a:stretch>
            <a:fillRect/>
          </a:stretch>
        </p:blipFill>
        <p:spPr>
          <a:xfrm>
            <a:off x="8663922" y="4457319"/>
            <a:ext cx="251858" cy="80534"/>
          </a:xfrm>
          <a:prstGeom prst="rect">
            <a:avLst/>
          </a:prstGeom>
        </p:spPr>
      </p:pic>
      <p:grpSp>
        <p:nvGrpSpPr>
          <p:cNvPr id="271" name="object 271"/>
          <p:cNvGrpSpPr/>
          <p:nvPr/>
        </p:nvGrpSpPr>
        <p:grpSpPr>
          <a:xfrm>
            <a:off x="8994750" y="4457429"/>
            <a:ext cx="187960" cy="80645"/>
            <a:chOff x="8994750" y="4457429"/>
            <a:chExt cx="187960" cy="80645"/>
          </a:xfrm>
        </p:grpSpPr>
        <p:sp>
          <p:nvSpPr>
            <p:cNvPr id="272" name="object 272"/>
            <p:cNvSpPr/>
            <p:nvPr/>
          </p:nvSpPr>
          <p:spPr>
            <a:xfrm>
              <a:off x="8994750" y="4463667"/>
              <a:ext cx="52705" cy="73025"/>
            </a:xfrm>
            <a:custGeom>
              <a:avLst/>
              <a:gdLst/>
              <a:ahLst/>
              <a:cxnLst/>
              <a:rect l="l" t="t" r="r" b="b"/>
              <a:pathLst>
                <a:path w="52704" h="73025">
                  <a:moveTo>
                    <a:pt x="28849" y="0"/>
                  </a:moveTo>
                  <a:lnTo>
                    <a:pt x="19493" y="0"/>
                  </a:lnTo>
                  <a:lnTo>
                    <a:pt x="19493" y="62081"/>
                  </a:lnTo>
                  <a:lnTo>
                    <a:pt x="20904" y="66165"/>
                  </a:lnTo>
                  <a:lnTo>
                    <a:pt x="26548" y="71512"/>
                  </a:lnTo>
                  <a:lnTo>
                    <a:pt x="30817" y="72848"/>
                  </a:lnTo>
                  <a:lnTo>
                    <a:pt x="52353" y="72848"/>
                  </a:lnTo>
                  <a:lnTo>
                    <a:pt x="52353" y="64606"/>
                  </a:lnTo>
                  <a:lnTo>
                    <a:pt x="33936" y="64606"/>
                  </a:lnTo>
                  <a:lnTo>
                    <a:pt x="32006" y="63955"/>
                  </a:lnTo>
                  <a:lnTo>
                    <a:pt x="29480" y="61357"/>
                  </a:lnTo>
                  <a:lnTo>
                    <a:pt x="28849" y="59333"/>
                  </a:lnTo>
                  <a:lnTo>
                    <a:pt x="28849" y="0"/>
                  </a:lnTo>
                  <a:close/>
                </a:path>
                <a:path w="52704" h="73025">
                  <a:moveTo>
                    <a:pt x="19493" y="13812"/>
                  </a:moveTo>
                  <a:lnTo>
                    <a:pt x="0" y="13812"/>
                  </a:lnTo>
                  <a:lnTo>
                    <a:pt x="0" y="22054"/>
                  </a:lnTo>
                  <a:lnTo>
                    <a:pt x="19493" y="22054"/>
                  </a:lnTo>
                  <a:lnTo>
                    <a:pt x="19493" y="13812"/>
                  </a:lnTo>
                  <a:close/>
                </a:path>
                <a:path w="52704" h="73025">
                  <a:moveTo>
                    <a:pt x="52353" y="13812"/>
                  </a:moveTo>
                  <a:lnTo>
                    <a:pt x="28849" y="13812"/>
                  </a:lnTo>
                  <a:lnTo>
                    <a:pt x="28849" y="22054"/>
                  </a:lnTo>
                  <a:lnTo>
                    <a:pt x="52353" y="22054"/>
                  </a:lnTo>
                  <a:lnTo>
                    <a:pt x="52353" y="13812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3" name="object 273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9067154" y="4457429"/>
              <a:ext cx="115511" cy="80424"/>
            </a:xfrm>
            <a:prstGeom prst="rect">
              <a:avLst/>
            </a:prstGeom>
          </p:spPr>
        </p:pic>
      </p:grpSp>
      <p:pic>
        <p:nvPicPr>
          <p:cNvPr id="274" name="object 274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9265428" y="4457319"/>
            <a:ext cx="650072" cy="95906"/>
          </a:xfrm>
          <a:prstGeom prst="rect">
            <a:avLst/>
          </a:prstGeom>
        </p:spPr>
      </p:pic>
      <p:sp>
        <p:nvSpPr>
          <p:cNvPr id="275" name="object 275"/>
          <p:cNvSpPr/>
          <p:nvPr/>
        </p:nvSpPr>
        <p:spPr>
          <a:xfrm>
            <a:off x="5589994" y="4624514"/>
            <a:ext cx="520700" cy="80645"/>
          </a:xfrm>
          <a:custGeom>
            <a:avLst/>
            <a:gdLst/>
            <a:ahLst/>
            <a:cxnLst/>
            <a:rect l="l" t="t" r="r" b="b"/>
            <a:pathLst>
              <a:path w="520700" h="80645">
                <a:moveTo>
                  <a:pt x="48120" y="36944"/>
                </a:moveTo>
                <a:lnTo>
                  <a:pt x="32156" y="18719"/>
                </a:lnTo>
                <a:lnTo>
                  <a:pt x="24587" y="18719"/>
                </a:lnTo>
                <a:lnTo>
                  <a:pt x="8801" y="30048"/>
                </a:lnTo>
                <a:lnTo>
                  <a:pt x="8801" y="30213"/>
                </a:lnTo>
                <a:lnTo>
                  <a:pt x="8547" y="30607"/>
                </a:lnTo>
                <a:lnTo>
                  <a:pt x="8572" y="20053"/>
                </a:lnTo>
                <a:lnTo>
                  <a:pt x="0" y="20053"/>
                </a:lnTo>
                <a:lnTo>
                  <a:pt x="0" y="79095"/>
                </a:lnTo>
                <a:lnTo>
                  <a:pt x="9359" y="79095"/>
                </a:lnTo>
                <a:lnTo>
                  <a:pt x="9359" y="40144"/>
                </a:lnTo>
                <a:lnTo>
                  <a:pt x="10083" y="37084"/>
                </a:lnTo>
                <a:lnTo>
                  <a:pt x="11239" y="35090"/>
                </a:lnTo>
                <a:lnTo>
                  <a:pt x="12979" y="32105"/>
                </a:lnTo>
                <a:lnTo>
                  <a:pt x="14922" y="30213"/>
                </a:lnTo>
                <a:lnTo>
                  <a:pt x="19621" y="27724"/>
                </a:lnTo>
                <a:lnTo>
                  <a:pt x="19367" y="27724"/>
                </a:lnTo>
                <a:lnTo>
                  <a:pt x="22580" y="26962"/>
                </a:lnTo>
                <a:lnTo>
                  <a:pt x="30073" y="26962"/>
                </a:lnTo>
                <a:lnTo>
                  <a:pt x="33375" y="28397"/>
                </a:lnTo>
                <a:lnTo>
                  <a:pt x="37693" y="34112"/>
                </a:lnTo>
                <a:lnTo>
                  <a:pt x="38760" y="38290"/>
                </a:lnTo>
                <a:lnTo>
                  <a:pt x="38760" y="79095"/>
                </a:lnTo>
                <a:lnTo>
                  <a:pt x="48120" y="79095"/>
                </a:lnTo>
                <a:lnTo>
                  <a:pt x="48120" y="36944"/>
                </a:lnTo>
                <a:close/>
              </a:path>
              <a:path w="520700" h="80645">
                <a:moveTo>
                  <a:pt x="117741" y="42748"/>
                </a:moveTo>
                <a:lnTo>
                  <a:pt x="116738" y="37807"/>
                </a:lnTo>
                <a:lnTo>
                  <a:pt x="112280" y="28600"/>
                </a:lnTo>
                <a:lnTo>
                  <a:pt x="111429" y="27635"/>
                </a:lnTo>
                <a:lnTo>
                  <a:pt x="109143" y="25031"/>
                </a:lnTo>
                <a:lnTo>
                  <a:pt x="108051" y="24358"/>
                </a:lnTo>
                <a:lnTo>
                  <a:pt x="108051" y="42748"/>
                </a:lnTo>
                <a:lnTo>
                  <a:pt x="108051" y="56400"/>
                </a:lnTo>
                <a:lnTo>
                  <a:pt x="106540" y="61772"/>
                </a:lnTo>
                <a:lnTo>
                  <a:pt x="100533" y="69570"/>
                </a:lnTo>
                <a:lnTo>
                  <a:pt x="96316" y="71513"/>
                </a:lnTo>
                <a:lnTo>
                  <a:pt x="85471" y="71513"/>
                </a:lnTo>
                <a:lnTo>
                  <a:pt x="81254" y="69570"/>
                </a:lnTo>
                <a:lnTo>
                  <a:pt x="75247" y="61772"/>
                </a:lnTo>
                <a:lnTo>
                  <a:pt x="73736" y="56400"/>
                </a:lnTo>
                <a:lnTo>
                  <a:pt x="73736" y="42748"/>
                </a:lnTo>
                <a:lnTo>
                  <a:pt x="75120" y="37807"/>
                </a:lnTo>
                <a:lnTo>
                  <a:pt x="75247" y="37376"/>
                </a:lnTo>
                <a:lnTo>
                  <a:pt x="81254" y="29578"/>
                </a:lnTo>
                <a:lnTo>
                  <a:pt x="85471" y="27635"/>
                </a:lnTo>
                <a:lnTo>
                  <a:pt x="96316" y="27635"/>
                </a:lnTo>
                <a:lnTo>
                  <a:pt x="100533" y="29578"/>
                </a:lnTo>
                <a:lnTo>
                  <a:pt x="106540" y="37376"/>
                </a:lnTo>
                <a:lnTo>
                  <a:pt x="108051" y="42748"/>
                </a:lnTo>
                <a:lnTo>
                  <a:pt x="108051" y="24358"/>
                </a:lnTo>
                <a:lnTo>
                  <a:pt x="101053" y="19977"/>
                </a:lnTo>
                <a:lnTo>
                  <a:pt x="96316" y="18719"/>
                </a:lnTo>
                <a:lnTo>
                  <a:pt x="85471" y="18719"/>
                </a:lnTo>
                <a:lnTo>
                  <a:pt x="64046" y="42748"/>
                </a:lnTo>
                <a:lnTo>
                  <a:pt x="64058" y="56400"/>
                </a:lnTo>
                <a:lnTo>
                  <a:pt x="85471" y="80429"/>
                </a:lnTo>
                <a:lnTo>
                  <a:pt x="96316" y="80429"/>
                </a:lnTo>
                <a:lnTo>
                  <a:pt x="101053" y="79171"/>
                </a:lnTo>
                <a:lnTo>
                  <a:pt x="109143" y="74117"/>
                </a:lnTo>
                <a:lnTo>
                  <a:pt x="111417" y="71513"/>
                </a:lnTo>
                <a:lnTo>
                  <a:pt x="112280" y="70535"/>
                </a:lnTo>
                <a:lnTo>
                  <a:pt x="116738" y="61252"/>
                </a:lnTo>
                <a:lnTo>
                  <a:pt x="117729" y="56400"/>
                </a:lnTo>
                <a:lnTo>
                  <a:pt x="117741" y="42748"/>
                </a:lnTo>
                <a:close/>
              </a:path>
              <a:path w="520700" h="80645">
                <a:moveTo>
                  <a:pt x="182232" y="20053"/>
                </a:moveTo>
                <a:lnTo>
                  <a:pt x="158737" y="20053"/>
                </a:lnTo>
                <a:lnTo>
                  <a:pt x="158737" y="6248"/>
                </a:lnTo>
                <a:lnTo>
                  <a:pt x="149377" y="6248"/>
                </a:lnTo>
                <a:lnTo>
                  <a:pt x="149377" y="20053"/>
                </a:lnTo>
                <a:lnTo>
                  <a:pt x="129882" y="20053"/>
                </a:lnTo>
                <a:lnTo>
                  <a:pt x="129882" y="28295"/>
                </a:lnTo>
                <a:lnTo>
                  <a:pt x="149377" y="28295"/>
                </a:lnTo>
                <a:lnTo>
                  <a:pt x="149377" y="68326"/>
                </a:lnTo>
                <a:lnTo>
                  <a:pt x="150787" y="72415"/>
                </a:lnTo>
                <a:lnTo>
                  <a:pt x="156425" y="77762"/>
                </a:lnTo>
                <a:lnTo>
                  <a:pt x="160705" y="79095"/>
                </a:lnTo>
                <a:lnTo>
                  <a:pt x="182232" y="79095"/>
                </a:lnTo>
                <a:lnTo>
                  <a:pt x="182232" y="70853"/>
                </a:lnTo>
                <a:lnTo>
                  <a:pt x="163817" y="70853"/>
                </a:lnTo>
                <a:lnTo>
                  <a:pt x="161886" y="70205"/>
                </a:lnTo>
                <a:lnTo>
                  <a:pt x="159359" y="67602"/>
                </a:lnTo>
                <a:lnTo>
                  <a:pt x="158737" y="65582"/>
                </a:lnTo>
                <a:lnTo>
                  <a:pt x="158737" y="28295"/>
                </a:lnTo>
                <a:lnTo>
                  <a:pt x="182232" y="28295"/>
                </a:lnTo>
                <a:lnTo>
                  <a:pt x="182232" y="20053"/>
                </a:lnTo>
                <a:close/>
              </a:path>
              <a:path w="520700" h="80645">
                <a:moveTo>
                  <a:pt x="250964" y="43078"/>
                </a:moveTo>
                <a:lnTo>
                  <a:pt x="250101" y="38735"/>
                </a:lnTo>
                <a:lnTo>
                  <a:pt x="250050" y="38506"/>
                </a:lnTo>
                <a:lnTo>
                  <a:pt x="249936" y="37922"/>
                </a:lnTo>
                <a:lnTo>
                  <a:pt x="249847" y="37465"/>
                </a:lnTo>
                <a:lnTo>
                  <a:pt x="245389" y="28257"/>
                </a:lnTo>
                <a:lnTo>
                  <a:pt x="244843" y="27635"/>
                </a:lnTo>
                <a:lnTo>
                  <a:pt x="242316" y="24752"/>
                </a:lnTo>
                <a:lnTo>
                  <a:pt x="240715" y="23774"/>
                </a:lnTo>
                <a:lnTo>
                  <a:pt x="240715" y="44234"/>
                </a:lnTo>
                <a:lnTo>
                  <a:pt x="207962" y="44234"/>
                </a:lnTo>
                <a:lnTo>
                  <a:pt x="208788" y="38735"/>
                </a:lnTo>
                <a:lnTo>
                  <a:pt x="210654" y="34594"/>
                </a:lnTo>
                <a:lnTo>
                  <a:pt x="216522" y="29019"/>
                </a:lnTo>
                <a:lnTo>
                  <a:pt x="220256" y="27635"/>
                </a:lnTo>
                <a:lnTo>
                  <a:pt x="229171" y="27635"/>
                </a:lnTo>
                <a:lnTo>
                  <a:pt x="240715" y="44234"/>
                </a:lnTo>
                <a:lnTo>
                  <a:pt x="240715" y="23774"/>
                </a:lnTo>
                <a:lnTo>
                  <a:pt x="234556" y="20002"/>
                </a:lnTo>
                <a:lnTo>
                  <a:pt x="234721" y="20002"/>
                </a:lnTo>
                <a:lnTo>
                  <a:pt x="229908" y="18719"/>
                </a:lnTo>
                <a:lnTo>
                  <a:pt x="219367" y="18719"/>
                </a:lnTo>
                <a:lnTo>
                  <a:pt x="214668" y="20002"/>
                </a:lnTo>
                <a:lnTo>
                  <a:pt x="198158" y="55816"/>
                </a:lnTo>
                <a:lnTo>
                  <a:pt x="199263" y="61252"/>
                </a:lnTo>
                <a:lnTo>
                  <a:pt x="219659" y="80429"/>
                </a:lnTo>
                <a:lnTo>
                  <a:pt x="231470" y="80429"/>
                </a:lnTo>
                <a:lnTo>
                  <a:pt x="236766" y="78740"/>
                </a:lnTo>
                <a:lnTo>
                  <a:pt x="245452" y="71983"/>
                </a:lnTo>
                <a:lnTo>
                  <a:pt x="245770" y="71513"/>
                </a:lnTo>
                <a:lnTo>
                  <a:pt x="248399" y="67652"/>
                </a:lnTo>
                <a:lnTo>
                  <a:pt x="249961" y="62382"/>
                </a:lnTo>
                <a:lnTo>
                  <a:pt x="239941" y="61607"/>
                </a:lnTo>
                <a:lnTo>
                  <a:pt x="238975" y="64579"/>
                </a:lnTo>
                <a:lnTo>
                  <a:pt x="237248" y="66967"/>
                </a:lnTo>
                <a:lnTo>
                  <a:pt x="232270" y="70612"/>
                </a:lnTo>
                <a:lnTo>
                  <a:pt x="229095" y="71513"/>
                </a:lnTo>
                <a:lnTo>
                  <a:pt x="220103" y="71513"/>
                </a:lnTo>
                <a:lnTo>
                  <a:pt x="216039" y="69926"/>
                </a:lnTo>
                <a:lnTo>
                  <a:pt x="210032" y="63538"/>
                </a:lnTo>
                <a:lnTo>
                  <a:pt x="208343" y="58788"/>
                </a:lnTo>
                <a:lnTo>
                  <a:pt x="207962" y="52476"/>
                </a:lnTo>
                <a:lnTo>
                  <a:pt x="250964" y="52476"/>
                </a:lnTo>
                <a:lnTo>
                  <a:pt x="250964" y="44234"/>
                </a:lnTo>
                <a:lnTo>
                  <a:pt x="250964" y="43078"/>
                </a:lnTo>
                <a:close/>
              </a:path>
              <a:path w="520700" h="80645">
                <a:moveTo>
                  <a:pt x="320281" y="56337"/>
                </a:moveTo>
                <a:lnTo>
                  <a:pt x="320255" y="42748"/>
                </a:lnTo>
                <a:lnTo>
                  <a:pt x="319341" y="37807"/>
                </a:lnTo>
                <a:lnTo>
                  <a:pt x="315252" y="28600"/>
                </a:lnTo>
                <a:lnTo>
                  <a:pt x="314464" y="27635"/>
                </a:lnTo>
                <a:lnTo>
                  <a:pt x="312343" y="25031"/>
                </a:lnTo>
                <a:lnTo>
                  <a:pt x="310553" y="23837"/>
                </a:lnTo>
                <a:lnTo>
                  <a:pt x="310553" y="42748"/>
                </a:lnTo>
                <a:lnTo>
                  <a:pt x="310553" y="56337"/>
                </a:lnTo>
                <a:lnTo>
                  <a:pt x="309219" y="61341"/>
                </a:lnTo>
                <a:lnTo>
                  <a:pt x="309130" y="61683"/>
                </a:lnTo>
                <a:lnTo>
                  <a:pt x="303403" y="69545"/>
                </a:lnTo>
                <a:lnTo>
                  <a:pt x="299491" y="71513"/>
                </a:lnTo>
                <a:lnTo>
                  <a:pt x="290957" y="71513"/>
                </a:lnTo>
                <a:lnTo>
                  <a:pt x="287883" y="70624"/>
                </a:lnTo>
                <a:lnTo>
                  <a:pt x="282765" y="67068"/>
                </a:lnTo>
                <a:lnTo>
                  <a:pt x="281736" y="65722"/>
                </a:lnTo>
                <a:lnTo>
                  <a:pt x="280797" y="64516"/>
                </a:lnTo>
                <a:lnTo>
                  <a:pt x="278053" y="57912"/>
                </a:lnTo>
                <a:lnTo>
                  <a:pt x="277368" y="54025"/>
                </a:lnTo>
                <a:lnTo>
                  <a:pt x="277368" y="44970"/>
                </a:lnTo>
                <a:lnTo>
                  <a:pt x="278053" y="41033"/>
                </a:lnTo>
                <a:lnTo>
                  <a:pt x="280797" y="34505"/>
                </a:lnTo>
                <a:lnTo>
                  <a:pt x="282181" y="32753"/>
                </a:lnTo>
                <a:lnTo>
                  <a:pt x="282778" y="31991"/>
                </a:lnTo>
                <a:lnTo>
                  <a:pt x="287845" y="28600"/>
                </a:lnTo>
                <a:lnTo>
                  <a:pt x="287655" y="28600"/>
                </a:lnTo>
                <a:lnTo>
                  <a:pt x="291096" y="27635"/>
                </a:lnTo>
                <a:lnTo>
                  <a:pt x="299567" y="27635"/>
                </a:lnTo>
                <a:lnTo>
                  <a:pt x="303403" y="29578"/>
                </a:lnTo>
                <a:lnTo>
                  <a:pt x="309130" y="37376"/>
                </a:lnTo>
                <a:lnTo>
                  <a:pt x="310553" y="42748"/>
                </a:lnTo>
                <a:lnTo>
                  <a:pt x="310553" y="23837"/>
                </a:lnTo>
                <a:lnTo>
                  <a:pt x="304761" y="19977"/>
                </a:lnTo>
                <a:lnTo>
                  <a:pt x="300266" y="18719"/>
                </a:lnTo>
                <a:lnTo>
                  <a:pt x="291960" y="18719"/>
                </a:lnTo>
                <a:lnTo>
                  <a:pt x="277368" y="28054"/>
                </a:lnTo>
                <a:lnTo>
                  <a:pt x="277368" y="0"/>
                </a:lnTo>
                <a:lnTo>
                  <a:pt x="268008" y="0"/>
                </a:lnTo>
                <a:lnTo>
                  <a:pt x="268008" y="79171"/>
                </a:lnTo>
                <a:lnTo>
                  <a:pt x="276466" y="79171"/>
                </a:lnTo>
                <a:lnTo>
                  <a:pt x="276580" y="76327"/>
                </a:lnTo>
                <a:lnTo>
                  <a:pt x="276682" y="74117"/>
                </a:lnTo>
                <a:lnTo>
                  <a:pt x="276783" y="71513"/>
                </a:lnTo>
                <a:lnTo>
                  <a:pt x="276821" y="70624"/>
                </a:lnTo>
                <a:lnTo>
                  <a:pt x="276542" y="70065"/>
                </a:lnTo>
                <a:lnTo>
                  <a:pt x="276885" y="70624"/>
                </a:lnTo>
                <a:lnTo>
                  <a:pt x="277952" y="72390"/>
                </a:lnTo>
                <a:lnTo>
                  <a:pt x="281673" y="76327"/>
                </a:lnTo>
                <a:lnTo>
                  <a:pt x="283895" y="77825"/>
                </a:lnTo>
                <a:lnTo>
                  <a:pt x="289090" y="79908"/>
                </a:lnTo>
                <a:lnTo>
                  <a:pt x="291960" y="80429"/>
                </a:lnTo>
                <a:lnTo>
                  <a:pt x="300266" y="80429"/>
                </a:lnTo>
                <a:lnTo>
                  <a:pt x="319341" y="61341"/>
                </a:lnTo>
                <a:lnTo>
                  <a:pt x="320281" y="56337"/>
                </a:lnTo>
                <a:close/>
              </a:path>
              <a:path w="520700" h="80645">
                <a:moveTo>
                  <a:pt x="385076" y="42748"/>
                </a:moveTo>
                <a:lnTo>
                  <a:pt x="384073" y="37807"/>
                </a:lnTo>
                <a:lnTo>
                  <a:pt x="379615" y="28600"/>
                </a:lnTo>
                <a:lnTo>
                  <a:pt x="378764" y="27635"/>
                </a:lnTo>
                <a:lnTo>
                  <a:pt x="376478" y="25031"/>
                </a:lnTo>
                <a:lnTo>
                  <a:pt x="375386" y="24358"/>
                </a:lnTo>
                <a:lnTo>
                  <a:pt x="375386" y="42748"/>
                </a:lnTo>
                <a:lnTo>
                  <a:pt x="375386" y="56400"/>
                </a:lnTo>
                <a:lnTo>
                  <a:pt x="373888" y="61772"/>
                </a:lnTo>
                <a:lnTo>
                  <a:pt x="367868" y="69570"/>
                </a:lnTo>
                <a:lnTo>
                  <a:pt x="363651" y="71513"/>
                </a:lnTo>
                <a:lnTo>
                  <a:pt x="352806" y="71513"/>
                </a:lnTo>
                <a:lnTo>
                  <a:pt x="348602" y="69570"/>
                </a:lnTo>
                <a:lnTo>
                  <a:pt x="342582" y="61772"/>
                </a:lnTo>
                <a:lnTo>
                  <a:pt x="341083" y="56400"/>
                </a:lnTo>
                <a:lnTo>
                  <a:pt x="341083" y="42748"/>
                </a:lnTo>
                <a:lnTo>
                  <a:pt x="342455" y="37807"/>
                </a:lnTo>
                <a:lnTo>
                  <a:pt x="342582" y="37376"/>
                </a:lnTo>
                <a:lnTo>
                  <a:pt x="348602" y="29578"/>
                </a:lnTo>
                <a:lnTo>
                  <a:pt x="352806" y="27635"/>
                </a:lnTo>
                <a:lnTo>
                  <a:pt x="363651" y="27635"/>
                </a:lnTo>
                <a:lnTo>
                  <a:pt x="367868" y="29578"/>
                </a:lnTo>
                <a:lnTo>
                  <a:pt x="373888" y="37376"/>
                </a:lnTo>
                <a:lnTo>
                  <a:pt x="375386" y="42748"/>
                </a:lnTo>
                <a:lnTo>
                  <a:pt x="375386" y="24358"/>
                </a:lnTo>
                <a:lnTo>
                  <a:pt x="368388" y="19977"/>
                </a:lnTo>
                <a:lnTo>
                  <a:pt x="363651" y="18719"/>
                </a:lnTo>
                <a:lnTo>
                  <a:pt x="352806" y="18719"/>
                </a:lnTo>
                <a:lnTo>
                  <a:pt x="331381" y="42748"/>
                </a:lnTo>
                <a:lnTo>
                  <a:pt x="331393" y="56400"/>
                </a:lnTo>
                <a:lnTo>
                  <a:pt x="352806" y="80429"/>
                </a:lnTo>
                <a:lnTo>
                  <a:pt x="363651" y="80429"/>
                </a:lnTo>
                <a:lnTo>
                  <a:pt x="368388" y="79171"/>
                </a:lnTo>
                <a:lnTo>
                  <a:pt x="376478" y="74117"/>
                </a:lnTo>
                <a:lnTo>
                  <a:pt x="378752" y="71513"/>
                </a:lnTo>
                <a:lnTo>
                  <a:pt x="379615" y="70535"/>
                </a:lnTo>
                <a:lnTo>
                  <a:pt x="384073" y="61252"/>
                </a:lnTo>
                <a:lnTo>
                  <a:pt x="385064" y="56400"/>
                </a:lnTo>
                <a:lnTo>
                  <a:pt x="385076" y="42748"/>
                </a:lnTo>
                <a:close/>
              </a:path>
              <a:path w="520700" h="80645">
                <a:moveTo>
                  <a:pt x="451916" y="42748"/>
                </a:moveTo>
                <a:lnTo>
                  <a:pt x="450913" y="37807"/>
                </a:lnTo>
                <a:lnTo>
                  <a:pt x="446455" y="28600"/>
                </a:lnTo>
                <a:lnTo>
                  <a:pt x="445604" y="27635"/>
                </a:lnTo>
                <a:lnTo>
                  <a:pt x="443318" y="25031"/>
                </a:lnTo>
                <a:lnTo>
                  <a:pt x="442214" y="24345"/>
                </a:lnTo>
                <a:lnTo>
                  <a:pt x="442214" y="42748"/>
                </a:lnTo>
                <a:lnTo>
                  <a:pt x="442214" y="56400"/>
                </a:lnTo>
                <a:lnTo>
                  <a:pt x="440715" y="61772"/>
                </a:lnTo>
                <a:lnTo>
                  <a:pt x="434695" y="69570"/>
                </a:lnTo>
                <a:lnTo>
                  <a:pt x="430491" y="71513"/>
                </a:lnTo>
                <a:lnTo>
                  <a:pt x="419646" y="71513"/>
                </a:lnTo>
                <a:lnTo>
                  <a:pt x="415429" y="69570"/>
                </a:lnTo>
                <a:lnTo>
                  <a:pt x="409409" y="61772"/>
                </a:lnTo>
                <a:lnTo>
                  <a:pt x="407911" y="56400"/>
                </a:lnTo>
                <a:lnTo>
                  <a:pt x="407911" y="42748"/>
                </a:lnTo>
                <a:lnTo>
                  <a:pt x="409295" y="37807"/>
                </a:lnTo>
                <a:lnTo>
                  <a:pt x="409409" y="37376"/>
                </a:lnTo>
                <a:lnTo>
                  <a:pt x="415429" y="29578"/>
                </a:lnTo>
                <a:lnTo>
                  <a:pt x="419646" y="27635"/>
                </a:lnTo>
                <a:lnTo>
                  <a:pt x="430491" y="27635"/>
                </a:lnTo>
                <a:lnTo>
                  <a:pt x="434695" y="29578"/>
                </a:lnTo>
                <a:lnTo>
                  <a:pt x="440715" y="37376"/>
                </a:lnTo>
                <a:lnTo>
                  <a:pt x="442214" y="42748"/>
                </a:lnTo>
                <a:lnTo>
                  <a:pt x="442214" y="24345"/>
                </a:lnTo>
                <a:lnTo>
                  <a:pt x="435216" y="19977"/>
                </a:lnTo>
                <a:lnTo>
                  <a:pt x="430491" y="18719"/>
                </a:lnTo>
                <a:lnTo>
                  <a:pt x="419646" y="18719"/>
                </a:lnTo>
                <a:lnTo>
                  <a:pt x="398208" y="42748"/>
                </a:lnTo>
                <a:lnTo>
                  <a:pt x="398233" y="56400"/>
                </a:lnTo>
                <a:lnTo>
                  <a:pt x="419646" y="80429"/>
                </a:lnTo>
                <a:lnTo>
                  <a:pt x="430491" y="80429"/>
                </a:lnTo>
                <a:lnTo>
                  <a:pt x="435216" y="79171"/>
                </a:lnTo>
                <a:lnTo>
                  <a:pt x="443318" y="74117"/>
                </a:lnTo>
                <a:lnTo>
                  <a:pt x="445592" y="71513"/>
                </a:lnTo>
                <a:lnTo>
                  <a:pt x="446455" y="70535"/>
                </a:lnTo>
                <a:lnTo>
                  <a:pt x="450913" y="61252"/>
                </a:lnTo>
                <a:lnTo>
                  <a:pt x="451904" y="56400"/>
                </a:lnTo>
                <a:lnTo>
                  <a:pt x="451916" y="42748"/>
                </a:lnTo>
                <a:close/>
              </a:path>
              <a:path w="520700" h="80645">
                <a:moveTo>
                  <a:pt x="520192" y="79095"/>
                </a:moveTo>
                <a:lnTo>
                  <a:pt x="495795" y="45123"/>
                </a:lnTo>
                <a:lnTo>
                  <a:pt x="519074" y="20053"/>
                </a:lnTo>
                <a:lnTo>
                  <a:pt x="506603" y="20053"/>
                </a:lnTo>
                <a:lnTo>
                  <a:pt x="477862" y="51803"/>
                </a:lnTo>
                <a:lnTo>
                  <a:pt x="477862" y="0"/>
                </a:lnTo>
                <a:lnTo>
                  <a:pt x="468503" y="0"/>
                </a:lnTo>
                <a:lnTo>
                  <a:pt x="468503" y="79095"/>
                </a:lnTo>
                <a:lnTo>
                  <a:pt x="477862" y="79095"/>
                </a:lnTo>
                <a:lnTo>
                  <a:pt x="477862" y="63715"/>
                </a:lnTo>
                <a:lnTo>
                  <a:pt x="489445" y="51473"/>
                </a:lnTo>
                <a:lnTo>
                  <a:pt x="508825" y="79095"/>
                </a:lnTo>
                <a:lnTo>
                  <a:pt x="520192" y="79095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6" name="object 276"/>
          <p:cNvGrpSpPr/>
          <p:nvPr/>
        </p:nvGrpSpPr>
        <p:grpSpPr>
          <a:xfrm>
            <a:off x="6199973" y="4620059"/>
            <a:ext cx="307975" cy="95885"/>
            <a:chOff x="6199973" y="4620059"/>
            <a:chExt cx="307975" cy="95885"/>
          </a:xfrm>
        </p:grpSpPr>
        <p:sp>
          <p:nvSpPr>
            <p:cNvPr id="277" name="object 277"/>
            <p:cNvSpPr/>
            <p:nvPr/>
          </p:nvSpPr>
          <p:spPr>
            <a:xfrm>
              <a:off x="6199973" y="4620059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31188" y="0"/>
                  </a:moveTo>
                  <a:lnTo>
                    <a:pt x="21831" y="0"/>
                  </a:lnTo>
                  <a:lnTo>
                    <a:pt x="16040" y="5124"/>
                  </a:lnTo>
                  <a:lnTo>
                    <a:pt x="0" y="42476"/>
                  </a:lnTo>
                  <a:lnTo>
                    <a:pt x="0" y="53318"/>
                  </a:lnTo>
                  <a:lnTo>
                    <a:pt x="16040" y="90671"/>
                  </a:lnTo>
                  <a:lnTo>
                    <a:pt x="21831" y="95796"/>
                  </a:lnTo>
                  <a:lnTo>
                    <a:pt x="31188" y="95796"/>
                  </a:lnTo>
                  <a:lnTo>
                    <a:pt x="25619" y="90449"/>
                  </a:lnTo>
                  <a:lnTo>
                    <a:pt x="21275" y="85120"/>
                  </a:lnTo>
                  <a:lnTo>
                    <a:pt x="15036" y="74502"/>
                  </a:lnTo>
                  <a:lnTo>
                    <a:pt x="12846" y="69192"/>
                  </a:lnTo>
                  <a:lnTo>
                    <a:pt x="10321" y="58572"/>
                  </a:lnTo>
                  <a:lnTo>
                    <a:pt x="9690" y="53244"/>
                  </a:lnTo>
                  <a:lnTo>
                    <a:pt x="9690" y="42551"/>
                  </a:lnTo>
                  <a:lnTo>
                    <a:pt x="25619" y="5273"/>
                  </a:lnTo>
                  <a:lnTo>
                    <a:pt x="31188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8" name="object 278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6259009" y="4624514"/>
              <a:ext cx="181565" cy="80424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6460625" y="4624514"/>
              <a:ext cx="46990" cy="79375"/>
            </a:xfrm>
            <a:custGeom>
              <a:avLst/>
              <a:gdLst/>
              <a:ahLst/>
              <a:cxnLst/>
              <a:rect l="l" t="t" r="r" b="b"/>
              <a:pathLst>
                <a:path w="46990" h="79375">
                  <a:moveTo>
                    <a:pt x="9357" y="0"/>
                  </a:moveTo>
                  <a:lnTo>
                    <a:pt x="0" y="0"/>
                  </a:lnTo>
                  <a:lnTo>
                    <a:pt x="0" y="79087"/>
                  </a:lnTo>
                  <a:lnTo>
                    <a:pt x="9357" y="79087"/>
                  </a:lnTo>
                  <a:lnTo>
                    <a:pt x="9471" y="38059"/>
                  </a:lnTo>
                  <a:lnTo>
                    <a:pt x="10786" y="34197"/>
                  </a:lnTo>
                  <a:lnTo>
                    <a:pt x="11885" y="33083"/>
                  </a:lnTo>
                  <a:lnTo>
                    <a:pt x="9357" y="33083"/>
                  </a:lnTo>
                  <a:lnTo>
                    <a:pt x="8242" y="32859"/>
                  </a:lnTo>
                  <a:lnTo>
                    <a:pt x="8985" y="29593"/>
                  </a:lnTo>
                  <a:lnTo>
                    <a:pt x="9357" y="28805"/>
                  </a:lnTo>
                  <a:lnTo>
                    <a:pt x="9357" y="0"/>
                  </a:lnTo>
                  <a:close/>
                </a:path>
                <a:path w="46990" h="79375">
                  <a:moveTo>
                    <a:pt x="43371" y="26957"/>
                  </a:moveTo>
                  <a:lnTo>
                    <a:pt x="29221" y="26957"/>
                  </a:lnTo>
                  <a:lnTo>
                    <a:pt x="32376" y="28404"/>
                  </a:lnTo>
                  <a:lnTo>
                    <a:pt x="36405" y="33826"/>
                  </a:lnTo>
                  <a:lnTo>
                    <a:pt x="37426" y="38059"/>
                  </a:lnTo>
                  <a:lnTo>
                    <a:pt x="37426" y="79087"/>
                  </a:lnTo>
                  <a:lnTo>
                    <a:pt x="46784" y="79087"/>
                  </a:lnTo>
                  <a:lnTo>
                    <a:pt x="46784" y="36722"/>
                  </a:lnTo>
                  <a:lnTo>
                    <a:pt x="46069" y="33083"/>
                  </a:lnTo>
                  <a:lnTo>
                    <a:pt x="46025" y="32859"/>
                  </a:lnTo>
                  <a:lnTo>
                    <a:pt x="43371" y="26957"/>
                  </a:lnTo>
                  <a:close/>
                </a:path>
                <a:path w="46990" h="79375">
                  <a:moveTo>
                    <a:pt x="9357" y="28805"/>
                  </a:moveTo>
                  <a:lnTo>
                    <a:pt x="8985" y="29593"/>
                  </a:lnTo>
                  <a:lnTo>
                    <a:pt x="8242" y="32859"/>
                  </a:lnTo>
                  <a:lnTo>
                    <a:pt x="9357" y="33083"/>
                  </a:lnTo>
                  <a:lnTo>
                    <a:pt x="9357" y="28805"/>
                  </a:lnTo>
                  <a:close/>
                </a:path>
                <a:path w="46990" h="79375">
                  <a:moveTo>
                    <a:pt x="31300" y="18713"/>
                  </a:moveTo>
                  <a:lnTo>
                    <a:pt x="24023" y="18713"/>
                  </a:lnTo>
                  <a:lnTo>
                    <a:pt x="21201" y="19215"/>
                  </a:lnTo>
                  <a:lnTo>
                    <a:pt x="16003" y="21220"/>
                  </a:lnTo>
                  <a:lnTo>
                    <a:pt x="13812" y="22760"/>
                  </a:lnTo>
                  <a:lnTo>
                    <a:pt x="10230" y="26957"/>
                  </a:lnTo>
                  <a:lnTo>
                    <a:pt x="9357" y="28805"/>
                  </a:lnTo>
                  <a:lnTo>
                    <a:pt x="9357" y="33083"/>
                  </a:lnTo>
                  <a:lnTo>
                    <a:pt x="11885" y="33083"/>
                  </a:lnTo>
                  <a:lnTo>
                    <a:pt x="16503" y="28404"/>
                  </a:lnTo>
                  <a:lnTo>
                    <a:pt x="20309" y="26957"/>
                  </a:lnTo>
                  <a:lnTo>
                    <a:pt x="43371" y="26957"/>
                  </a:lnTo>
                  <a:lnTo>
                    <a:pt x="42978" y="26084"/>
                  </a:lnTo>
                  <a:lnTo>
                    <a:pt x="40750" y="23448"/>
                  </a:lnTo>
                  <a:lnTo>
                    <a:pt x="34883" y="19660"/>
                  </a:lnTo>
                  <a:lnTo>
                    <a:pt x="31300" y="18713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0" name="object 280"/>
          <p:cNvGrpSpPr/>
          <p:nvPr/>
        </p:nvGrpSpPr>
        <p:grpSpPr>
          <a:xfrm>
            <a:off x="6587694" y="4620059"/>
            <a:ext cx="570865" cy="95885"/>
            <a:chOff x="6587694" y="4620059"/>
            <a:chExt cx="570865" cy="95885"/>
          </a:xfrm>
        </p:grpSpPr>
        <p:pic>
          <p:nvPicPr>
            <p:cNvPr id="281" name="object 281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6587694" y="4620059"/>
              <a:ext cx="512310" cy="95796"/>
            </a:xfrm>
            <a:prstGeom prst="rect">
              <a:avLst/>
            </a:prstGeom>
          </p:spPr>
        </p:pic>
        <p:sp>
          <p:nvSpPr>
            <p:cNvPr id="282" name="object 282"/>
            <p:cNvSpPr/>
            <p:nvPr/>
          </p:nvSpPr>
          <p:spPr>
            <a:xfrm>
              <a:off x="7144337" y="4690012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90"/>
                  </a:lnTo>
                  <a:lnTo>
                    <a:pt x="13812" y="13590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3" name="object 283"/>
          <p:cNvSpPr/>
          <p:nvPr/>
        </p:nvSpPr>
        <p:spPr>
          <a:xfrm>
            <a:off x="5464240" y="485602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34041" y="0"/>
                </a:moveTo>
                <a:lnTo>
                  <a:pt x="20540" y="0"/>
                </a:lnTo>
                <a:lnTo>
                  <a:pt x="20540" y="54580"/>
                </a:lnTo>
                <a:lnTo>
                  <a:pt x="34041" y="54580"/>
                </a:lnTo>
                <a:lnTo>
                  <a:pt x="34041" y="0"/>
                </a:lnTo>
                <a:close/>
              </a:path>
              <a:path w="54610" h="54610">
                <a:moveTo>
                  <a:pt x="20540" y="20538"/>
                </a:moveTo>
                <a:lnTo>
                  <a:pt x="0" y="20538"/>
                </a:lnTo>
                <a:lnTo>
                  <a:pt x="0" y="34039"/>
                </a:lnTo>
                <a:lnTo>
                  <a:pt x="20540" y="34039"/>
                </a:lnTo>
                <a:lnTo>
                  <a:pt x="20540" y="20538"/>
                </a:lnTo>
                <a:close/>
              </a:path>
              <a:path w="54610" h="54610">
                <a:moveTo>
                  <a:pt x="54582" y="20538"/>
                </a:moveTo>
                <a:lnTo>
                  <a:pt x="34041" y="20538"/>
                </a:lnTo>
                <a:lnTo>
                  <a:pt x="34041" y="34039"/>
                </a:lnTo>
                <a:lnTo>
                  <a:pt x="54582" y="34039"/>
                </a:lnTo>
                <a:lnTo>
                  <a:pt x="54582" y="20538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4" name="object 284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5585099" y="4836156"/>
            <a:ext cx="253969" cy="80424"/>
          </a:xfrm>
          <a:prstGeom prst="rect">
            <a:avLst/>
          </a:prstGeom>
        </p:spPr>
      </p:pic>
      <p:grpSp>
        <p:nvGrpSpPr>
          <p:cNvPr id="285" name="object 285"/>
          <p:cNvGrpSpPr/>
          <p:nvPr/>
        </p:nvGrpSpPr>
        <p:grpSpPr>
          <a:xfrm>
            <a:off x="5923725" y="4836044"/>
            <a:ext cx="991869" cy="88265"/>
            <a:chOff x="5923725" y="4836044"/>
            <a:chExt cx="991869" cy="88265"/>
          </a:xfrm>
        </p:grpSpPr>
        <p:pic>
          <p:nvPicPr>
            <p:cNvPr id="286" name="object 286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5923725" y="4842394"/>
              <a:ext cx="518742" cy="74185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6458394" y="4836045"/>
              <a:ext cx="457200" cy="88265"/>
            </a:xfrm>
            <a:custGeom>
              <a:avLst/>
              <a:gdLst/>
              <a:ahLst/>
              <a:cxnLst/>
              <a:rect l="l" t="t" r="r" b="b"/>
              <a:pathLst>
                <a:path w="457200" h="88264">
                  <a:moveTo>
                    <a:pt x="49009" y="79197"/>
                  </a:moveTo>
                  <a:lnTo>
                    <a:pt x="0" y="79197"/>
                  </a:lnTo>
                  <a:lnTo>
                    <a:pt x="0" y="87896"/>
                  </a:lnTo>
                  <a:lnTo>
                    <a:pt x="49009" y="87896"/>
                  </a:lnTo>
                  <a:lnTo>
                    <a:pt x="49009" y="79197"/>
                  </a:lnTo>
                  <a:close/>
                </a:path>
                <a:path w="457200" h="88264">
                  <a:moveTo>
                    <a:pt x="122529" y="20167"/>
                  </a:moveTo>
                  <a:lnTo>
                    <a:pt x="112280" y="20167"/>
                  </a:lnTo>
                  <a:lnTo>
                    <a:pt x="104597" y="69405"/>
                  </a:lnTo>
                  <a:lnTo>
                    <a:pt x="95910" y="28409"/>
                  </a:lnTo>
                  <a:lnTo>
                    <a:pt x="86766" y="28409"/>
                  </a:lnTo>
                  <a:lnTo>
                    <a:pt x="78079" y="69405"/>
                  </a:lnTo>
                  <a:lnTo>
                    <a:pt x="70396" y="20167"/>
                  </a:lnTo>
                  <a:lnTo>
                    <a:pt x="60147" y="20167"/>
                  </a:lnTo>
                  <a:lnTo>
                    <a:pt x="71843" y="79197"/>
                  </a:lnTo>
                  <a:lnTo>
                    <a:pt x="83540" y="79197"/>
                  </a:lnTo>
                  <a:lnTo>
                    <a:pt x="91338" y="41998"/>
                  </a:lnTo>
                  <a:lnTo>
                    <a:pt x="99136" y="79197"/>
                  </a:lnTo>
                  <a:lnTo>
                    <a:pt x="110947" y="79197"/>
                  </a:lnTo>
                  <a:lnTo>
                    <a:pt x="122529" y="20167"/>
                  </a:lnTo>
                  <a:close/>
                </a:path>
                <a:path w="457200" h="88264">
                  <a:moveTo>
                    <a:pt x="166306" y="0"/>
                  </a:moveTo>
                  <a:lnTo>
                    <a:pt x="156502" y="0"/>
                  </a:lnTo>
                  <a:lnTo>
                    <a:pt x="156502" y="10922"/>
                  </a:lnTo>
                  <a:lnTo>
                    <a:pt x="166306" y="10922"/>
                  </a:lnTo>
                  <a:lnTo>
                    <a:pt x="166306" y="0"/>
                  </a:lnTo>
                  <a:close/>
                </a:path>
                <a:path w="457200" h="88264">
                  <a:moveTo>
                    <a:pt x="187134" y="70954"/>
                  </a:moveTo>
                  <a:lnTo>
                    <a:pt x="166751" y="70954"/>
                  </a:lnTo>
                  <a:lnTo>
                    <a:pt x="166751" y="28409"/>
                  </a:lnTo>
                  <a:lnTo>
                    <a:pt x="166751" y="23837"/>
                  </a:lnTo>
                  <a:lnTo>
                    <a:pt x="166751" y="20167"/>
                  </a:lnTo>
                  <a:lnTo>
                    <a:pt x="134785" y="20167"/>
                  </a:lnTo>
                  <a:lnTo>
                    <a:pt x="134785" y="28409"/>
                  </a:lnTo>
                  <a:lnTo>
                    <a:pt x="157391" y="28409"/>
                  </a:lnTo>
                  <a:lnTo>
                    <a:pt x="157391" y="70954"/>
                  </a:lnTo>
                  <a:lnTo>
                    <a:pt x="133667" y="70954"/>
                  </a:lnTo>
                  <a:lnTo>
                    <a:pt x="133667" y="79197"/>
                  </a:lnTo>
                  <a:lnTo>
                    <a:pt x="187134" y="79197"/>
                  </a:lnTo>
                  <a:lnTo>
                    <a:pt x="187134" y="70954"/>
                  </a:lnTo>
                  <a:close/>
                </a:path>
                <a:path w="457200" h="88264">
                  <a:moveTo>
                    <a:pt x="249072" y="37058"/>
                  </a:moveTo>
                  <a:lnTo>
                    <a:pt x="248285" y="33286"/>
                  </a:lnTo>
                  <a:lnTo>
                    <a:pt x="245414" y="27076"/>
                  </a:lnTo>
                  <a:lnTo>
                    <a:pt x="245173" y="26530"/>
                  </a:lnTo>
                  <a:lnTo>
                    <a:pt x="242887" y="23837"/>
                  </a:lnTo>
                  <a:lnTo>
                    <a:pt x="236867" y="19837"/>
                  </a:lnTo>
                  <a:lnTo>
                    <a:pt x="233095" y="18834"/>
                  </a:lnTo>
                  <a:lnTo>
                    <a:pt x="225526" y="18834"/>
                  </a:lnTo>
                  <a:lnTo>
                    <a:pt x="209740" y="30162"/>
                  </a:lnTo>
                  <a:lnTo>
                    <a:pt x="209740" y="30340"/>
                  </a:lnTo>
                  <a:lnTo>
                    <a:pt x="209486" y="30708"/>
                  </a:lnTo>
                  <a:lnTo>
                    <a:pt x="209524" y="20167"/>
                  </a:lnTo>
                  <a:lnTo>
                    <a:pt x="200939" y="20167"/>
                  </a:lnTo>
                  <a:lnTo>
                    <a:pt x="200939" y="79197"/>
                  </a:lnTo>
                  <a:lnTo>
                    <a:pt x="210299" y="79197"/>
                  </a:lnTo>
                  <a:lnTo>
                    <a:pt x="210299" y="40259"/>
                  </a:lnTo>
                  <a:lnTo>
                    <a:pt x="211023" y="37185"/>
                  </a:lnTo>
                  <a:lnTo>
                    <a:pt x="212178" y="35204"/>
                  </a:lnTo>
                  <a:lnTo>
                    <a:pt x="213918" y="32219"/>
                  </a:lnTo>
                  <a:lnTo>
                    <a:pt x="215874" y="30327"/>
                  </a:lnTo>
                  <a:lnTo>
                    <a:pt x="220560" y="27838"/>
                  </a:lnTo>
                  <a:lnTo>
                    <a:pt x="220306" y="27838"/>
                  </a:lnTo>
                  <a:lnTo>
                    <a:pt x="223520" y="27076"/>
                  </a:lnTo>
                  <a:lnTo>
                    <a:pt x="231025" y="27076"/>
                  </a:lnTo>
                  <a:lnTo>
                    <a:pt x="234327" y="28498"/>
                  </a:lnTo>
                  <a:lnTo>
                    <a:pt x="238633" y="34213"/>
                  </a:lnTo>
                  <a:lnTo>
                    <a:pt x="239712" y="38392"/>
                  </a:lnTo>
                  <a:lnTo>
                    <a:pt x="239712" y="79197"/>
                  </a:lnTo>
                  <a:lnTo>
                    <a:pt x="249072" y="79197"/>
                  </a:lnTo>
                  <a:lnTo>
                    <a:pt x="249072" y="37058"/>
                  </a:lnTo>
                  <a:close/>
                </a:path>
                <a:path w="457200" h="88264">
                  <a:moveTo>
                    <a:pt x="315226" y="114"/>
                  </a:moveTo>
                  <a:lnTo>
                    <a:pt x="305879" y="114"/>
                  </a:lnTo>
                  <a:lnTo>
                    <a:pt x="305879" y="28168"/>
                  </a:lnTo>
                  <a:lnTo>
                    <a:pt x="305879" y="45085"/>
                  </a:lnTo>
                  <a:lnTo>
                    <a:pt x="305879" y="54140"/>
                  </a:lnTo>
                  <a:lnTo>
                    <a:pt x="305193" y="58026"/>
                  </a:lnTo>
                  <a:lnTo>
                    <a:pt x="292290" y="71628"/>
                  </a:lnTo>
                  <a:lnTo>
                    <a:pt x="283743" y="71628"/>
                  </a:lnTo>
                  <a:lnTo>
                    <a:pt x="279831" y="69659"/>
                  </a:lnTo>
                  <a:lnTo>
                    <a:pt x="274104" y="61785"/>
                  </a:lnTo>
                  <a:lnTo>
                    <a:pt x="272681" y="56438"/>
                  </a:lnTo>
                  <a:lnTo>
                    <a:pt x="272681" y="42849"/>
                  </a:lnTo>
                  <a:lnTo>
                    <a:pt x="273989" y="37909"/>
                  </a:lnTo>
                  <a:lnTo>
                    <a:pt x="274104" y="37490"/>
                  </a:lnTo>
                  <a:lnTo>
                    <a:pt x="279831" y="29692"/>
                  </a:lnTo>
                  <a:lnTo>
                    <a:pt x="283667" y="27736"/>
                  </a:lnTo>
                  <a:lnTo>
                    <a:pt x="292138" y="27736"/>
                  </a:lnTo>
                  <a:lnTo>
                    <a:pt x="295579" y="28702"/>
                  </a:lnTo>
                  <a:lnTo>
                    <a:pt x="295389" y="28702"/>
                  </a:lnTo>
                  <a:lnTo>
                    <a:pt x="300456" y="32105"/>
                  </a:lnTo>
                  <a:lnTo>
                    <a:pt x="302437" y="34607"/>
                  </a:lnTo>
                  <a:lnTo>
                    <a:pt x="305193" y="41148"/>
                  </a:lnTo>
                  <a:lnTo>
                    <a:pt x="305879" y="45085"/>
                  </a:lnTo>
                  <a:lnTo>
                    <a:pt x="305879" y="28168"/>
                  </a:lnTo>
                  <a:lnTo>
                    <a:pt x="305587" y="27736"/>
                  </a:lnTo>
                  <a:lnTo>
                    <a:pt x="305003" y="26847"/>
                  </a:lnTo>
                  <a:lnTo>
                    <a:pt x="301510" y="23279"/>
                  </a:lnTo>
                  <a:lnTo>
                    <a:pt x="299364" y="21805"/>
                  </a:lnTo>
                  <a:lnTo>
                    <a:pt x="294233" y="19418"/>
                  </a:lnTo>
                  <a:lnTo>
                    <a:pt x="291363" y="18834"/>
                  </a:lnTo>
                  <a:lnTo>
                    <a:pt x="282968" y="18834"/>
                  </a:lnTo>
                  <a:lnTo>
                    <a:pt x="262966" y="56438"/>
                  </a:lnTo>
                  <a:lnTo>
                    <a:pt x="263893" y="61455"/>
                  </a:lnTo>
                  <a:lnTo>
                    <a:pt x="282968" y="80543"/>
                  </a:lnTo>
                  <a:lnTo>
                    <a:pt x="291287" y="80543"/>
                  </a:lnTo>
                  <a:lnTo>
                    <a:pt x="305892" y="71628"/>
                  </a:lnTo>
                  <a:lnTo>
                    <a:pt x="306412" y="70764"/>
                  </a:lnTo>
                  <a:lnTo>
                    <a:pt x="306451" y="71628"/>
                  </a:lnTo>
                  <a:lnTo>
                    <a:pt x="306552" y="74231"/>
                  </a:lnTo>
                  <a:lnTo>
                    <a:pt x="306654" y="76441"/>
                  </a:lnTo>
                  <a:lnTo>
                    <a:pt x="306768" y="79273"/>
                  </a:lnTo>
                  <a:lnTo>
                    <a:pt x="315226" y="79273"/>
                  </a:lnTo>
                  <a:lnTo>
                    <a:pt x="315226" y="65836"/>
                  </a:lnTo>
                  <a:lnTo>
                    <a:pt x="315226" y="32867"/>
                  </a:lnTo>
                  <a:lnTo>
                    <a:pt x="315226" y="114"/>
                  </a:lnTo>
                  <a:close/>
                </a:path>
                <a:path w="457200" h="88264">
                  <a:moveTo>
                    <a:pt x="385521" y="42849"/>
                  </a:moveTo>
                  <a:lnTo>
                    <a:pt x="375831" y="24472"/>
                  </a:lnTo>
                  <a:lnTo>
                    <a:pt x="375831" y="42849"/>
                  </a:lnTo>
                  <a:lnTo>
                    <a:pt x="375831" y="56515"/>
                  </a:lnTo>
                  <a:lnTo>
                    <a:pt x="374319" y="61887"/>
                  </a:lnTo>
                  <a:lnTo>
                    <a:pt x="368312" y="69684"/>
                  </a:lnTo>
                  <a:lnTo>
                    <a:pt x="364096" y="71628"/>
                  </a:lnTo>
                  <a:lnTo>
                    <a:pt x="353250" y="71628"/>
                  </a:lnTo>
                  <a:lnTo>
                    <a:pt x="349034" y="69684"/>
                  </a:lnTo>
                  <a:lnTo>
                    <a:pt x="343027" y="61887"/>
                  </a:lnTo>
                  <a:lnTo>
                    <a:pt x="341515" y="56515"/>
                  </a:lnTo>
                  <a:lnTo>
                    <a:pt x="341515" y="42849"/>
                  </a:lnTo>
                  <a:lnTo>
                    <a:pt x="342900" y="37909"/>
                  </a:lnTo>
                  <a:lnTo>
                    <a:pt x="343027" y="37490"/>
                  </a:lnTo>
                  <a:lnTo>
                    <a:pt x="349034" y="29692"/>
                  </a:lnTo>
                  <a:lnTo>
                    <a:pt x="353250" y="27736"/>
                  </a:lnTo>
                  <a:lnTo>
                    <a:pt x="364096" y="27736"/>
                  </a:lnTo>
                  <a:lnTo>
                    <a:pt x="368312" y="29692"/>
                  </a:lnTo>
                  <a:lnTo>
                    <a:pt x="374319" y="37490"/>
                  </a:lnTo>
                  <a:lnTo>
                    <a:pt x="375831" y="42849"/>
                  </a:lnTo>
                  <a:lnTo>
                    <a:pt x="375831" y="24472"/>
                  </a:lnTo>
                  <a:lnTo>
                    <a:pt x="368833" y="20091"/>
                  </a:lnTo>
                  <a:lnTo>
                    <a:pt x="364096" y="18834"/>
                  </a:lnTo>
                  <a:lnTo>
                    <a:pt x="353250" y="18834"/>
                  </a:lnTo>
                  <a:lnTo>
                    <a:pt x="331825" y="42849"/>
                  </a:lnTo>
                  <a:lnTo>
                    <a:pt x="331838" y="56515"/>
                  </a:lnTo>
                  <a:lnTo>
                    <a:pt x="353250" y="80543"/>
                  </a:lnTo>
                  <a:lnTo>
                    <a:pt x="364096" y="80543"/>
                  </a:lnTo>
                  <a:lnTo>
                    <a:pt x="368833" y="79273"/>
                  </a:lnTo>
                  <a:lnTo>
                    <a:pt x="376923" y="74231"/>
                  </a:lnTo>
                  <a:lnTo>
                    <a:pt x="379196" y="71628"/>
                  </a:lnTo>
                  <a:lnTo>
                    <a:pt x="380060" y="70650"/>
                  </a:lnTo>
                  <a:lnTo>
                    <a:pt x="384517" y="61366"/>
                  </a:lnTo>
                  <a:lnTo>
                    <a:pt x="385508" y="56515"/>
                  </a:lnTo>
                  <a:lnTo>
                    <a:pt x="385521" y="42849"/>
                  </a:lnTo>
                  <a:close/>
                </a:path>
                <a:path w="457200" h="88264">
                  <a:moveTo>
                    <a:pt x="456692" y="20167"/>
                  </a:moveTo>
                  <a:lnTo>
                    <a:pt x="446443" y="20167"/>
                  </a:lnTo>
                  <a:lnTo>
                    <a:pt x="438759" y="69405"/>
                  </a:lnTo>
                  <a:lnTo>
                    <a:pt x="430072" y="28409"/>
                  </a:lnTo>
                  <a:lnTo>
                    <a:pt x="420941" y="28409"/>
                  </a:lnTo>
                  <a:lnTo>
                    <a:pt x="412254" y="69405"/>
                  </a:lnTo>
                  <a:lnTo>
                    <a:pt x="404571" y="20167"/>
                  </a:lnTo>
                  <a:lnTo>
                    <a:pt x="394322" y="20167"/>
                  </a:lnTo>
                  <a:lnTo>
                    <a:pt x="406019" y="79197"/>
                  </a:lnTo>
                  <a:lnTo>
                    <a:pt x="417715" y="79197"/>
                  </a:lnTo>
                  <a:lnTo>
                    <a:pt x="425513" y="41998"/>
                  </a:lnTo>
                  <a:lnTo>
                    <a:pt x="433311" y="79197"/>
                  </a:lnTo>
                  <a:lnTo>
                    <a:pt x="445109" y="79197"/>
                  </a:lnTo>
                  <a:lnTo>
                    <a:pt x="456692" y="20167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8" name="object 288"/>
          <p:cNvGrpSpPr/>
          <p:nvPr/>
        </p:nvGrpSpPr>
        <p:grpSpPr>
          <a:xfrm>
            <a:off x="6991956" y="4836044"/>
            <a:ext cx="519430" cy="97790"/>
            <a:chOff x="6991956" y="4836044"/>
            <a:chExt cx="519430" cy="97790"/>
          </a:xfrm>
        </p:grpSpPr>
        <p:pic>
          <p:nvPicPr>
            <p:cNvPr id="289" name="object 289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6991956" y="4836156"/>
              <a:ext cx="182011" cy="80424"/>
            </a:xfrm>
            <a:prstGeom prst="rect">
              <a:avLst/>
            </a:prstGeom>
          </p:spPr>
        </p:pic>
        <p:sp>
          <p:nvSpPr>
            <p:cNvPr id="290" name="object 290"/>
            <p:cNvSpPr/>
            <p:nvPr/>
          </p:nvSpPr>
          <p:spPr>
            <a:xfrm>
              <a:off x="7194017" y="4854869"/>
              <a:ext cx="48260" cy="60960"/>
            </a:xfrm>
            <a:custGeom>
              <a:avLst/>
              <a:gdLst/>
              <a:ahLst/>
              <a:cxnLst/>
              <a:rect l="l" t="t" r="r" b="b"/>
              <a:pathLst>
                <a:path w="48259" h="60960">
                  <a:moveTo>
                    <a:pt x="8577" y="1337"/>
                  </a:moveTo>
                  <a:lnTo>
                    <a:pt x="0" y="1337"/>
                  </a:lnTo>
                  <a:lnTo>
                    <a:pt x="0" y="60373"/>
                  </a:lnTo>
                  <a:lnTo>
                    <a:pt x="9357" y="60373"/>
                  </a:lnTo>
                  <a:lnTo>
                    <a:pt x="9357" y="21423"/>
                  </a:lnTo>
                  <a:lnTo>
                    <a:pt x="10081" y="18360"/>
                  </a:lnTo>
                  <a:lnTo>
                    <a:pt x="11237" y="16374"/>
                  </a:lnTo>
                  <a:lnTo>
                    <a:pt x="8911" y="16374"/>
                  </a:lnTo>
                  <a:lnTo>
                    <a:pt x="7817" y="15389"/>
                  </a:lnTo>
                  <a:lnTo>
                    <a:pt x="7991" y="14462"/>
                  </a:lnTo>
                  <a:lnTo>
                    <a:pt x="8540" y="11882"/>
                  </a:lnTo>
                  <a:lnTo>
                    <a:pt x="8577" y="1337"/>
                  </a:lnTo>
                  <a:close/>
                </a:path>
                <a:path w="48259" h="60960">
                  <a:moveTo>
                    <a:pt x="44470" y="8242"/>
                  </a:moveTo>
                  <a:lnTo>
                    <a:pt x="30076" y="8242"/>
                  </a:lnTo>
                  <a:lnTo>
                    <a:pt x="33380" y="9672"/>
                  </a:lnTo>
                  <a:lnTo>
                    <a:pt x="37687" y="15389"/>
                  </a:lnTo>
                  <a:lnTo>
                    <a:pt x="38764" y="19568"/>
                  </a:lnTo>
                  <a:lnTo>
                    <a:pt x="38764" y="60373"/>
                  </a:lnTo>
                  <a:lnTo>
                    <a:pt x="48121" y="60373"/>
                  </a:lnTo>
                  <a:lnTo>
                    <a:pt x="48121" y="18230"/>
                  </a:lnTo>
                  <a:lnTo>
                    <a:pt x="47341" y="14462"/>
                  </a:lnTo>
                  <a:lnTo>
                    <a:pt x="44470" y="8242"/>
                  </a:lnTo>
                  <a:close/>
                </a:path>
                <a:path w="48259" h="60960">
                  <a:moveTo>
                    <a:pt x="8803" y="11492"/>
                  </a:moveTo>
                  <a:lnTo>
                    <a:pt x="8540" y="11882"/>
                  </a:lnTo>
                  <a:lnTo>
                    <a:pt x="7991" y="14462"/>
                  </a:lnTo>
                  <a:lnTo>
                    <a:pt x="7817" y="15389"/>
                  </a:lnTo>
                  <a:lnTo>
                    <a:pt x="8911" y="16374"/>
                  </a:lnTo>
                  <a:lnTo>
                    <a:pt x="8803" y="11492"/>
                  </a:lnTo>
                  <a:close/>
                </a:path>
                <a:path w="48259" h="60960">
                  <a:moveTo>
                    <a:pt x="32155" y="0"/>
                  </a:moveTo>
                  <a:lnTo>
                    <a:pt x="24580" y="0"/>
                  </a:lnTo>
                  <a:lnTo>
                    <a:pt x="21683" y="557"/>
                  </a:lnTo>
                  <a:lnTo>
                    <a:pt x="16188" y="2785"/>
                  </a:lnTo>
                  <a:lnTo>
                    <a:pt x="13831" y="4474"/>
                  </a:lnTo>
                  <a:lnTo>
                    <a:pt x="9895" y="9004"/>
                  </a:lnTo>
                  <a:lnTo>
                    <a:pt x="8799" y="11332"/>
                  </a:lnTo>
                  <a:lnTo>
                    <a:pt x="8911" y="16374"/>
                  </a:lnTo>
                  <a:lnTo>
                    <a:pt x="11237" y="16374"/>
                  </a:lnTo>
                  <a:lnTo>
                    <a:pt x="12976" y="13385"/>
                  </a:lnTo>
                  <a:lnTo>
                    <a:pt x="14926" y="11492"/>
                  </a:lnTo>
                  <a:lnTo>
                    <a:pt x="19617" y="9004"/>
                  </a:lnTo>
                  <a:lnTo>
                    <a:pt x="19356" y="9004"/>
                  </a:lnTo>
                  <a:lnTo>
                    <a:pt x="22575" y="8242"/>
                  </a:lnTo>
                  <a:lnTo>
                    <a:pt x="44470" y="8242"/>
                  </a:lnTo>
                  <a:lnTo>
                    <a:pt x="44222" y="7705"/>
                  </a:lnTo>
                  <a:lnTo>
                    <a:pt x="41939" y="5012"/>
                  </a:lnTo>
                  <a:lnTo>
                    <a:pt x="35923" y="1002"/>
                  </a:lnTo>
                  <a:lnTo>
                    <a:pt x="32155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1" name="object 291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7261520" y="4836044"/>
              <a:ext cx="249513" cy="97243"/>
            </a:xfrm>
            <a:prstGeom prst="rect">
              <a:avLst/>
            </a:prstGeom>
          </p:spPr>
        </p:pic>
      </p:grpSp>
      <p:pic>
        <p:nvPicPr>
          <p:cNvPr id="292" name="object 292"/>
          <p:cNvPicPr/>
          <p:nvPr/>
        </p:nvPicPr>
        <p:blipFill>
          <a:blip r:embed="rId168" cstate="print"/>
          <a:stretch>
            <a:fillRect/>
          </a:stretch>
        </p:blipFill>
        <p:spPr>
          <a:xfrm>
            <a:off x="7593463" y="4836156"/>
            <a:ext cx="186021" cy="80424"/>
          </a:xfrm>
          <a:prstGeom prst="rect">
            <a:avLst/>
          </a:prstGeom>
        </p:spPr>
      </p:pic>
      <p:pic>
        <p:nvPicPr>
          <p:cNvPr id="293" name="object 293"/>
          <p:cNvPicPr/>
          <p:nvPr/>
        </p:nvPicPr>
        <p:blipFill>
          <a:blip r:embed="rId169" cstate="print"/>
          <a:stretch>
            <a:fillRect/>
          </a:stretch>
        </p:blipFill>
        <p:spPr>
          <a:xfrm>
            <a:off x="7864140" y="4834374"/>
            <a:ext cx="320135" cy="94124"/>
          </a:xfrm>
          <a:prstGeom prst="rect">
            <a:avLst/>
          </a:prstGeom>
        </p:spPr>
      </p:pic>
      <p:sp>
        <p:nvSpPr>
          <p:cNvPr id="294" name="object 294"/>
          <p:cNvSpPr/>
          <p:nvPr/>
        </p:nvSpPr>
        <p:spPr>
          <a:xfrm>
            <a:off x="8256234" y="4878373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5" h="8889">
                <a:moveTo>
                  <a:pt x="62378" y="0"/>
                </a:moveTo>
                <a:lnTo>
                  <a:pt x="0" y="0"/>
                </a:lnTo>
                <a:lnTo>
                  <a:pt x="0" y="8688"/>
                </a:lnTo>
                <a:lnTo>
                  <a:pt x="62378" y="8688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8397024" y="4854879"/>
            <a:ext cx="318135" cy="62230"/>
          </a:xfrm>
          <a:custGeom>
            <a:avLst/>
            <a:gdLst/>
            <a:ahLst/>
            <a:cxnLst/>
            <a:rect l="l" t="t" r="r" b="b"/>
            <a:pathLst>
              <a:path w="318134" h="62229">
                <a:moveTo>
                  <a:pt x="48120" y="18224"/>
                </a:moveTo>
                <a:lnTo>
                  <a:pt x="32156" y="0"/>
                </a:lnTo>
                <a:lnTo>
                  <a:pt x="24587" y="0"/>
                </a:lnTo>
                <a:lnTo>
                  <a:pt x="8801" y="11328"/>
                </a:lnTo>
                <a:lnTo>
                  <a:pt x="8801" y="11493"/>
                </a:lnTo>
                <a:lnTo>
                  <a:pt x="8547" y="11874"/>
                </a:lnTo>
                <a:lnTo>
                  <a:pt x="8572" y="1333"/>
                </a:lnTo>
                <a:lnTo>
                  <a:pt x="0" y="1333"/>
                </a:lnTo>
                <a:lnTo>
                  <a:pt x="0" y="60363"/>
                </a:lnTo>
                <a:lnTo>
                  <a:pt x="9359" y="60363"/>
                </a:lnTo>
                <a:lnTo>
                  <a:pt x="9359" y="21424"/>
                </a:lnTo>
                <a:lnTo>
                  <a:pt x="10083" y="18351"/>
                </a:lnTo>
                <a:lnTo>
                  <a:pt x="11239" y="16370"/>
                </a:lnTo>
                <a:lnTo>
                  <a:pt x="12979" y="13385"/>
                </a:lnTo>
                <a:lnTo>
                  <a:pt x="14922" y="11493"/>
                </a:lnTo>
                <a:lnTo>
                  <a:pt x="19621" y="9004"/>
                </a:lnTo>
                <a:lnTo>
                  <a:pt x="19354" y="9004"/>
                </a:lnTo>
                <a:lnTo>
                  <a:pt x="22580" y="8242"/>
                </a:lnTo>
                <a:lnTo>
                  <a:pt x="30073" y="8242"/>
                </a:lnTo>
                <a:lnTo>
                  <a:pt x="33375" y="9664"/>
                </a:lnTo>
                <a:lnTo>
                  <a:pt x="37693" y="15379"/>
                </a:lnTo>
                <a:lnTo>
                  <a:pt x="38760" y="19558"/>
                </a:lnTo>
                <a:lnTo>
                  <a:pt x="38760" y="60363"/>
                </a:lnTo>
                <a:lnTo>
                  <a:pt x="48120" y="60363"/>
                </a:lnTo>
                <a:lnTo>
                  <a:pt x="48120" y="18224"/>
                </a:lnTo>
                <a:close/>
              </a:path>
              <a:path w="318134" h="62229">
                <a:moveTo>
                  <a:pt x="117297" y="24358"/>
                </a:moveTo>
                <a:lnTo>
                  <a:pt x="116433" y="20002"/>
                </a:lnTo>
                <a:lnTo>
                  <a:pt x="116382" y="19786"/>
                </a:lnTo>
                <a:lnTo>
                  <a:pt x="116268" y="19189"/>
                </a:lnTo>
                <a:lnTo>
                  <a:pt x="107048" y="5054"/>
                </a:lnTo>
                <a:lnTo>
                  <a:pt x="107048" y="25501"/>
                </a:lnTo>
                <a:lnTo>
                  <a:pt x="74295" y="25501"/>
                </a:lnTo>
                <a:lnTo>
                  <a:pt x="75120" y="20002"/>
                </a:lnTo>
                <a:lnTo>
                  <a:pt x="76987" y="15875"/>
                </a:lnTo>
                <a:lnTo>
                  <a:pt x="82854" y="10299"/>
                </a:lnTo>
                <a:lnTo>
                  <a:pt x="86588" y="8902"/>
                </a:lnTo>
                <a:lnTo>
                  <a:pt x="95504" y="8902"/>
                </a:lnTo>
                <a:lnTo>
                  <a:pt x="106959" y="24358"/>
                </a:lnTo>
                <a:lnTo>
                  <a:pt x="107048" y="25501"/>
                </a:lnTo>
                <a:lnTo>
                  <a:pt x="107048" y="5054"/>
                </a:lnTo>
                <a:lnTo>
                  <a:pt x="100888" y="1282"/>
                </a:lnTo>
                <a:lnTo>
                  <a:pt x="101053" y="1282"/>
                </a:lnTo>
                <a:lnTo>
                  <a:pt x="96240" y="0"/>
                </a:lnTo>
                <a:lnTo>
                  <a:pt x="85699" y="0"/>
                </a:lnTo>
                <a:lnTo>
                  <a:pt x="64490" y="37084"/>
                </a:lnTo>
                <a:lnTo>
                  <a:pt x="65595" y="42532"/>
                </a:lnTo>
                <a:lnTo>
                  <a:pt x="85991" y="61709"/>
                </a:lnTo>
                <a:lnTo>
                  <a:pt x="97802" y="61709"/>
                </a:lnTo>
                <a:lnTo>
                  <a:pt x="103098" y="60020"/>
                </a:lnTo>
                <a:lnTo>
                  <a:pt x="111785" y="53263"/>
                </a:lnTo>
                <a:lnTo>
                  <a:pt x="112102" y="52793"/>
                </a:lnTo>
                <a:lnTo>
                  <a:pt x="114731" y="48933"/>
                </a:lnTo>
                <a:lnTo>
                  <a:pt x="116293" y="43662"/>
                </a:lnTo>
                <a:lnTo>
                  <a:pt x="106273" y="42875"/>
                </a:lnTo>
                <a:lnTo>
                  <a:pt x="105308" y="45847"/>
                </a:lnTo>
                <a:lnTo>
                  <a:pt x="103581" y="48247"/>
                </a:lnTo>
                <a:lnTo>
                  <a:pt x="98602" y="51879"/>
                </a:lnTo>
                <a:lnTo>
                  <a:pt x="95427" y="52793"/>
                </a:lnTo>
                <a:lnTo>
                  <a:pt x="86436" y="52793"/>
                </a:lnTo>
                <a:lnTo>
                  <a:pt x="82372" y="51193"/>
                </a:lnTo>
                <a:lnTo>
                  <a:pt x="76365" y="44805"/>
                </a:lnTo>
                <a:lnTo>
                  <a:pt x="74676" y="40055"/>
                </a:lnTo>
                <a:lnTo>
                  <a:pt x="74295" y="33743"/>
                </a:lnTo>
                <a:lnTo>
                  <a:pt x="117297" y="33743"/>
                </a:lnTo>
                <a:lnTo>
                  <a:pt x="117297" y="25501"/>
                </a:lnTo>
                <a:lnTo>
                  <a:pt x="117297" y="24358"/>
                </a:lnTo>
                <a:close/>
              </a:path>
              <a:path w="318134" h="62229">
                <a:moveTo>
                  <a:pt x="185572" y="1333"/>
                </a:moveTo>
                <a:lnTo>
                  <a:pt x="175323" y="1333"/>
                </a:lnTo>
                <a:lnTo>
                  <a:pt x="157734" y="50787"/>
                </a:lnTo>
                <a:lnTo>
                  <a:pt x="140131" y="1333"/>
                </a:lnTo>
                <a:lnTo>
                  <a:pt x="129882" y="1333"/>
                </a:lnTo>
                <a:lnTo>
                  <a:pt x="151828" y="60363"/>
                </a:lnTo>
                <a:lnTo>
                  <a:pt x="163639" y="60363"/>
                </a:lnTo>
                <a:lnTo>
                  <a:pt x="185572" y="1333"/>
                </a:lnTo>
                <a:close/>
              </a:path>
              <a:path w="318134" h="62229">
                <a:moveTo>
                  <a:pt x="250964" y="24358"/>
                </a:moveTo>
                <a:lnTo>
                  <a:pt x="250101" y="20002"/>
                </a:lnTo>
                <a:lnTo>
                  <a:pt x="250050" y="19786"/>
                </a:lnTo>
                <a:lnTo>
                  <a:pt x="249936" y="19189"/>
                </a:lnTo>
                <a:lnTo>
                  <a:pt x="240715" y="5054"/>
                </a:lnTo>
                <a:lnTo>
                  <a:pt x="240715" y="25501"/>
                </a:lnTo>
                <a:lnTo>
                  <a:pt x="207962" y="25501"/>
                </a:lnTo>
                <a:lnTo>
                  <a:pt x="208788" y="20002"/>
                </a:lnTo>
                <a:lnTo>
                  <a:pt x="210654" y="15875"/>
                </a:lnTo>
                <a:lnTo>
                  <a:pt x="216522" y="10299"/>
                </a:lnTo>
                <a:lnTo>
                  <a:pt x="220256" y="8902"/>
                </a:lnTo>
                <a:lnTo>
                  <a:pt x="229171" y="8902"/>
                </a:lnTo>
                <a:lnTo>
                  <a:pt x="240626" y="24358"/>
                </a:lnTo>
                <a:lnTo>
                  <a:pt x="240715" y="25501"/>
                </a:lnTo>
                <a:lnTo>
                  <a:pt x="240715" y="5054"/>
                </a:lnTo>
                <a:lnTo>
                  <a:pt x="234556" y="1282"/>
                </a:lnTo>
                <a:lnTo>
                  <a:pt x="234721" y="1282"/>
                </a:lnTo>
                <a:lnTo>
                  <a:pt x="229908" y="0"/>
                </a:lnTo>
                <a:lnTo>
                  <a:pt x="219367" y="0"/>
                </a:lnTo>
                <a:lnTo>
                  <a:pt x="198170" y="37084"/>
                </a:lnTo>
                <a:lnTo>
                  <a:pt x="199263" y="42532"/>
                </a:lnTo>
                <a:lnTo>
                  <a:pt x="219659" y="61709"/>
                </a:lnTo>
                <a:lnTo>
                  <a:pt x="231470" y="61709"/>
                </a:lnTo>
                <a:lnTo>
                  <a:pt x="236766" y="60020"/>
                </a:lnTo>
                <a:lnTo>
                  <a:pt x="245452" y="53263"/>
                </a:lnTo>
                <a:lnTo>
                  <a:pt x="245770" y="52793"/>
                </a:lnTo>
                <a:lnTo>
                  <a:pt x="248399" y="48933"/>
                </a:lnTo>
                <a:lnTo>
                  <a:pt x="249961" y="43662"/>
                </a:lnTo>
                <a:lnTo>
                  <a:pt x="239941" y="42875"/>
                </a:lnTo>
                <a:lnTo>
                  <a:pt x="238975" y="45847"/>
                </a:lnTo>
                <a:lnTo>
                  <a:pt x="237248" y="48247"/>
                </a:lnTo>
                <a:lnTo>
                  <a:pt x="232270" y="51879"/>
                </a:lnTo>
                <a:lnTo>
                  <a:pt x="229095" y="52793"/>
                </a:lnTo>
                <a:lnTo>
                  <a:pt x="220103" y="52793"/>
                </a:lnTo>
                <a:lnTo>
                  <a:pt x="216039" y="51193"/>
                </a:lnTo>
                <a:lnTo>
                  <a:pt x="210032" y="44805"/>
                </a:lnTo>
                <a:lnTo>
                  <a:pt x="208343" y="40055"/>
                </a:lnTo>
                <a:lnTo>
                  <a:pt x="207962" y="33743"/>
                </a:lnTo>
                <a:lnTo>
                  <a:pt x="250964" y="33743"/>
                </a:lnTo>
                <a:lnTo>
                  <a:pt x="250964" y="25501"/>
                </a:lnTo>
                <a:lnTo>
                  <a:pt x="250964" y="24358"/>
                </a:lnTo>
                <a:close/>
              </a:path>
              <a:path w="318134" h="62229">
                <a:moveTo>
                  <a:pt x="318135" y="1333"/>
                </a:moveTo>
                <a:lnTo>
                  <a:pt x="301752" y="1333"/>
                </a:lnTo>
                <a:lnTo>
                  <a:pt x="298373" y="2578"/>
                </a:lnTo>
                <a:lnTo>
                  <a:pt x="293331" y="7556"/>
                </a:lnTo>
                <a:lnTo>
                  <a:pt x="291769" y="11353"/>
                </a:lnTo>
                <a:lnTo>
                  <a:pt x="291807" y="12674"/>
                </a:lnTo>
                <a:lnTo>
                  <a:pt x="291744" y="11531"/>
                </a:lnTo>
                <a:lnTo>
                  <a:pt x="291642" y="9575"/>
                </a:lnTo>
                <a:lnTo>
                  <a:pt x="291376" y="5003"/>
                </a:lnTo>
                <a:lnTo>
                  <a:pt x="291249" y="2578"/>
                </a:lnTo>
                <a:lnTo>
                  <a:pt x="291172" y="1333"/>
                </a:lnTo>
                <a:lnTo>
                  <a:pt x="268008" y="1333"/>
                </a:lnTo>
                <a:lnTo>
                  <a:pt x="268008" y="9575"/>
                </a:lnTo>
                <a:lnTo>
                  <a:pt x="283375" y="9575"/>
                </a:lnTo>
                <a:lnTo>
                  <a:pt x="283375" y="52120"/>
                </a:lnTo>
                <a:lnTo>
                  <a:pt x="268008" y="52120"/>
                </a:lnTo>
                <a:lnTo>
                  <a:pt x="268008" y="60363"/>
                </a:lnTo>
                <a:lnTo>
                  <a:pt x="311442" y="60363"/>
                </a:lnTo>
                <a:lnTo>
                  <a:pt x="311442" y="56578"/>
                </a:lnTo>
                <a:lnTo>
                  <a:pt x="311442" y="52120"/>
                </a:lnTo>
                <a:lnTo>
                  <a:pt x="292735" y="52120"/>
                </a:lnTo>
                <a:lnTo>
                  <a:pt x="292735" y="21463"/>
                </a:lnTo>
                <a:lnTo>
                  <a:pt x="303199" y="9791"/>
                </a:lnTo>
                <a:lnTo>
                  <a:pt x="318135" y="9791"/>
                </a:lnTo>
                <a:lnTo>
                  <a:pt x="318135" y="1333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8793213" y="4836045"/>
            <a:ext cx="524510" cy="96520"/>
          </a:xfrm>
          <a:custGeom>
            <a:avLst/>
            <a:gdLst/>
            <a:ahLst/>
            <a:cxnLst/>
            <a:rect l="l" t="t" r="r" b="b"/>
            <a:pathLst>
              <a:path w="524509" h="96520">
                <a:moveTo>
                  <a:pt x="52273" y="114"/>
                </a:moveTo>
                <a:lnTo>
                  <a:pt x="42913" y="114"/>
                </a:lnTo>
                <a:lnTo>
                  <a:pt x="42913" y="28168"/>
                </a:lnTo>
                <a:lnTo>
                  <a:pt x="42913" y="45085"/>
                </a:lnTo>
                <a:lnTo>
                  <a:pt x="42913" y="54140"/>
                </a:lnTo>
                <a:lnTo>
                  <a:pt x="42227" y="58026"/>
                </a:lnTo>
                <a:lnTo>
                  <a:pt x="29324" y="71628"/>
                </a:lnTo>
                <a:lnTo>
                  <a:pt x="20777" y="71628"/>
                </a:lnTo>
                <a:lnTo>
                  <a:pt x="16865" y="69659"/>
                </a:lnTo>
                <a:lnTo>
                  <a:pt x="11150" y="61785"/>
                </a:lnTo>
                <a:lnTo>
                  <a:pt x="9715" y="56438"/>
                </a:lnTo>
                <a:lnTo>
                  <a:pt x="9715" y="42849"/>
                </a:lnTo>
                <a:lnTo>
                  <a:pt x="11036" y="37909"/>
                </a:lnTo>
                <a:lnTo>
                  <a:pt x="11150" y="37490"/>
                </a:lnTo>
                <a:lnTo>
                  <a:pt x="16865" y="29692"/>
                </a:lnTo>
                <a:lnTo>
                  <a:pt x="20713" y="27736"/>
                </a:lnTo>
                <a:lnTo>
                  <a:pt x="29171" y="27736"/>
                </a:lnTo>
                <a:lnTo>
                  <a:pt x="32626" y="28702"/>
                </a:lnTo>
                <a:lnTo>
                  <a:pt x="32435" y="28702"/>
                </a:lnTo>
                <a:lnTo>
                  <a:pt x="37490" y="32105"/>
                </a:lnTo>
                <a:lnTo>
                  <a:pt x="39471" y="34607"/>
                </a:lnTo>
                <a:lnTo>
                  <a:pt x="42227" y="41148"/>
                </a:lnTo>
                <a:lnTo>
                  <a:pt x="42913" y="45085"/>
                </a:lnTo>
                <a:lnTo>
                  <a:pt x="42913" y="28168"/>
                </a:lnTo>
                <a:lnTo>
                  <a:pt x="28397" y="18834"/>
                </a:lnTo>
                <a:lnTo>
                  <a:pt x="20002" y="18834"/>
                </a:lnTo>
                <a:lnTo>
                  <a:pt x="0" y="56438"/>
                </a:lnTo>
                <a:lnTo>
                  <a:pt x="939" y="61455"/>
                </a:lnTo>
                <a:lnTo>
                  <a:pt x="20002" y="80543"/>
                </a:lnTo>
                <a:lnTo>
                  <a:pt x="28321" y="80543"/>
                </a:lnTo>
                <a:lnTo>
                  <a:pt x="43446" y="70764"/>
                </a:lnTo>
                <a:lnTo>
                  <a:pt x="43484" y="71628"/>
                </a:lnTo>
                <a:lnTo>
                  <a:pt x="43599" y="74231"/>
                </a:lnTo>
                <a:lnTo>
                  <a:pt x="43688" y="76441"/>
                </a:lnTo>
                <a:lnTo>
                  <a:pt x="43802" y="79273"/>
                </a:lnTo>
                <a:lnTo>
                  <a:pt x="52273" y="79273"/>
                </a:lnTo>
                <a:lnTo>
                  <a:pt x="52273" y="65836"/>
                </a:lnTo>
                <a:lnTo>
                  <a:pt x="52273" y="32867"/>
                </a:lnTo>
                <a:lnTo>
                  <a:pt x="52273" y="114"/>
                </a:lnTo>
                <a:close/>
              </a:path>
              <a:path w="524509" h="96520">
                <a:moveTo>
                  <a:pt x="103847" y="0"/>
                </a:moveTo>
                <a:lnTo>
                  <a:pt x="94043" y="0"/>
                </a:lnTo>
                <a:lnTo>
                  <a:pt x="94043" y="10922"/>
                </a:lnTo>
                <a:lnTo>
                  <a:pt x="103847" y="10922"/>
                </a:lnTo>
                <a:lnTo>
                  <a:pt x="103847" y="0"/>
                </a:lnTo>
                <a:close/>
              </a:path>
              <a:path w="524509" h="96520">
                <a:moveTo>
                  <a:pt x="124675" y="70954"/>
                </a:moveTo>
                <a:lnTo>
                  <a:pt x="104292" y="70954"/>
                </a:lnTo>
                <a:lnTo>
                  <a:pt x="104292" y="28409"/>
                </a:lnTo>
                <a:lnTo>
                  <a:pt x="104292" y="23837"/>
                </a:lnTo>
                <a:lnTo>
                  <a:pt x="104292" y="20167"/>
                </a:lnTo>
                <a:lnTo>
                  <a:pt x="72313" y="20167"/>
                </a:lnTo>
                <a:lnTo>
                  <a:pt x="72313" y="28409"/>
                </a:lnTo>
                <a:lnTo>
                  <a:pt x="94932" y="28409"/>
                </a:lnTo>
                <a:lnTo>
                  <a:pt x="94932" y="70954"/>
                </a:lnTo>
                <a:lnTo>
                  <a:pt x="71208" y="70954"/>
                </a:lnTo>
                <a:lnTo>
                  <a:pt x="71208" y="79197"/>
                </a:lnTo>
                <a:lnTo>
                  <a:pt x="124675" y="79197"/>
                </a:lnTo>
                <a:lnTo>
                  <a:pt x="124675" y="70954"/>
                </a:lnTo>
                <a:close/>
              </a:path>
              <a:path w="524509" h="96520">
                <a:moveTo>
                  <a:pt x="189280" y="20167"/>
                </a:moveTo>
                <a:lnTo>
                  <a:pt x="172910" y="20167"/>
                </a:lnTo>
                <a:lnTo>
                  <a:pt x="169519" y="21412"/>
                </a:lnTo>
                <a:lnTo>
                  <a:pt x="164477" y="26390"/>
                </a:lnTo>
                <a:lnTo>
                  <a:pt x="162915" y="30187"/>
                </a:lnTo>
                <a:lnTo>
                  <a:pt x="162966" y="31508"/>
                </a:lnTo>
                <a:lnTo>
                  <a:pt x="162890" y="30365"/>
                </a:lnTo>
                <a:lnTo>
                  <a:pt x="162788" y="28409"/>
                </a:lnTo>
                <a:lnTo>
                  <a:pt x="162534" y="23837"/>
                </a:lnTo>
                <a:lnTo>
                  <a:pt x="162394" y="21412"/>
                </a:lnTo>
                <a:lnTo>
                  <a:pt x="162318" y="20167"/>
                </a:lnTo>
                <a:lnTo>
                  <a:pt x="139153" y="20167"/>
                </a:lnTo>
                <a:lnTo>
                  <a:pt x="139153" y="28409"/>
                </a:lnTo>
                <a:lnTo>
                  <a:pt x="154520" y="28409"/>
                </a:lnTo>
                <a:lnTo>
                  <a:pt x="154520" y="70954"/>
                </a:lnTo>
                <a:lnTo>
                  <a:pt x="139153" y="70954"/>
                </a:lnTo>
                <a:lnTo>
                  <a:pt x="139153" y="79197"/>
                </a:lnTo>
                <a:lnTo>
                  <a:pt x="182600" y="79197"/>
                </a:lnTo>
                <a:lnTo>
                  <a:pt x="182600" y="75412"/>
                </a:lnTo>
                <a:lnTo>
                  <a:pt x="182600" y="70954"/>
                </a:lnTo>
                <a:lnTo>
                  <a:pt x="163880" y="70954"/>
                </a:lnTo>
                <a:lnTo>
                  <a:pt x="163880" y="40297"/>
                </a:lnTo>
                <a:lnTo>
                  <a:pt x="174358" y="28625"/>
                </a:lnTo>
                <a:lnTo>
                  <a:pt x="189280" y="28625"/>
                </a:lnTo>
                <a:lnTo>
                  <a:pt x="189280" y="20167"/>
                </a:lnTo>
                <a:close/>
              </a:path>
              <a:path w="524509" h="96520">
                <a:moveTo>
                  <a:pt x="255778" y="43192"/>
                </a:moveTo>
                <a:lnTo>
                  <a:pt x="254914" y="38836"/>
                </a:lnTo>
                <a:lnTo>
                  <a:pt x="254876" y="38620"/>
                </a:lnTo>
                <a:lnTo>
                  <a:pt x="254749" y="38023"/>
                </a:lnTo>
                <a:lnTo>
                  <a:pt x="245529" y="23888"/>
                </a:lnTo>
                <a:lnTo>
                  <a:pt x="245529" y="44335"/>
                </a:lnTo>
                <a:lnTo>
                  <a:pt x="212788" y="44335"/>
                </a:lnTo>
                <a:lnTo>
                  <a:pt x="213601" y="38836"/>
                </a:lnTo>
                <a:lnTo>
                  <a:pt x="215468" y="34709"/>
                </a:lnTo>
                <a:lnTo>
                  <a:pt x="221335" y="29133"/>
                </a:lnTo>
                <a:lnTo>
                  <a:pt x="225069" y="27736"/>
                </a:lnTo>
                <a:lnTo>
                  <a:pt x="233984" y="27736"/>
                </a:lnTo>
                <a:lnTo>
                  <a:pt x="245440" y="43192"/>
                </a:lnTo>
                <a:lnTo>
                  <a:pt x="245529" y="44335"/>
                </a:lnTo>
                <a:lnTo>
                  <a:pt x="245529" y="23888"/>
                </a:lnTo>
                <a:lnTo>
                  <a:pt x="239382" y="20116"/>
                </a:lnTo>
                <a:lnTo>
                  <a:pt x="239534" y="20116"/>
                </a:lnTo>
                <a:lnTo>
                  <a:pt x="234721" y="18834"/>
                </a:lnTo>
                <a:lnTo>
                  <a:pt x="224180" y="18834"/>
                </a:lnTo>
                <a:lnTo>
                  <a:pt x="202984" y="55918"/>
                </a:lnTo>
                <a:lnTo>
                  <a:pt x="204076" y="61366"/>
                </a:lnTo>
                <a:lnTo>
                  <a:pt x="224472" y="80543"/>
                </a:lnTo>
                <a:lnTo>
                  <a:pt x="236283" y="80543"/>
                </a:lnTo>
                <a:lnTo>
                  <a:pt x="241579" y="78854"/>
                </a:lnTo>
                <a:lnTo>
                  <a:pt x="250266" y="72097"/>
                </a:lnTo>
                <a:lnTo>
                  <a:pt x="250583" y="71628"/>
                </a:lnTo>
                <a:lnTo>
                  <a:pt x="253212" y="67767"/>
                </a:lnTo>
                <a:lnTo>
                  <a:pt x="254774" y="62496"/>
                </a:lnTo>
                <a:lnTo>
                  <a:pt x="244754" y="61709"/>
                </a:lnTo>
                <a:lnTo>
                  <a:pt x="243789" y="64681"/>
                </a:lnTo>
                <a:lnTo>
                  <a:pt x="242062" y="67081"/>
                </a:lnTo>
                <a:lnTo>
                  <a:pt x="237083" y="70713"/>
                </a:lnTo>
                <a:lnTo>
                  <a:pt x="233908" y="71628"/>
                </a:lnTo>
                <a:lnTo>
                  <a:pt x="224929" y="71628"/>
                </a:lnTo>
                <a:lnTo>
                  <a:pt x="220853" y="70027"/>
                </a:lnTo>
                <a:lnTo>
                  <a:pt x="214845" y="63639"/>
                </a:lnTo>
                <a:lnTo>
                  <a:pt x="213156" y="58889"/>
                </a:lnTo>
                <a:lnTo>
                  <a:pt x="212788" y="52578"/>
                </a:lnTo>
                <a:lnTo>
                  <a:pt x="255778" y="52578"/>
                </a:lnTo>
                <a:lnTo>
                  <a:pt x="255778" y="44335"/>
                </a:lnTo>
                <a:lnTo>
                  <a:pt x="255778" y="43192"/>
                </a:lnTo>
                <a:close/>
              </a:path>
              <a:path w="524509" h="96520">
                <a:moveTo>
                  <a:pt x="322948" y="58928"/>
                </a:moveTo>
                <a:lnTo>
                  <a:pt x="313143" y="58267"/>
                </a:lnTo>
                <a:lnTo>
                  <a:pt x="312254" y="62712"/>
                </a:lnTo>
                <a:lnTo>
                  <a:pt x="310413" y="66065"/>
                </a:lnTo>
                <a:lnTo>
                  <a:pt x="304850" y="70510"/>
                </a:lnTo>
                <a:lnTo>
                  <a:pt x="301561" y="71628"/>
                </a:lnTo>
                <a:lnTo>
                  <a:pt x="292354" y="71628"/>
                </a:lnTo>
                <a:lnTo>
                  <a:pt x="288099" y="69684"/>
                </a:lnTo>
                <a:lnTo>
                  <a:pt x="281940" y="61887"/>
                </a:lnTo>
                <a:lnTo>
                  <a:pt x="280390" y="56515"/>
                </a:lnTo>
                <a:lnTo>
                  <a:pt x="280390" y="42849"/>
                </a:lnTo>
                <a:lnTo>
                  <a:pt x="281940" y="37490"/>
                </a:lnTo>
                <a:lnTo>
                  <a:pt x="288099" y="29692"/>
                </a:lnTo>
                <a:lnTo>
                  <a:pt x="292354" y="27736"/>
                </a:lnTo>
                <a:lnTo>
                  <a:pt x="301561" y="27736"/>
                </a:lnTo>
                <a:lnTo>
                  <a:pt x="304774" y="28803"/>
                </a:lnTo>
                <a:lnTo>
                  <a:pt x="310045" y="33032"/>
                </a:lnTo>
                <a:lnTo>
                  <a:pt x="311810" y="36055"/>
                </a:lnTo>
                <a:lnTo>
                  <a:pt x="312699" y="39992"/>
                </a:lnTo>
                <a:lnTo>
                  <a:pt x="322503" y="39319"/>
                </a:lnTo>
                <a:lnTo>
                  <a:pt x="302158" y="18834"/>
                </a:lnTo>
                <a:lnTo>
                  <a:pt x="292277" y="18834"/>
                </a:lnTo>
                <a:lnTo>
                  <a:pt x="270598" y="43446"/>
                </a:lnTo>
                <a:lnTo>
                  <a:pt x="270598" y="55918"/>
                </a:lnTo>
                <a:lnTo>
                  <a:pt x="292277" y="80543"/>
                </a:lnTo>
                <a:lnTo>
                  <a:pt x="297776" y="80543"/>
                </a:lnTo>
                <a:lnTo>
                  <a:pt x="302158" y="80543"/>
                </a:lnTo>
                <a:lnTo>
                  <a:pt x="322135" y="63309"/>
                </a:lnTo>
                <a:lnTo>
                  <a:pt x="322948" y="58928"/>
                </a:lnTo>
                <a:close/>
              </a:path>
              <a:path w="524509" h="96520">
                <a:moveTo>
                  <a:pt x="387553" y="20167"/>
                </a:moveTo>
                <a:lnTo>
                  <a:pt x="364045" y="20167"/>
                </a:lnTo>
                <a:lnTo>
                  <a:pt x="364045" y="6350"/>
                </a:lnTo>
                <a:lnTo>
                  <a:pt x="354698" y="6350"/>
                </a:lnTo>
                <a:lnTo>
                  <a:pt x="354698" y="20167"/>
                </a:lnTo>
                <a:lnTo>
                  <a:pt x="335203" y="20167"/>
                </a:lnTo>
                <a:lnTo>
                  <a:pt x="335203" y="28409"/>
                </a:lnTo>
                <a:lnTo>
                  <a:pt x="354698" y="28409"/>
                </a:lnTo>
                <a:lnTo>
                  <a:pt x="354698" y="68440"/>
                </a:lnTo>
                <a:lnTo>
                  <a:pt x="356108" y="72517"/>
                </a:lnTo>
                <a:lnTo>
                  <a:pt x="361746" y="77863"/>
                </a:lnTo>
                <a:lnTo>
                  <a:pt x="366014" y="79197"/>
                </a:lnTo>
                <a:lnTo>
                  <a:pt x="387553" y="79197"/>
                </a:lnTo>
                <a:lnTo>
                  <a:pt x="387553" y="70954"/>
                </a:lnTo>
                <a:lnTo>
                  <a:pt x="369138" y="70954"/>
                </a:lnTo>
                <a:lnTo>
                  <a:pt x="367207" y="70307"/>
                </a:lnTo>
                <a:lnTo>
                  <a:pt x="364680" y="67716"/>
                </a:lnTo>
                <a:lnTo>
                  <a:pt x="364045" y="65684"/>
                </a:lnTo>
                <a:lnTo>
                  <a:pt x="364045" y="28409"/>
                </a:lnTo>
                <a:lnTo>
                  <a:pt x="387553" y="28409"/>
                </a:lnTo>
                <a:lnTo>
                  <a:pt x="387553" y="20167"/>
                </a:lnTo>
                <a:close/>
              </a:path>
              <a:path w="524509" h="96520">
                <a:moveTo>
                  <a:pt x="456615" y="70954"/>
                </a:moveTo>
                <a:lnTo>
                  <a:pt x="436232" y="70954"/>
                </a:lnTo>
                <a:lnTo>
                  <a:pt x="436232" y="11176"/>
                </a:lnTo>
                <a:lnTo>
                  <a:pt x="434835" y="7073"/>
                </a:lnTo>
                <a:lnTo>
                  <a:pt x="429272" y="1511"/>
                </a:lnTo>
                <a:lnTo>
                  <a:pt x="425170" y="114"/>
                </a:lnTo>
                <a:lnTo>
                  <a:pt x="405371" y="114"/>
                </a:lnTo>
                <a:lnTo>
                  <a:pt x="405371" y="8356"/>
                </a:lnTo>
                <a:lnTo>
                  <a:pt x="421678" y="8356"/>
                </a:lnTo>
                <a:lnTo>
                  <a:pt x="423532" y="9029"/>
                </a:lnTo>
                <a:lnTo>
                  <a:pt x="426199" y="11696"/>
                </a:lnTo>
                <a:lnTo>
                  <a:pt x="426872" y="13550"/>
                </a:lnTo>
                <a:lnTo>
                  <a:pt x="426872" y="70954"/>
                </a:lnTo>
                <a:lnTo>
                  <a:pt x="403148" y="70954"/>
                </a:lnTo>
                <a:lnTo>
                  <a:pt x="403148" y="79197"/>
                </a:lnTo>
                <a:lnTo>
                  <a:pt x="456615" y="79197"/>
                </a:lnTo>
                <a:lnTo>
                  <a:pt x="456615" y="75857"/>
                </a:lnTo>
                <a:lnTo>
                  <a:pt x="456615" y="70954"/>
                </a:lnTo>
                <a:close/>
              </a:path>
              <a:path w="524509" h="96520">
                <a:moveTo>
                  <a:pt x="524344" y="20167"/>
                </a:moveTo>
                <a:lnTo>
                  <a:pt x="514096" y="20167"/>
                </a:lnTo>
                <a:lnTo>
                  <a:pt x="497268" y="69405"/>
                </a:lnTo>
                <a:lnTo>
                  <a:pt x="479336" y="20167"/>
                </a:lnTo>
                <a:lnTo>
                  <a:pt x="469087" y="20167"/>
                </a:lnTo>
                <a:lnTo>
                  <a:pt x="491032" y="78092"/>
                </a:lnTo>
                <a:lnTo>
                  <a:pt x="494258" y="78092"/>
                </a:lnTo>
                <a:lnTo>
                  <a:pt x="491629" y="85064"/>
                </a:lnTo>
                <a:lnTo>
                  <a:pt x="490867" y="86093"/>
                </a:lnTo>
                <a:lnTo>
                  <a:pt x="488861" y="87350"/>
                </a:lnTo>
                <a:lnTo>
                  <a:pt x="487324" y="87668"/>
                </a:lnTo>
                <a:lnTo>
                  <a:pt x="478447" y="87668"/>
                </a:lnTo>
                <a:lnTo>
                  <a:pt x="478447" y="95910"/>
                </a:lnTo>
                <a:lnTo>
                  <a:pt x="490067" y="95910"/>
                </a:lnTo>
                <a:lnTo>
                  <a:pt x="493153" y="95173"/>
                </a:lnTo>
                <a:lnTo>
                  <a:pt x="497611" y="92202"/>
                </a:lnTo>
                <a:lnTo>
                  <a:pt x="499275" y="89865"/>
                </a:lnTo>
                <a:lnTo>
                  <a:pt x="524344" y="20167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7" name="object 297"/>
          <p:cNvPicPr/>
          <p:nvPr/>
        </p:nvPicPr>
        <p:blipFill>
          <a:blip r:embed="rId170" cstate="print"/>
          <a:stretch>
            <a:fillRect/>
          </a:stretch>
        </p:blipFill>
        <p:spPr>
          <a:xfrm>
            <a:off x="9397203" y="4836156"/>
            <a:ext cx="584462" cy="80424"/>
          </a:xfrm>
          <a:prstGeom prst="rect">
            <a:avLst/>
          </a:prstGeom>
        </p:spPr>
      </p:pic>
      <p:sp>
        <p:nvSpPr>
          <p:cNvPr id="298" name="object 298"/>
          <p:cNvSpPr/>
          <p:nvPr/>
        </p:nvSpPr>
        <p:spPr>
          <a:xfrm>
            <a:off x="5586653" y="5021960"/>
            <a:ext cx="118745" cy="62230"/>
          </a:xfrm>
          <a:custGeom>
            <a:avLst/>
            <a:gdLst/>
            <a:ahLst/>
            <a:cxnLst/>
            <a:rect l="l" t="t" r="r" b="b"/>
            <a:pathLst>
              <a:path w="118745" h="62229">
                <a:moveTo>
                  <a:pt x="56349" y="60185"/>
                </a:moveTo>
                <a:lnTo>
                  <a:pt x="55245" y="60185"/>
                </a:lnTo>
                <a:lnTo>
                  <a:pt x="55245" y="52133"/>
                </a:lnTo>
                <a:lnTo>
                  <a:pt x="50279" y="52133"/>
                </a:lnTo>
                <a:lnTo>
                  <a:pt x="49377" y="51866"/>
                </a:lnTo>
                <a:lnTo>
                  <a:pt x="48234" y="50863"/>
                </a:lnTo>
                <a:lnTo>
                  <a:pt x="47942" y="50038"/>
                </a:lnTo>
                <a:lnTo>
                  <a:pt x="47891" y="48348"/>
                </a:lnTo>
                <a:lnTo>
                  <a:pt x="47891" y="31851"/>
                </a:lnTo>
                <a:lnTo>
                  <a:pt x="47891" y="16560"/>
                </a:lnTo>
                <a:lnTo>
                  <a:pt x="45923" y="10680"/>
                </a:lnTo>
                <a:lnTo>
                  <a:pt x="44297" y="8915"/>
                </a:lnTo>
                <a:lnTo>
                  <a:pt x="38061" y="2133"/>
                </a:lnTo>
                <a:lnTo>
                  <a:pt x="32524" y="0"/>
                </a:lnTo>
                <a:lnTo>
                  <a:pt x="18707" y="0"/>
                </a:lnTo>
                <a:lnTo>
                  <a:pt x="13271" y="1727"/>
                </a:lnTo>
                <a:lnTo>
                  <a:pt x="4876" y="8636"/>
                </a:lnTo>
                <a:lnTo>
                  <a:pt x="2222" y="13144"/>
                </a:lnTo>
                <a:lnTo>
                  <a:pt x="1092" y="18783"/>
                </a:lnTo>
                <a:lnTo>
                  <a:pt x="2070" y="18783"/>
                </a:lnTo>
                <a:lnTo>
                  <a:pt x="11023" y="19494"/>
                </a:lnTo>
                <a:lnTo>
                  <a:pt x="21310" y="8915"/>
                </a:lnTo>
                <a:lnTo>
                  <a:pt x="29629" y="8915"/>
                </a:lnTo>
                <a:lnTo>
                  <a:pt x="32880" y="10134"/>
                </a:lnTo>
                <a:lnTo>
                  <a:pt x="37414" y="15036"/>
                </a:lnTo>
                <a:lnTo>
                  <a:pt x="38544" y="18783"/>
                </a:lnTo>
                <a:lnTo>
                  <a:pt x="38544" y="23837"/>
                </a:lnTo>
                <a:lnTo>
                  <a:pt x="38544" y="31851"/>
                </a:lnTo>
                <a:lnTo>
                  <a:pt x="24511" y="53467"/>
                </a:lnTo>
                <a:lnTo>
                  <a:pt x="17157" y="53467"/>
                </a:lnTo>
                <a:lnTo>
                  <a:pt x="14782" y="52781"/>
                </a:lnTo>
                <a:lnTo>
                  <a:pt x="14630" y="52781"/>
                </a:lnTo>
                <a:lnTo>
                  <a:pt x="10744" y="49657"/>
                </a:lnTo>
                <a:lnTo>
                  <a:pt x="9804" y="47523"/>
                </a:lnTo>
                <a:lnTo>
                  <a:pt x="9804" y="42329"/>
                </a:lnTo>
                <a:lnTo>
                  <a:pt x="20497" y="35420"/>
                </a:lnTo>
                <a:lnTo>
                  <a:pt x="38544" y="31851"/>
                </a:lnTo>
                <a:lnTo>
                  <a:pt x="38544" y="23837"/>
                </a:lnTo>
                <a:lnTo>
                  <a:pt x="12255" y="29108"/>
                </a:lnTo>
                <a:lnTo>
                  <a:pt x="7518" y="31127"/>
                </a:lnTo>
                <a:lnTo>
                  <a:pt x="1498" y="36703"/>
                </a:lnTo>
                <a:lnTo>
                  <a:pt x="101" y="40335"/>
                </a:lnTo>
                <a:lnTo>
                  <a:pt x="0" y="48856"/>
                </a:lnTo>
                <a:lnTo>
                  <a:pt x="850" y="51663"/>
                </a:lnTo>
                <a:lnTo>
                  <a:pt x="4267" y="56489"/>
                </a:lnTo>
                <a:lnTo>
                  <a:pt x="6604" y="58369"/>
                </a:lnTo>
                <a:lnTo>
                  <a:pt x="12750" y="61137"/>
                </a:lnTo>
                <a:lnTo>
                  <a:pt x="13017" y="61137"/>
                </a:lnTo>
                <a:lnTo>
                  <a:pt x="15887" y="61709"/>
                </a:lnTo>
                <a:lnTo>
                  <a:pt x="23025" y="61709"/>
                </a:lnTo>
                <a:lnTo>
                  <a:pt x="26212" y="61137"/>
                </a:lnTo>
                <a:lnTo>
                  <a:pt x="32156" y="58826"/>
                </a:lnTo>
                <a:lnTo>
                  <a:pt x="34620" y="57238"/>
                </a:lnTo>
                <a:lnTo>
                  <a:pt x="38125" y="53594"/>
                </a:lnTo>
                <a:lnTo>
                  <a:pt x="38252" y="53467"/>
                </a:lnTo>
                <a:lnTo>
                  <a:pt x="38557" y="53149"/>
                </a:lnTo>
                <a:lnTo>
                  <a:pt x="38760" y="52781"/>
                </a:lnTo>
                <a:lnTo>
                  <a:pt x="38696" y="51663"/>
                </a:lnTo>
                <a:lnTo>
                  <a:pt x="38798" y="52133"/>
                </a:lnTo>
                <a:lnTo>
                  <a:pt x="38887" y="52552"/>
                </a:lnTo>
                <a:lnTo>
                  <a:pt x="39116" y="52133"/>
                </a:lnTo>
                <a:lnTo>
                  <a:pt x="39103" y="53594"/>
                </a:lnTo>
                <a:lnTo>
                  <a:pt x="40881" y="57238"/>
                </a:lnTo>
                <a:lnTo>
                  <a:pt x="42202" y="58559"/>
                </a:lnTo>
                <a:lnTo>
                  <a:pt x="45681" y="60185"/>
                </a:lnTo>
                <a:lnTo>
                  <a:pt x="47828" y="60591"/>
                </a:lnTo>
                <a:lnTo>
                  <a:pt x="53924" y="60591"/>
                </a:lnTo>
                <a:lnTo>
                  <a:pt x="56349" y="60185"/>
                </a:lnTo>
                <a:close/>
              </a:path>
              <a:path w="118745" h="62229">
                <a:moveTo>
                  <a:pt x="118745" y="41732"/>
                </a:moveTo>
                <a:lnTo>
                  <a:pt x="92011" y="26809"/>
                </a:lnTo>
                <a:lnTo>
                  <a:pt x="89154" y="26162"/>
                </a:lnTo>
                <a:lnTo>
                  <a:pt x="84836" y="24752"/>
                </a:lnTo>
                <a:lnTo>
                  <a:pt x="83286" y="23799"/>
                </a:lnTo>
                <a:lnTo>
                  <a:pt x="81356" y="21424"/>
                </a:lnTo>
                <a:lnTo>
                  <a:pt x="80873" y="19824"/>
                </a:lnTo>
                <a:lnTo>
                  <a:pt x="80873" y="15290"/>
                </a:lnTo>
                <a:lnTo>
                  <a:pt x="81902" y="13182"/>
                </a:lnTo>
                <a:lnTo>
                  <a:pt x="86067" y="9766"/>
                </a:lnTo>
                <a:lnTo>
                  <a:pt x="89255" y="8915"/>
                </a:lnTo>
                <a:lnTo>
                  <a:pt x="96240" y="8915"/>
                </a:lnTo>
                <a:lnTo>
                  <a:pt x="107823" y="19608"/>
                </a:lnTo>
                <a:lnTo>
                  <a:pt x="117627" y="18935"/>
                </a:lnTo>
                <a:lnTo>
                  <a:pt x="98577" y="0"/>
                </a:lnTo>
                <a:lnTo>
                  <a:pt x="88849" y="0"/>
                </a:lnTo>
                <a:lnTo>
                  <a:pt x="71285" y="14401"/>
                </a:lnTo>
                <a:lnTo>
                  <a:pt x="71285" y="21018"/>
                </a:lnTo>
                <a:lnTo>
                  <a:pt x="97878" y="36385"/>
                </a:lnTo>
                <a:lnTo>
                  <a:pt x="101142" y="37147"/>
                </a:lnTo>
                <a:lnTo>
                  <a:pt x="105600" y="38709"/>
                </a:lnTo>
                <a:lnTo>
                  <a:pt x="107124" y="39649"/>
                </a:lnTo>
                <a:lnTo>
                  <a:pt x="108750" y="41884"/>
                </a:lnTo>
                <a:lnTo>
                  <a:pt x="109156" y="43294"/>
                </a:lnTo>
                <a:lnTo>
                  <a:pt x="109156" y="47675"/>
                </a:lnTo>
                <a:lnTo>
                  <a:pt x="107950" y="49644"/>
                </a:lnTo>
                <a:lnTo>
                  <a:pt x="103124" y="52171"/>
                </a:lnTo>
                <a:lnTo>
                  <a:pt x="99733" y="52793"/>
                </a:lnTo>
                <a:lnTo>
                  <a:pt x="90665" y="52793"/>
                </a:lnTo>
                <a:lnTo>
                  <a:pt x="87007" y="51752"/>
                </a:lnTo>
                <a:lnTo>
                  <a:pt x="81737" y="47599"/>
                </a:lnTo>
                <a:lnTo>
                  <a:pt x="80124" y="44742"/>
                </a:lnTo>
                <a:lnTo>
                  <a:pt x="79527" y="41097"/>
                </a:lnTo>
                <a:lnTo>
                  <a:pt x="69735" y="41770"/>
                </a:lnTo>
                <a:lnTo>
                  <a:pt x="90220" y="61709"/>
                </a:lnTo>
                <a:lnTo>
                  <a:pt x="95351" y="61709"/>
                </a:lnTo>
                <a:lnTo>
                  <a:pt x="99809" y="61709"/>
                </a:lnTo>
                <a:lnTo>
                  <a:pt x="118745" y="48488"/>
                </a:lnTo>
                <a:lnTo>
                  <a:pt x="118745" y="41732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5787161" y="5021960"/>
            <a:ext cx="118745" cy="62230"/>
          </a:xfrm>
          <a:custGeom>
            <a:avLst/>
            <a:gdLst/>
            <a:ahLst/>
            <a:cxnLst/>
            <a:rect l="l" t="t" r="r" b="b"/>
            <a:pathLst>
              <a:path w="118745" h="62229">
                <a:moveTo>
                  <a:pt x="56337" y="60185"/>
                </a:moveTo>
                <a:lnTo>
                  <a:pt x="55245" y="60185"/>
                </a:lnTo>
                <a:lnTo>
                  <a:pt x="55245" y="52133"/>
                </a:lnTo>
                <a:lnTo>
                  <a:pt x="50266" y="52133"/>
                </a:lnTo>
                <a:lnTo>
                  <a:pt x="49377" y="51866"/>
                </a:lnTo>
                <a:lnTo>
                  <a:pt x="48234" y="50863"/>
                </a:lnTo>
                <a:lnTo>
                  <a:pt x="47929" y="50038"/>
                </a:lnTo>
                <a:lnTo>
                  <a:pt x="47891" y="48348"/>
                </a:lnTo>
                <a:lnTo>
                  <a:pt x="47891" y="31851"/>
                </a:lnTo>
                <a:lnTo>
                  <a:pt x="47891" y="16560"/>
                </a:lnTo>
                <a:lnTo>
                  <a:pt x="45923" y="10680"/>
                </a:lnTo>
                <a:lnTo>
                  <a:pt x="44297" y="8915"/>
                </a:lnTo>
                <a:lnTo>
                  <a:pt x="38049" y="2133"/>
                </a:lnTo>
                <a:lnTo>
                  <a:pt x="32524" y="0"/>
                </a:lnTo>
                <a:lnTo>
                  <a:pt x="18707" y="0"/>
                </a:lnTo>
                <a:lnTo>
                  <a:pt x="13271" y="1727"/>
                </a:lnTo>
                <a:lnTo>
                  <a:pt x="4876" y="8636"/>
                </a:lnTo>
                <a:lnTo>
                  <a:pt x="2222" y="13144"/>
                </a:lnTo>
                <a:lnTo>
                  <a:pt x="1092" y="18783"/>
                </a:lnTo>
                <a:lnTo>
                  <a:pt x="2057" y="18783"/>
                </a:lnTo>
                <a:lnTo>
                  <a:pt x="11023" y="19494"/>
                </a:lnTo>
                <a:lnTo>
                  <a:pt x="21310" y="8915"/>
                </a:lnTo>
                <a:lnTo>
                  <a:pt x="29629" y="8915"/>
                </a:lnTo>
                <a:lnTo>
                  <a:pt x="32867" y="10134"/>
                </a:lnTo>
                <a:lnTo>
                  <a:pt x="37401" y="15036"/>
                </a:lnTo>
                <a:lnTo>
                  <a:pt x="38531" y="18783"/>
                </a:lnTo>
                <a:lnTo>
                  <a:pt x="38531" y="23837"/>
                </a:lnTo>
                <a:lnTo>
                  <a:pt x="38531" y="31851"/>
                </a:lnTo>
                <a:lnTo>
                  <a:pt x="24498" y="53467"/>
                </a:lnTo>
                <a:lnTo>
                  <a:pt x="17145" y="53467"/>
                </a:lnTo>
                <a:lnTo>
                  <a:pt x="14782" y="52781"/>
                </a:lnTo>
                <a:lnTo>
                  <a:pt x="14617" y="52781"/>
                </a:lnTo>
                <a:lnTo>
                  <a:pt x="10744" y="49657"/>
                </a:lnTo>
                <a:lnTo>
                  <a:pt x="9791" y="47523"/>
                </a:lnTo>
                <a:lnTo>
                  <a:pt x="9791" y="42329"/>
                </a:lnTo>
                <a:lnTo>
                  <a:pt x="20485" y="35420"/>
                </a:lnTo>
                <a:lnTo>
                  <a:pt x="38531" y="31851"/>
                </a:lnTo>
                <a:lnTo>
                  <a:pt x="38531" y="23837"/>
                </a:lnTo>
                <a:lnTo>
                  <a:pt x="12242" y="29108"/>
                </a:lnTo>
                <a:lnTo>
                  <a:pt x="7518" y="31127"/>
                </a:lnTo>
                <a:lnTo>
                  <a:pt x="1498" y="36703"/>
                </a:lnTo>
                <a:lnTo>
                  <a:pt x="101" y="40335"/>
                </a:lnTo>
                <a:lnTo>
                  <a:pt x="0" y="48856"/>
                </a:lnTo>
                <a:lnTo>
                  <a:pt x="850" y="51663"/>
                </a:lnTo>
                <a:lnTo>
                  <a:pt x="4267" y="56489"/>
                </a:lnTo>
                <a:lnTo>
                  <a:pt x="6604" y="58369"/>
                </a:lnTo>
                <a:lnTo>
                  <a:pt x="12750" y="61137"/>
                </a:lnTo>
                <a:lnTo>
                  <a:pt x="13004" y="61137"/>
                </a:lnTo>
                <a:lnTo>
                  <a:pt x="15887" y="61709"/>
                </a:lnTo>
                <a:lnTo>
                  <a:pt x="23012" y="61709"/>
                </a:lnTo>
                <a:lnTo>
                  <a:pt x="26212" y="61137"/>
                </a:lnTo>
                <a:lnTo>
                  <a:pt x="32143" y="58826"/>
                </a:lnTo>
                <a:lnTo>
                  <a:pt x="34620" y="57238"/>
                </a:lnTo>
                <a:lnTo>
                  <a:pt x="38125" y="53594"/>
                </a:lnTo>
                <a:lnTo>
                  <a:pt x="38252" y="53467"/>
                </a:lnTo>
                <a:lnTo>
                  <a:pt x="38557" y="53149"/>
                </a:lnTo>
                <a:lnTo>
                  <a:pt x="38760" y="52781"/>
                </a:lnTo>
                <a:lnTo>
                  <a:pt x="38696" y="51663"/>
                </a:lnTo>
                <a:lnTo>
                  <a:pt x="38785" y="52133"/>
                </a:lnTo>
                <a:lnTo>
                  <a:pt x="38874" y="52552"/>
                </a:lnTo>
                <a:lnTo>
                  <a:pt x="39090" y="52146"/>
                </a:lnTo>
                <a:lnTo>
                  <a:pt x="39090" y="53594"/>
                </a:lnTo>
                <a:lnTo>
                  <a:pt x="40868" y="57238"/>
                </a:lnTo>
                <a:lnTo>
                  <a:pt x="42189" y="58559"/>
                </a:lnTo>
                <a:lnTo>
                  <a:pt x="45681" y="60185"/>
                </a:lnTo>
                <a:lnTo>
                  <a:pt x="47815" y="60591"/>
                </a:lnTo>
                <a:lnTo>
                  <a:pt x="53911" y="60591"/>
                </a:lnTo>
                <a:lnTo>
                  <a:pt x="56337" y="60185"/>
                </a:lnTo>
                <a:close/>
              </a:path>
              <a:path w="118745" h="62229">
                <a:moveTo>
                  <a:pt x="118287" y="18224"/>
                </a:moveTo>
                <a:lnTo>
                  <a:pt x="102323" y="0"/>
                </a:lnTo>
                <a:lnTo>
                  <a:pt x="94754" y="0"/>
                </a:lnTo>
                <a:lnTo>
                  <a:pt x="78968" y="11328"/>
                </a:lnTo>
                <a:lnTo>
                  <a:pt x="78968" y="11493"/>
                </a:lnTo>
                <a:lnTo>
                  <a:pt x="78714" y="11887"/>
                </a:lnTo>
                <a:lnTo>
                  <a:pt x="78752" y="1333"/>
                </a:lnTo>
                <a:lnTo>
                  <a:pt x="70167" y="1333"/>
                </a:lnTo>
                <a:lnTo>
                  <a:pt x="70167" y="60375"/>
                </a:lnTo>
                <a:lnTo>
                  <a:pt x="79527" y="60375"/>
                </a:lnTo>
                <a:lnTo>
                  <a:pt x="79527" y="21424"/>
                </a:lnTo>
                <a:lnTo>
                  <a:pt x="80251" y="18364"/>
                </a:lnTo>
                <a:lnTo>
                  <a:pt x="81407" y="16370"/>
                </a:lnTo>
                <a:lnTo>
                  <a:pt x="83146" y="13385"/>
                </a:lnTo>
                <a:lnTo>
                  <a:pt x="85090" y="11493"/>
                </a:lnTo>
                <a:lnTo>
                  <a:pt x="89789" y="9004"/>
                </a:lnTo>
                <a:lnTo>
                  <a:pt x="89522" y="9004"/>
                </a:lnTo>
                <a:lnTo>
                  <a:pt x="92748" y="8242"/>
                </a:lnTo>
                <a:lnTo>
                  <a:pt x="100241" y="8242"/>
                </a:lnTo>
                <a:lnTo>
                  <a:pt x="103555" y="9677"/>
                </a:lnTo>
                <a:lnTo>
                  <a:pt x="107861" y="15392"/>
                </a:lnTo>
                <a:lnTo>
                  <a:pt x="108927" y="19570"/>
                </a:lnTo>
                <a:lnTo>
                  <a:pt x="108927" y="60375"/>
                </a:lnTo>
                <a:lnTo>
                  <a:pt x="118287" y="60375"/>
                </a:lnTo>
                <a:lnTo>
                  <a:pt x="118287" y="18224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0" name="object 300"/>
          <p:cNvPicPr/>
          <p:nvPr/>
        </p:nvPicPr>
        <p:blipFill>
          <a:blip r:embed="rId171" cstate="print"/>
          <a:stretch>
            <a:fillRect/>
          </a:stretch>
        </p:blipFill>
        <p:spPr>
          <a:xfrm>
            <a:off x="5990559" y="5003129"/>
            <a:ext cx="515736" cy="80535"/>
          </a:xfrm>
          <a:prstGeom prst="rect">
            <a:avLst/>
          </a:prstGeom>
        </p:spPr>
      </p:pic>
      <p:grpSp>
        <p:nvGrpSpPr>
          <p:cNvPr id="301" name="object 301"/>
          <p:cNvGrpSpPr/>
          <p:nvPr/>
        </p:nvGrpSpPr>
        <p:grpSpPr>
          <a:xfrm>
            <a:off x="6589838" y="5003241"/>
            <a:ext cx="368300" cy="80645"/>
            <a:chOff x="6589838" y="5003241"/>
            <a:chExt cx="368300" cy="80645"/>
          </a:xfrm>
        </p:grpSpPr>
        <p:pic>
          <p:nvPicPr>
            <p:cNvPr id="302" name="object 302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6589838" y="5003241"/>
              <a:ext cx="320803" cy="80424"/>
            </a:xfrm>
            <a:prstGeom prst="rect">
              <a:avLst/>
            </a:prstGeom>
          </p:spPr>
        </p:pic>
        <p:sp>
          <p:nvSpPr>
            <p:cNvPr id="303" name="object 303"/>
            <p:cNvSpPr/>
            <p:nvPr/>
          </p:nvSpPr>
          <p:spPr>
            <a:xfrm>
              <a:off x="6943836" y="5068738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1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13811" y="13589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4" name="object 304"/>
          <p:cNvSpPr/>
          <p:nvPr/>
        </p:nvSpPr>
        <p:spPr>
          <a:xfrm>
            <a:off x="5464240" y="523475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34041" y="0"/>
                </a:moveTo>
                <a:lnTo>
                  <a:pt x="20540" y="0"/>
                </a:lnTo>
                <a:lnTo>
                  <a:pt x="20540" y="54582"/>
                </a:lnTo>
                <a:lnTo>
                  <a:pt x="34041" y="54582"/>
                </a:lnTo>
                <a:lnTo>
                  <a:pt x="34041" y="0"/>
                </a:lnTo>
                <a:close/>
              </a:path>
              <a:path w="54610" h="54610">
                <a:moveTo>
                  <a:pt x="20540" y="20539"/>
                </a:moveTo>
                <a:lnTo>
                  <a:pt x="0" y="20539"/>
                </a:lnTo>
                <a:lnTo>
                  <a:pt x="0" y="34041"/>
                </a:lnTo>
                <a:lnTo>
                  <a:pt x="20540" y="34041"/>
                </a:lnTo>
                <a:lnTo>
                  <a:pt x="20540" y="20539"/>
                </a:lnTo>
                <a:close/>
              </a:path>
              <a:path w="54610" h="54610">
                <a:moveTo>
                  <a:pt x="54582" y="20539"/>
                </a:moveTo>
                <a:lnTo>
                  <a:pt x="34041" y="20539"/>
                </a:lnTo>
                <a:lnTo>
                  <a:pt x="34041" y="34041"/>
                </a:lnTo>
                <a:lnTo>
                  <a:pt x="54582" y="34041"/>
                </a:lnTo>
                <a:lnTo>
                  <a:pt x="54582" y="20539"/>
                </a:lnTo>
                <a:close/>
              </a:path>
            </a:pathLst>
          </a:custGeom>
          <a:solidFill>
            <a:srgbClr val="256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5" name="object 305"/>
          <p:cNvPicPr/>
          <p:nvPr/>
        </p:nvPicPr>
        <p:blipFill>
          <a:blip r:embed="rId173" cstate="print"/>
          <a:stretch>
            <a:fillRect/>
          </a:stretch>
        </p:blipFill>
        <p:spPr>
          <a:xfrm>
            <a:off x="5589555" y="5214771"/>
            <a:ext cx="719245" cy="97243"/>
          </a:xfrm>
          <a:prstGeom prst="rect">
            <a:avLst/>
          </a:prstGeom>
        </p:spPr>
      </p:pic>
      <p:grpSp>
        <p:nvGrpSpPr>
          <p:cNvPr id="306" name="object 306"/>
          <p:cNvGrpSpPr/>
          <p:nvPr/>
        </p:nvGrpSpPr>
        <p:grpSpPr>
          <a:xfrm>
            <a:off x="6392678" y="5214771"/>
            <a:ext cx="1384300" cy="80645"/>
            <a:chOff x="6392678" y="5214771"/>
            <a:chExt cx="1384300" cy="80645"/>
          </a:xfrm>
        </p:grpSpPr>
        <p:pic>
          <p:nvPicPr>
            <p:cNvPr id="307" name="object 307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6392678" y="5214771"/>
              <a:ext cx="584798" cy="80534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6997526" y="5214771"/>
              <a:ext cx="311892" cy="80534"/>
            </a:xfrm>
            <a:prstGeom prst="rect">
              <a:avLst/>
            </a:prstGeom>
          </p:spPr>
        </p:pic>
        <p:sp>
          <p:nvSpPr>
            <p:cNvPr id="309" name="object 309"/>
            <p:cNvSpPr/>
            <p:nvPr/>
          </p:nvSpPr>
          <p:spPr>
            <a:xfrm>
              <a:off x="7331685" y="5214886"/>
              <a:ext cx="110489" cy="80645"/>
            </a:xfrm>
            <a:custGeom>
              <a:avLst/>
              <a:gdLst/>
              <a:ahLst/>
              <a:cxnLst/>
              <a:rect l="l" t="t" r="r" b="b"/>
              <a:pathLst>
                <a:path w="110490" h="80645">
                  <a:moveTo>
                    <a:pt x="40106" y="42214"/>
                  </a:moveTo>
                  <a:lnTo>
                    <a:pt x="0" y="42214"/>
                  </a:lnTo>
                  <a:lnTo>
                    <a:pt x="0" y="51015"/>
                  </a:lnTo>
                  <a:lnTo>
                    <a:pt x="40106" y="51015"/>
                  </a:lnTo>
                  <a:lnTo>
                    <a:pt x="40106" y="42214"/>
                  </a:lnTo>
                  <a:close/>
                </a:path>
                <a:path w="110490" h="80645">
                  <a:moveTo>
                    <a:pt x="110286" y="0"/>
                  </a:moveTo>
                  <a:lnTo>
                    <a:pt x="100926" y="0"/>
                  </a:lnTo>
                  <a:lnTo>
                    <a:pt x="100926" y="28054"/>
                  </a:lnTo>
                  <a:lnTo>
                    <a:pt x="100926" y="44970"/>
                  </a:lnTo>
                  <a:lnTo>
                    <a:pt x="100926" y="54025"/>
                  </a:lnTo>
                  <a:lnTo>
                    <a:pt x="100241" y="57912"/>
                  </a:lnTo>
                  <a:lnTo>
                    <a:pt x="87337" y="71513"/>
                  </a:lnTo>
                  <a:lnTo>
                    <a:pt x="78790" y="71513"/>
                  </a:lnTo>
                  <a:lnTo>
                    <a:pt x="74879" y="69545"/>
                  </a:lnTo>
                  <a:lnTo>
                    <a:pt x="69164" y="61671"/>
                  </a:lnTo>
                  <a:lnTo>
                    <a:pt x="67729" y="56324"/>
                  </a:lnTo>
                  <a:lnTo>
                    <a:pt x="67729" y="42735"/>
                  </a:lnTo>
                  <a:lnTo>
                    <a:pt x="69049" y="37795"/>
                  </a:lnTo>
                  <a:lnTo>
                    <a:pt x="69164" y="37376"/>
                  </a:lnTo>
                  <a:lnTo>
                    <a:pt x="74879" y="29578"/>
                  </a:lnTo>
                  <a:lnTo>
                    <a:pt x="78727" y="27622"/>
                  </a:lnTo>
                  <a:lnTo>
                    <a:pt x="87185" y="27622"/>
                  </a:lnTo>
                  <a:lnTo>
                    <a:pt x="90639" y="28587"/>
                  </a:lnTo>
                  <a:lnTo>
                    <a:pt x="90449" y="28587"/>
                  </a:lnTo>
                  <a:lnTo>
                    <a:pt x="95504" y="31991"/>
                  </a:lnTo>
                  <a:lnTo>
                    <a:pt x="97485" y="34493"/>
                  </a:lnTo>
                  <a:lnTo>
                    <a:pt x="100241" y="41033"/>
                  </a:lnTo>
                  <a:lnTo>
                    <a:pt x="100926" y="44970"/>
                  </a:lnTo>
                  <a:lnTo>
                    <a:pt x="100926" y="28054"/>
                  </a:lnTo>
                  <a:lnTo>
                    <a:pt x="86410" y="18719"/>
                  </a:lnTo>
                  <a:lnTo>
                    <a:pt x="78016" y="18719"/>
                  </a:lnTo>
                  <a:lnTo>
                    <a:pt x="58013" y="56324"/>
                  </a:lnTo>
                  <a:lnTo>
                    <a:pt x="58953" y="61341"/>
                  </a:lnTo>
                  <a:lnTo>
                    <a:pt x="78016" y="80429"/>
                  </a:lnTo>
                  <a:lnTo>
                    <a:pt x="86334" y="80429"/>
                  </a:lnTo>
                  <a:lnTo>
                    <a:pt x="101460" y="70650"/>
                  </a:lnTo>
                  <a:lnTo>
                    <a:pt x="101498" y="71513"/>
                  </a:lnTo>
                  <a:lnTo>
                    <a:pt x="101612" y="74117"/>
                  </a:lnTo>
                  <a:lnTo>
                    <a:pt x="101701" y="76327"/>
                  </a:lnTo>
                  <a:lnTo>
                    <a:pt x="101815" y="79159"/>
                  </a:lnTo>
                  <a:lnTo>
                    <a:pt x="110286" y="79159"/>
                  </a:lnTo>
                  <a:lnTo>
                    <a:pt x="110286" y="65722"/>
                  </a:lnTo>
                  <a:lnTo>
                    <a:pt x="110286" y="32753"/>
                  </a:lnTo>
                  <a:lnTo>
                    <a:pt x="110286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0" name="object 310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7462023" y="5214771"/>
              <a:ext cx="314788" cy="80534"/>
            </a:xfrm>
            <a:prstGeom prst="rect">
              <a:avLst/>
            </a:prstGeom>
          </p:spPr>
        </p:pic>
      </p:grpSp>
      <p:pic>
        <p:nvPicPr>
          <p:cNvPr id="311" name="object 311"/>
          <p:cNvPicPr/>
          <p:nvPr/>
        </p:nvPicPr>
        <p:blipFill>
          <a:blip r:embed="rId177" cstate="print"/>
          <a:stretch>
            <a:fillRect/>
          </a:stretch>
        </p:blipFill>
        <p:spPr>
          <a:xfrm>
            <a:off x="7863027" y="5214882"/>
            <a:ext cx="515736" cy="80422"/>
          </a:xfrm>
          <a:prstGeom prst="rect">
            <a:avLst/>
          </a:prstGeom>
        </p:spPr>
      </p:pic>
      <p:sp>
        <p:nvSpPr>
          <p:cNvPr id="312" name="object 312"/>
          <p:cNvSpPr/>
          <p:nvPr/>
        </p:nvSpPr>
        <p:spPr>
          <a:xfrm>
            <a:off x="8456737" y="5257098"/>
            <a:ext cx="62865" cy="8890"/>
          </a:xfrm>
          <a:custGeom>
            <a:avLst/>
            <a:gdLst/>
            <a:ahLst/>
            <a:cxnLst/>
            <a:rect l="l" t="t" r="r" b="b"/>
            <a:pathLst>
              <a:path w="62865" h="8889">
                <a:moveTo>
                  <a:pt x="62378" y="0"/>
                </a:moveTo>
                <a:lnTo>
                  <a:pt x="0" y="0"/>
                </a:lnTo>
                <a:lnTo>
                  <a:pt x="0" y="8689"/>
                </a:lnTo>
                <a:lnTo>
                  <a:pt x="62378" y="8689"/>
                </a:lnTo>
                <a:lnTo>
                  <a:pt x="62378" y="0"/>
                </a:lnTo>
                <a:close/>
              </a:path>
            </a:pathLst>
          </a:custGeom>
          <a:solidFill>
            <a:srgbClr val="6474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3" name="object 313"/>
          <p:cNvPicPr/>
          <p:nvPr/>
        </p:nvPicPr>
        <p:blipFill>
          <a:blip r:embed="rId178" cstate="print"/>
          <a:stretch>
            <a:fillRect/>
          </a:stretch>
        </p:blipFill>
        <p:spPr>
          <a:xfrm>
            <a:off x="8597088" y="5214882"/>
            <a:ext cx="787304" cy="95794"/>
          </a:xfrm>
          <a:prstGeom prst="rect">
            <a:avLst/>
          </a:prstGeom>
        </p:spPr>
      </p:pic>
      <p:pic>
        <p:nvPicPr>
          <p:cNvPr id="314" name="object 314"/>
          <p:cNvPicPr/>
          <p:nvPr/>
        </p:nvPicPr>
        <p:blipFill>
          <a:blip r:embed="rId179" cstate="print"/>
          <a:stretch>
            <a:fillRect/>
          </a:stretch>
        </p:blipFill>
        <p:spPr>
          <a:xfrm>
            <a:off x="5590669" y="5381968"/>
            <a:ext cx="784965" cy="80422"/>
          </a:xfrm>
          <a:prstGeom prst="rect">
            <a:avLst/>
          </a:prstGeom>
        </p:spPr>
      </p:pic>
      <p:pic>
        <p:nvPicPr>
          <p:cNvPr id="315" name="object 315"/>
          <p:cNvPicPr/>
          <p:nvPr/>
        </p:nvPicPr>
        <p:blipFill>
          <a:blip r:embed="rId180" cstate="print"/>
          <a:stretch>
            <a:fillRect/>
          </a:stretch>
        </p:blipFill>
        <p:spPr>
          <a:xfrm>
            <a:off x="6459511" y="5381968"/>
            <a:ext cx="117850" cy="95794"/>
          </a:xfrm>
          <a:prstGeom prst="rect">
            <a:avLst/>
          </a:prstGeom>
        </p:spPr>
      </p:pic>
      <p:grpSp>
        <p:nvGrpSpPr>
          <p:cNvPr id="316" name="object 316"/>
          <p:cNvGrpSpPr/>
          <p:nvPr/>
        </p:nvGrpSpPr>
        <p:grpSpPr>
          <a:xfrm>
            <a:off x="6657785" y="5381968"/>
            <a:ext cx="1051560" cy="97155"/>
            <a:chOff x="6657785" y="5381968"/>
            <a:chExt cx="1051560" cy="97155"/>
          </a:xfrm>
        </p:grpSpPr>
        <p:pic>
          <p:nvPicPr>
            <p:cNvPr id="317" name="object 317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6657785" y="5388204"/>
              <a:ext cx="451130" cy="74185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7131194" y="5381968"/>
              <a:ext cx="578114" cy="97132"/>
            </a:xfrm>
            <a:prstGeom prst="rect">
              <a:avLst/>
            </a:prstGeom>
          </p:spPr>
        </p:pic>
      </p:grpSp>
      <p:grpSp>
        <p:nvGrpSpPr>
          <p:cNvPr id="319" name="object 319"/>
          <p:cNvGrpSpPr/>
          <p:nvPr/>
        </p:nvGrpSpPr>
        <p:grpSpPr>
          <a:xfrm>
            <a:off x="7798420" y="5381855"/>
            <a:ext cx="429259" cy="97790"/>
            <a:chOff x="7798420" y="5381855"/>
            <a:chExt cx="429259" cy="97790"/>
          </a:xfrm>
        </p:grpSpPr>
        <p:sp>
          <p:nvSpPr>
            <p:cNvPr id="320" name="object 320"/>
            <p:cNvSpPr/>
            <p:nvPr/>
          </p:nvSpPr>
          <p:spPr>
            <a:xfrm>
              <a:off x="7798420" y="5381855"/>
              <a:ext cx="36830" cy="96520"/>
            </a:xfrm>
            <a:custGeom>
              <a:avLst/>
              <a:gdLst/>
              <a:ahLst/>
              <a:cxnLst/>
              <a:rect l="l" t="t" r="r" b="b"/>
              <a:pathLst>
                <a:path w="36829" h="96520">
                  <a:moveTo>
                    <a:pt x="27401" y="23837"/>
                  </a:moveTo>
                  <a:lnTo>
                    <a:pt x="27401" y="82094"/>
                  </a:lnTo>
                  <a:lnTo>
                    <a:pt x="26550" y="84618"/>
                  </a:lnTo>
                  <a:lnTo>
                    <a:pt x="23782" y="87033"/>
                  </a:lnTo>
                  <a:lnTo>
                    <a:pt x="21609" y="87664"/>
                  </a:lnTo>
                  <a:lnTo>
                    <a:pt x="0" y="87664"/>
                  </a:lnTo>
                  <a:lnTo>
                    <a:pt x="0" y="95906"/>
                  </a:lnTo>
                  <a:lnTo>
                    <a:pt x="25768" y="95906"/>
                  </a:lnTo>
                  <a:lnTo>
                    <a:pt x="30074" y="94477"/>
                  </a:lnTo>
                  <a:lnTo>
                    <a:pt x="35421" y="88759"/>
                  </a:lnTo>
                  <a:lnTo>
                    <a:pt x="36758" y="84618"/>
                  </a:lnTo>
                  <a:lnTo>
                    <a:pt x="36758" y="28404"/>
                  </a:lnTo>
                  <a:lnTo>
                    <a:pt x="31968" y="28404"/>
                  </a:lnTo>
                  <a:lnTo>
                    <a:pt x="27401" y="23837"/>
                  </a:lnTo>
                  <a:close/>
                </a:path>
                <a:path w="36829" h="96520">
                  <a:moveTo>
                    <a:pt x="36758" y="20161"/>
                  </a:moveTo>
                  <a:lnTo>
                    <a:pt x="1113" y="20161"/>
                  </a:lnTo>
                  <a:lnTo>
                    <a:pt x="1113" y="28404"/>
                  </a:lnTo>
                  <a:lnTo>
                    <a:pt x="27401" y="28404"/>
                  </a:lnTo>
                  <a:lnTo>
                    <a:pt x="27401" y="23837"/>
                  </a:lnTo>
                  <a:lnTo>
                    <a:pt x="36758" y="23837"/>
                  </a:lnTo>
                  <a:lnTo>
                    <a:pt x="36758" y="20161"/>
                  </a:lnTo>
                  <a:close/>
                </a:path>
                <a:path w="36829" h="96520">
                  <a:moveTo>
                    <a:pt x="36758" y="23837"/>
                  </a:moveTo>
                  <a:lnTo>
                    <a:pt x="27401" y="23837"/>
                  </a:lnTo>
                  <a:lnTo>
                    <a:pt x="31968" y="28404"/>
                  </a:lnTo>
                  <a:lnTo>
                    <a:pt x="36758" y="28404"/>
                  </a:lnTo>
                  <a:lnTo>
                    <a:pt x="36758" y="23837"/>
                  </a:lnTo>
                  <a:close/>
                </a:path>
                <a:path w="36829" h="96520">
                  <a:moveTo>
                    <a:pt x="36647" y="0"/>
                  </a:moveTo>
                  <a:lnTo>
                    <a:pt x="26845" y="0"/>
                  </a:lnTo>
                  <a:lnTo>
                    <a:pt x="26845" y="10916"/>
                  </a:lnTo>
                  <a:lnTo>
                    <a:pt x="36647" y="10916"/>
                  </a:lnTo>
                  <a:lnTo>
                    <a:pt x="36647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1" name="object 321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7863027" y="5381967"/>
              <a:ext cx="315234" cy="97132"/>
            </a:xfrm>
            <a:prstGeom prst="rect">
              <a:avLst/>
            </a:prstGeom>
          </p:spPr>
        </p:pic>
        <p:sp>
          <p:nvSpPr>
            <p:cNvPr id="322" name="object 322"/>
            <p:cNvSpPr/>
            <p:nvPr/>
          </p:nvSpPr>
          <p:spPr>
            <a:xfrm>
              <a:off x="8213682" y="5447465"/>
              <a:ext cx="13970" cy="13970"/>
            </a:xfrm>
            <a:custGeom>
              <a:avLst/>
              <a:gdLst/>
              <a:ahLst/>
              <a:cxnLst/>
              <a:rect l="l" t="t" r="r" b="b"/>
              <a:pathLst>
                <a:path w="13970" h="13970">
                  <a:moveTo>
                    <a:pt x="13812" y="0"/>
                  </a:moveTo>
                  <a:lnTo>
                    <a:pt x="0" y="0"/>
                  </a:lnTo>
                  <a:lnTo>
                    <a:pt x="0" y="13588"/>
                  </a:lnTo>
                  <a:lnTo>
                    <a:pt x="13812" y="13588"/>
                  </a:lnTo>
                  <a:lnTo>
                    <a:pt x="13812" y="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3" name="object 323"/>
          <p:cNvPicPr/>
          <p:nvPr/>
        </p:nvPicPr>
        <p:blipFill>
          <a:blip r:embed="rId184" cstate="print"/>
          <a:stretch>
            <a:fillRect/>
          </a:stretch>
        </p:blipFill>
        <p:spPr>
          <a:xfrm>
            <a:off x="5458114" y="5594722"/>
            <a:ext cx="4678384" cy="8688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948" y="1127178"/>
            <a:ext cx="10537455" cy="147591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fontScale="92500" lnSpcReduction="10000"/>
          </a:bodyPr>
          <a:lstStyle/>
          <a:p>
            <a:pPr algn="l"/>
            <a:r>
              <a:rPr lang="en-US" sz="877" b="1" spc="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877" dirty="0"/>
          </a:p>
        </p:txBody>
      </p:sp>
      <p:sp>
        <p:nvSpPr>
          <p:cNvPr id="3" name="Text 1"/>
          <p:cNvSpPr/>
          <p:nvPr/>
        </p:nvSpPr>
        <p:spPr>
          <a:xfrm>
            <a:off x="556948" y="1330464"/>
            <a:ext cx="10537455" cy="451128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/>
            <a:r>
              <a:rPr lang="en-US" sz="2982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endParaRPr lang="en-US" sz="2982" dirty="0"/>
          </a:p>
        </p:txBody>
      </p:sp>
      <p:sp>
        <p:nvSpPr>
          <p:cNvPr id="4" name="Shape 2"/>
          <p:cNvSpPr/>
          <p:nvPr/>
        </p:nvSpPr>
        <p:spPr>
          <a:xfrm>
            <a:off x="556948" y="1937537"/>
            <a:ext cx="4750766" cy="701754"/>
          </a:xfrm>
          <a:custGeom>
            <a:avLst/>
            <a:gdLst/>
            <a:ahLst/>
            <a:cxnLst/>
            <a:rect l="l" t="t" r="r" b="b"/>
            <a:pathLst>
              <a:path w="8124825" h="12001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1143000"/>
                </a:lnTo>
                <a:arcTo wR="57150" hR="57150" stAng="0" swAng="5400000"/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56948" y="1937537"/>
            <a:ext cx="22278" cy="70175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79477" y="2009941"/>
            <a:ext cx="4663826" cy="579226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Adeyemi, O. et al.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RAGBench: Explaining Retrieval Augmented Generation and Grounded Question Answering.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arXiv:2407.11005 (2024).</a:t>
            </a:r>
            <a:endParaRPr lang="en-US" sz="877" dirty="0"/>
          </a:p>
        </p:txBody>
      </p:sp>
      <p:sp>
        <p:nvSpPr>
          <p:cNvPr id="7" name="Shape 5"/>
          <p:cNvSpPr/>
          <p:nvPr/>
        </p:nvSpPr>
        <p:spPr>
          <a:xfrm>
            <a:off x="556948" y="2706125"/>
            <a:ext cx="4750766" cy="334169"/>
          </a:xfrm>
          <a:custGeom>
            <a:avLst/>
            <a:gdLst/>
            <a:ahLst/>
            <a:cxnLst/>
            <a:rect l="l" t="t" r="r" b="b"/>
            <a:pathLst>
              <a:path w="8124825" h="57150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514350"/>
                </a:lnTo>
                <a:arcTo wR="57150" hR="57150" stAng="0" swAng="5400000"/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556948" y="2706125"/>
            <a:ext cx="22278" cy="33416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79477" y="2778529"/>
            <a:ext cx="4663826" cy="211640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Inc.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API Documentation.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console.groq.com/docs</a:t>
            </a:r>
            <a:endParaRPr lang="en-US" sz="877" dirty="0"/>
          </a:p>
        </p:txBody>
      </p:sp>
      <p:sp>
        <p:nvSpPr>
          <p:cNvPr id="10" name="Shape 8"/>
          <p:cNvSpPr/>
          <p:nvPr/>
        </p:nvSpPr>
        <p:spPr>
          <a:xfrm>
            <a:off x="556948" y="3107128"/>
            <a:ext cx="4750766" cy="512392"/>
          </a:xfrm>
          <a:custGeom>
            <a:avLst/>
            <a:gdLst/>
            <a:ahLst/>
            <a:cxnLst/>
            <a:rect l="l" t="t" r="r" b="b"/>
            <a:pathLst>
              <a:path w="8124825" h="87630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19150"/>
                </a:lnTo>
                <a:arcTo wR="57150" hR="57150" stAng="0" swAng="5400000"/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556948" y="3107128"/>
            <a:ext cx="22278" cy="5123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79477" y="3179530"/>
            <a:ext cx="4663826" cy="389864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LanceDB Team.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LanceDB: Serverless Vector Database.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lancedb.github.io/lancedb</a:t>
            </a:r>
            <a:endParaRPr lang="en-US" sz="877" dirty="0"/>
          </a:p>
        </p:txBody>
      </p:sp>
      <p:sp>
        <p:nvSpPr>
          <p:cNvPr id="13" name="Shape 11"/>
          <p:cNvSpPr/>
          <p:nvPr/>
        </p:nvSpPr>
        <p:spPr>
          <a:xfrm>
            <a:off x="556948" y="3686354"/>
            <a:ext cx="4750766" cy="523531"/>
          </a:xfrm>
          <a:custGeom>
            <a:avLst/>
            <a:gdLst/>
            <a:ahLst/>
            <a:cxnLst/>
            <a:rect l="l" t="t" r="r" b="b"/>
            <a:pathLst>
              <a:path w="8124825" h="8953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38200"/>
                </a:lnTo>
                <a:arcTo wR="57150" hR="57150" stAng="0" swAng="5400000"/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56948" y="3686354"/>
            <a:ext cx="22278" cy="52353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79477" y="3758757"/>
            <a:ext cx="4663826" cy="401003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Johnson, J. et al.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FAISS: A Library for Efficient Similarity Search.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 AI Research.</a:t>
            </a:r>
            <a:endParaRPr lang="en-US" sz="877" dirty="0"/>
          </a:p>
        </p:txBody>
      </p:sp>
      <p:sp>
        <p:nvSpPr>
          <p:cNvPr id="16" name="Shape 14"/>
          <p:cNvSpPr/>
          <p:nvPr/>
        </p:nvSpPr>
        <p:spPr>
          <a:xfrm>
            <a:off x="556948" y="4276719"/>
            <a:ext cx="4750766" cy="523531"/>
          </a:xfrm>
          <a:custGeom>
            <a:avLst/>
            <a:gdLst/>
            <a:ahLst/>
            <a:cxnLst/>
            <a:rect l="l" t="t" r="r" b="b"/>
            <a:pathLst>
              <a:path w="8124825" h="8953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38200"/>
                </a:lnTo>
                <a:arcTo wR="57150" hR="57150" stAng="0" swAng="5400000"/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56948" y="4276719"/>
            <a:ext cx="22278" cy="52353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79477" y="4349122"/>
            <a:ext cx="4663826" cy="401003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Reimers, N. &amp; Gurevych, I.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Sentence-Transformers: Multilingual Sentence, Paragraph, and Image Embeddings.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HuggingFace.</a:t>
            </a:r>
            <a:endParaRPr lang="en-US" sz="877" dirty="0"/>
          </a:p>
        </p:txBody>
      </p:sp>
      <p:sp>
        <p:nvSpPr>
          <p:cNvPr id="19" name="Shape 17"/>
          <p:cNvSpPr/>
          <p:nvPr/>
        </p:nvSpPr>
        <p:spPr>
          <a:xfrm>
            <a:off x="5385687" y="1937537"/>
            <a:ext cx="4750766" cy="512392"/>
          </a:xfrm>
          <a:custGeom>
            <a:avLst/>
            <a:gdLst/>
            <a:ahLst/>
            <a:cxnLst/>
            <a:rect l="l" t="t" r="r" b="b"/>
            <a:pathLst>
              <a:path w="8124825" h="87630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19150"/>
                </a:lnTo>
                <a:arcTo wR="57150" hR="57150" stAng="0" swAng="5400000"/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385686" y="1937537"/>
            <a:ext cx="22278" cy="5123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508215" y="2009940"/>
            <a:ext cx="4663826" cy="389864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Galileo AI.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 Dataset: galileo-ai/ragbench.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HuggingFace Hub.</a:t>
            </a:r>
            <a:endParaRPr lang="en-US" sz="877" dirty="0"/>
          </a:p>
        </p:txBody>
      </p:sp>
      <p:sp>
        <p:nvSpPr>
          <p:cNvPr id="22" name="Shape 20"/>
          <p:cNvSpPr/>
          <p:nvPr/>
        </p:nvSpPr>
        <p:spPr>
          <a:xfrm>
            <a:off x="5385687" y="2516763"/>
            <a:ext cx="4750766" cy="701754"/>
          </a:xfrm>
          <a:custGeom>
            <a:avLst/>
            <a:gdLst/>
            <a:ahLst/>
            <a:cxnLst/>
            <a:rect l="l" t="t" r="r" b="b"/>
            <a:pathLst>
              <a:path w="8124825" h="12001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1143000"/>
                </a:lnTo>
                <a:arcTo wR="57150" hR="57150" stAng="0" swAng="5400000"/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5385686" y="2516763"/>
            <a:ext cx="22278" cy="70175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508215" y="2589166"/>
            <a:ext cx="4663826" cy="579226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Robertson, S. &amp; Zaragoza, H.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Probabilistic Relevance Framework: BM25 and Beyond.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 and Trends in Information Retrieval (2009).</a:t>
            </a:r>
            <a:endParaRPr lang="en-US" sz="877" dirty="0"/>
          </a:p>
        </p:txBody>
      </p:sp>
      <p:sp>
        <p:nvSpPr>
          <p:cNvPr id="25" name="Shape 23"/>
          <p:cNvSpPr/>
          <p:nvPr/>
        </p:nvSpPr>
        <p:spPr>
          <a:xfrm>
            <a:off x="5385687" y="3285352"/>
            <a:ext cx="4750766" cy="701754"/>
          </a:xfrm>
          <a:custGeom>
            <a:avLst/>
            <a:gdLst/>
            <a:ahLst/>
            <a:cxnLst/>
            <a:rect l="l" t="t" r="r" b="b"/>
            <a:pathLst>
              <a:path w="8124825" h="12001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1143000"/>
                </a:lnTo>
                <a:arcTo wR="57150" hR="57150" stAng="0" swAng="5400000"/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385686" y="3285352"/>
            <a:ext cx="22278" cy="70175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508215" y="3357755"/>
            <a:ext cx="4663826" cy="579226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Carbonell, J. &amp; Goldstein, J.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Use of MMR, Diversity-Based Reranking for Reordering Documents and Producing Summaries.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SIGIR (1998).</a:t>
            </a:r>
            <a:endParaRPr lang="en-US" sz="877" dirty="0"/>
          </a:p>
        </p:txBody>
      </p:sp>
      <p:sp>
        <p:nvSpPr>
          <p:cNvPr id="28" name="Shape 26"/>
          <p:cNvSpPr/>
          <p:nvPr/>
        </p:nvSpPr>
        <p:spPr>
          <a:xfrm>
            <a:off x="5385687" y="4053940"/>
            <a:ext cx="4750766" cy="523531"/>
          </a:xfrm>
          <a:custGeom>
            <a:avLst/>
            <a:gdLst/>
            <a:ahLst/>
            <a:cxnLst/>
            <a:rect l="l" t="t" r="r" b="b"/>
            <a:pathLst>
              <a:path w="8124825" h="89535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38200"/>
                </a:lnTo>
                <a:arcTo wR="57150" hR="57150" stAng="0" swAng="5400000"/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5385686" y="4053940"/>
            <a:ext cx="22278" cy="523531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508215" y="4126342"/>
            <a:ext cx="4663826" cy="401003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[9]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Chen, J. et al.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Benchmarking Large Language Models in Retrieval-Augmented Generation. </a:t>
            </a:r>
            <a:r>
              <a:rPr lang="en-US" sz="877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arXiv:2309.01431 (2023).</a:t>
            </a:r>
            <a:endParaRPr lang="en-US" sz="877" dirty="0"/>
          </a:p>
        </p:txBody>
      </p:sp>
      <p:sp>
        <p:nvSpPr>
          <p:cNvPr id="31" name="Shape 29"/>
          <p:cNvSpPr/>
          <p:nvPr/>
        </p:nvSpPr>
        <p:spPr>
          <a:xfrm>
            <a:off x="5385687" y="4644304"/>
            <a:ext cx="4750766" cy="512392"/>
          </a:xfrm>
          <a:custGeom>
            <a:avLst/>
            <a:gdLst/>
            <a:ahLst/>
            <a:cxnLst/>
            <a:rect l="l" t="t" r="r" b="b"/>
            <a:pathLst>
              <a:path w="8124825" h="876300">
                <a:moveTo>
                  <a:pt x="0" y="0"/>
                </a:moveTo>
                <a:lnTo>
                  <a:pt x="8067675" y="0"/>
                </a:lnTo>
                <a:arcTo wR="57150" hR="57150" stAng="16200000" swAng="5400000"/>
                <a:lnTo>
                  <a:pt x="8124825" y="819150"/>
                </a:lnTo>
                <a:arcTo wR="57150" hR="57150" stAng="0" swAng="5400000"/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ECFDF5"/>
          </a:solidFill>
          <a:ln/>
        </p:spPr>
      </p:sp>
      <p:sp>
        <p:nvSpPr>
          <p:cNvPr id="32" name="Shape 30"/>
          <p:cNvSpPr/>
          <p:nvPr/>
        </p:nvSpPr>
        <p:spPr>
          <a:xfrm>
            <a:off x="5385686" y="4644304"/>
            <a:ext cx="22278" cy="5123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5508215" y="4716707"/>
            <a:ext cx="4663826" cy="389864"/>
          </a:xfrm>
          <a:prstGeom prst="rect">
            <a:avLst/>
          </a:prstGeom>
          <a:noFill/>
          <a:ln/>
        </p:spPr>
        <p:txBody>
          <a:bodyPr wrap="square" lIns="14852" tIns="14852" rIns="14852" bIns="14852" rtlCol="0" anchor="t">
            <a:normAutofit lnSpcReduction="10000"/>
          </a:bodyPr>
          <a:lstStyle/>
          <a:p>
            <a:pPr algn="l">
              <a:lnSpc>
                <a:spcPct val="142222"/>
              </a:lnSpc>
            </a:pPr>
            <a:r>
              <a:rPr lang="en-US" sz="877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[10] </a:t>
            </a:r>
            <a:r>
              <a:rPr lang="en-US" sz="877" i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RAGBench Top-3 Demo (Gradio App). </a:t>
            </a:r>
            <a:r>
              <a:rPr lang="en-US" sz="877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pritvish.github.io/ragbench-top3-demo/rag-demo/</a:t>
            </a:r>
            <a:endParaRPr lang="en-US" sz="87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941</Words>
  <Application>Microsoft Office PowerPoint</Application>
  <PresentationFormat>Custom</PresentationFormat>
  <Paragraphs>134</Paragraphs>
  <Slides>19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</dc:title>
  <dc:creator>Pritvish Mandal</dc:creator>
  <cp:lastModifiedBy>venkataratnam karri</cp:lastModifiedBy>
  <cp:revision>18</cp:revision>
  <dcterms:created xsi:type="dcterms:W3CDTF">2026-08-08T05:48:23Z</dcterms:created>
  <dcterms:modified xsi:type="dcterms:W3CDTF">2026-08-11T17:22:51Z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2026-08-08T00:00:00Z</vt:filetime>
  </property>
  <property fmtid="{D5CDD505-2E9C-101B-9397-08002B2CF9AE}" pid="3" name="Creator">
    <vt:lpwstr>Claude</vt:lpwstr>
  </property>
  <property fmtid="{D5CDD505-2E9C-101B-9397-08002B2CF9AE}" pid="4" name="LastSaved">
    <vt:filetime>2026-08-08T00:00:00Z</vt:filetime>
  </property>
  <property fmtid="{D5CDD505-2E9C-101B-9397-08002B2CF9AE}" pid="5" name="Producer">
    <vt:lpwstr>macOS Version 26.5.2 (Build 25F84) Quartz PDFContext</vt:lpwstr>
  </property>
</Properties>
</file>